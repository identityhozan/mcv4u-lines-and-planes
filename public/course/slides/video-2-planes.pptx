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5022220cc74ec0" /><Relationship Type="http://schemas.openxmlformats.org/officeDocument/2006/relationships/extended-properties" Target="/docProps/app.xml" Id="R0861dd6b1ea64579" /><Relationship Type="http://schemas.openxmlformats.org/officeDocument/2006/relationships/officeDocument" Target="/ppt/presentation.xml" Id="Rdfe1c5844321421e" /></Relationships>
</file>

<file path=ppt/presentation.xml><?xml version="1.0" encoding="utf-8"?>
<p:presentation xmlns:p="http://schemas.openxmlformats.org/presentationml/2006/main">
  <p:sldMasterIdLst>
    <p:sldMasterId xmlns:r="http://schemas.openxmlformats.org/officeDocument/2006/relationships" id="2147483648" r:id="R961d33896d514a60"/>
  </p:sldMasterIdLst>
  <p:notesMasterIdLst>
    <p:notesMasterId xmlns:r="http://schemas.openxmlformats.org/officeDocument/2006/relationships" r:id="R25a718b80ebc4cb3"/>
  </p:notesMasterIdLst>
  <p:sldIdLst>
    <p:sldId xmlns:r="http://schemas.openxmlformats.org/officeDocument/2006/relationships" id="256" r:id="R87148eb7a58c4339"/>
    <p:sldId xmlns:r="http://schemas.openxmlformats.org/officeDocument/2006/relationships" id="257" r:id="R7c0eb723785444a4"/>
    <p:sldId xmlns:r="http://schemas.openxmlformats.org/officeDocument/2006/relationships" id="258" r:id="Rf9b4ac8f111248c5"/>
    <p:sldId xmlns:r="http://schemas.openxmlformats.org/officeDocument/2006/relationships" id="259" r:id="Rb0b9815be1a54822"/>
    <p:sldId xmlns:r="http://schemas.openxmlformats.org/officeDocument/2006/relationships" id="260" r:id="Ra3fcd9c038db4214"/>
    <p:sldId xmlns:r="http://schemas.openxmlformats.org/officeDocument/2006/relationships" id="261" r:id="Rd241616b4c32498b"/>
    <p:sldId xmlns:r="http://schemas.openxmlformats.org/officeDocument/2006/relationships" id="262" r:id="Rff78f579e2fb42f8"/>
    <p:sldId xmlns:r="http://schemas.openxmlformats.org/officeDocument/2006/relationships" id="263" r:id="Rf2f572ef9b0f412d"/>
    <p:sldId xmlns:r="http://schemas.openxmlformats.org/officeDocument/2006/relationships" id="264" r:id="R651c9ef5da2e4cc3"/>
    <p:sldId xmlns:r="http://schemas.openxmlformats.org/officeDocument/2006/relationships" id="265" r:id="Rf175b7d56b214e4e"/>
    <p:sldId xmlns:r="http://schemas.openxmlformats.org/officeDocument/2006/relationships" id="266" r:id="R6c5c13f31eda4f8f"/>
    <p:sldId xmlns:r="http://schemas.openxmlformats.org/officeDocument/2006/relationships" id="267" r:id="Re3b1f5aeb16d4e56"/>
    <p:sldId xmlns:r="http://schemas.openxmlformats.org/officeDocument/2006/relationships" id="268" r:id="Rbb640707c1e64c00"/>
    <p:sldId xmlns:r="http://schemas.openxmlformats.org/officeDocument/2006/relationships" id="269" r:id="R6b5e760c265c4a7e"/>
    <p:sldId xmlns:r="http://schemas.openxmlformats.org/officeDocument/2006/relationships" id="270" r:id="R22a3feb2e7e64b2a"/>
    <p:sldId xmlns:r="http://schemas.openxmlformats.org/officeDocument/2006/relationships" id="271" r:id="Rd6677ff8a43741c0"/>
    <p:sldId xmlns:r="http://schemas.openxmlformats.org/officeDocument/2006/relationships" id="272" r:id="Recf35c07946444e1"/>
    <p:sldId xmlns:r="http://schemas.openxmlformats.org/officeDocument/2006/relationships" id="273" r:id="R47bfa078256442c2"/>
    <p:sldId xmlns:r="http://schemas.openxmlformats.org/officeDocument/2006/relationships" id="274" r:id="R8636ee6c8c0044ec"/>
    <p:sldId xmlns:r="http://schemas.openxmlformats.org/officeDocument/2006/relationships" id="275" r:id="R69495a21477448fb"/>
    <p:sldId xmlns:r="http://schemas.openxmlformats.org/officeDocument/2006/relationships" id="276" r:id="R73a7d6886546460b"/>
    <p:sldId xmlns:r="http://schemas.openxmlformats.org/officeDocument/2006/relationships" id="277" r:id="R9f4f788bc0954fd0"/>
    <p:sldId xmlns:r="http://schemas.openxmlformats.org/officeDocument/2006/relationships" id="278" r:id="Rb1d7c318463644e0"/>
    <p:sldId xmlns:r="http://schemas.openxmlformats.org/officeDocument/2006/relationships" id="279" r:id="R8428513dcda340b2"/>
    <p:sldId xmlns:r="http://schemas.openxmlformats.org/officeDocument/2006/relationships" id="280" r:id="R24a4df778e6d4501"/>
    <p:sldId xmlns:r="http://schemas.openxmlformats.org/officeDocument/2006/relationships" id="281" r:id="R4ad224aaf30a45d8"/>
    <p:sldId xmlns:r="http://schemas.openxmlformats.org/officeDocument/2006/relationships" id="282" r:id="R65e3ea77126543d6"/>
    <p:sldId xmlns:r="http://schemas.openxmlformats.org/officeDocument/2006/relationships" id="283" r:id="R61495fea56944f87"/>
    <p:sldId xmlns:r="http://schemas.openxmlformats.org/officeDocument/2006/relationships" id="284" r:id="R84f7b95d8188417b"/>
    <p:sldId xmlns:r="http://schemas.openxmlformats.org/officeDocument/2006/relationships" id="285" r:id="R2358e36dbabf4713"/>
    <p:sldId xmlns:r="http://schemas.openxmlformats.org/officeDocument/2006/relationships" id="286" r:id="R6ffafef915014d02"/>
    <p:sldId xmlns:r="http://schemas.openxmlformats.org/officeDocument/2006/relationships" id="287" r:id="R9d1997e335c342bf"/>
    <p:sldId xmlns:r="http://schemas.openxmlformats.org/officeDocument/2006/relationships" id="288" r:id="R555681d17b3048f1"/>
    <p:sldId xmlns:r="http://schemas.openxmlformats.org/officeDocument/2006/relationships" id="289" r:id="R053b2c5ce61646fd"/>
    <p:sldId xmlns:r="http://schemas.openxmlformats.org/officeDocument/2006/relationships" id="290" r:id="R25e0cfefdc3340e2"/>
    <p:sldId xmlns:r="http://schemas.openxmlformats.org/officeDocument/2006/relationships" id="291" r:id="Ra7c1a31f1c674310"/>
    <p:sldId xmlns:r="http://schemas.openxmlformats.org/officeDocument/2006/relationships" id="292" r:id="R0e610b2f5ab2441f"/>
    <p:sldId xmlns:r="http://schemas.openxmlformats.org/officeDocument/2006/relationships" id="293" r:id="R89890664ce8c44ac"/>
    <p:sldId xmlns:r="http://schemas.openxmlformats.org/officeDocument/2006/relationships" id="294" r:id="R1fad4826e03143c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89151c6c254896" /><Relationship Type="http://schemas.openxmlformats.org/officeDocument/2006/relationships/slideMaster" Target="/ppt/slideMasters/slideMaster1.xml" Id="R961d33896d514a60" /><Relationship Type="http://schemas.openxmlformats.org/officeDocument/2006/relationships/notesMaster" Target="/ppt/notesMasters/notesMaster1.xml" Id="R25a718b80ebc4cb3" /><Relationship Type="http://schemas.openxmlformats.org/officeDocument/2006/relationships/presProps" Target="/ppt/presProps.xml" Id="R852133a22b42435f" /><Relationship Type="http://schemas.openxmlformats.org/officeDocument/2006/relationships/tableStyles" Target="/ppt/tableStyles.xml" Id="Re6f70e98718e4139" /><Relationship Type="http://schemas.openxmlformats.org/officeDocument/2006/relationships/slide" Target="/ppt/slides/slide1.xml" Id="R87148eb7a58c4339" /><Relationship Type="http://schemas.openxmlformats.org/officeDocument/2006/relationships/slide" Target="/ppt/slides/slide2.xml" Id="R7c0eb723785444a4" /><Relationship Type="http://schemas.openxmlformats.org/officeDocument/2006/relationships/slide" Target="/ppt/slides/slide3.xml" Id="Rf9b4ac8f111248c5" /><Relationship Type="http://schemas.openxmlformats.org/officeDocument/2006/relationships/slide" Target="/ppt/slides/slide4.xml" Id="Rb0b9815be1a54822" /><Relationship Type="http://schemas.openxmlformats.org/officeDocument/2006/relationships/slide" Target="/ppt/slides/slide5.xml" Id="Ra3fcd9c038db4214" /><Relationship Type="http://schemas.openxmlformats.org/officeDocument/2006/relationships/slide" Target="/ppt/slides/slide6.xml" Id="Rd241616b4c32498b" /><Relationship Type="http://schemas.openxmlformats.org/officeDocument/2006/relationships/slide" Target="/ppt/slides/slide7.xml" Id="Rff78f579e2fb42f8" /><Relationship Type="http://schemas.openxmlformats.org/officeDocument/2006/relationships/slide" Target="/ppt/slides/slide8.xml" Id="Rf2f572ef9b0f412d" /><Relationship Type="http://schemas.openxmlformats.org/officeDocument/2006/relationships/slide" Target="/ppt/slides/slide9.xml" Id="R651c9ef5da2e4cc3" /><Relationship Type="http://schemas.openxmlformats.org/officeDocument/2006/relationships/slide" Target="/ppt/slides/slide10.xml" Id="Rf175b7d56b214e4e" /><Relationship Type="http://schemas.openxmlformats.org/officeDocument/2006/relationships/slide" Target="/ppt/slides/slide11.xml" Id="R6c5c13f31eda4f8f" /><Relationship Type="http://schemas.openxmlformats.org/officeDocument/2006/relationships/slide" Target="/ppt/slides/slide12.xml" Id="Re3b1f5aeb16d4e56" /><Relationship Type="http://schemas.openxmlformats.org/officeDocument/2006/relationships/slide" Target="/ppt/slides/slide13.xml" Id="Rbb640707c1e64c00" /><Relationship Type="http://schemas.openxmlformats.org/officeDocument/2006/relationships/slide" Target="/ppt/slides/slide14.xml" Id="R6b5e760c265c4a7e" /><Relationship Type="http://schemas.openxmlformats.org/officeDocument/2006/relationships/slide" Target="/ppt/slides/slide15.xml" Id="R22a3feb2e7e64b2a" /><Relationship Type="http://schemas.openxmlformats.org/officeDocument/2006/relationships/slide" Target="/ppt/slides/slide16.xml" Id="Rd6677ff8a43741c0" /><Relationship Type="http://schemas.openxmlformats.org/officeDocument/2006/relationships/slide" Target="/ppt/slides/slide17.xml" Id="Recf35c07946444e1" /><Relationship Type="http://schemas.openxmlformats.org/officeDocument/2006/relationships/slide" Target="/ppt/slides/slide18.xml" Id="R47bfa078256442c2" /><Relationship Type="http://schemas.openxmlformats.org/officeDocument/2006/relationships/slide" Target="/ppt/slides/slide19.xml" Id="R8636ee6c8c0044ec" /><Relationship Type="http://schemas.openxmlformats.org/officeDocument/2006/relationships/slide" Target="/ppt/slides/slide20.xml" Id="R69495a21477448fb" /><Relationship Type="http://schemas.openxmlformats.org/officeDocument/2006/relationships/slide" Target="/ppt/slides/slide21.xml" Id="R73a7d6886546460b" /><Relationship Type="http://schemas.openxmlformats.org/officeDocument/2006/relationships/slide" Target="/ppt/slides/slide22.xml" Id="R9f4f788bc0954fd0" /><Relationship Type="http://schemas.openxmlformats.org/officeDocument/2006/relationships/slide" Target="/ppt/slides/slide23.xml" Id="Rb1d7c318463644e0" /><Relationship Type="http://schemas.openxmlformats.org/officeDocument/2006/relationships/slide" Target="/ppt/slides/slide24.xml" Id="R8428513dcda340b2" /><Relationship Type="http://schemas.openxmlformats.org/officeDocument/2006/relationships/slide" Target="/ppt/slides/slide25.xml" Id="R24a4df778e6d4501" /><Relationship Type="http://schemas.openxmlformats.org/officeDocument/2006/relationships/slide" Target="/ppt/slides/slide26.xml" Id="R4ad224aaf30a45d8" /><Relationship Type="http://schemas.openxmlformats.org/officeDocument/2006/relationships/slide" Target="/ppt/slides/slide27.xml" Id="R65e3ea77126543d6" /><Relationship Type="http://schemas.openxmlformats.org/officeDocument/2006/relationships/slide" Target="/ppt/slides/slide28.xml" Id="R61495fea56944f87" /><Relationship Type="http://schemas.openxmlformats.org/officeDocument/2006/relationships/slide" Target="/ppt/slides/slide29.xml" Id="R84f7b95d8188417b" /><Relationship Type="http://schemas.openxmlformats.org/officeDocument/2006/relationships/slide" Target="/ppt/slides/slide30.xml" Id="R2358e36dbabf4713" /><Relationship Type="http://schemas.openxmlformats.org/officeDocument/2006/relationships/slide" Target="/ppt/slides/slide31.xml" Id="R6ffafef915014d02" /><Relationship Type="http://schemas.openxmlformats.org/officeDocument/2006/relationships/slide" Target="/ppt/slides/slide32.xml" Id="R9d1997e335c342bf" /><Relationship Type="http://schemas.openxmlformats.org/officeDocument/2006/relationships/slide" Target="/ppt/slides/slide33.xml" Id="R555681d17b3048f1" /><Relationship Type="http://schemas.openxmlformats.org/officeDocument/2006/relationships/slide" Target="/ppt/slides/slide34.xml" Id="R053b2c5ce61646fd" /><Relationship Type="http://schemas.openxmlformats.org/officeDocument/2006/relationships/slide" Target="/ppt/slides/slide35.xml" Id="R25e0cfefdc3340e2" /><Relationship Type="http://schemas.openxmlformats.org/officeDocument/2006/relationships/slide" Target="/ppt/slides/slide36.xml" Id="Ra7c1a31f1c674310" /><Relationship Type="http://schemas.openxmlformats.org/officeDocument/2006/relationships/slide" Target="/ppt/slides/slide37.xml" Id="R0e610b2f5ab2441f" /><Relationship Type="http://schemas.openxmlformats.org/officeDocument/2006/relationships/slide" Target="/ppt/slides/slide38.xml" Id="R89890664ce8c44ac" /><Relationship Type="http://schemas.openxmlformats.org/officeDocument/2006/relationships/slide" Target="/ppt/slides/slide39.xml" Id="R1fad4826e03143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d21b906b7c46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4a60e242a94d86" /><Relationship Type="http://schemas.openxmlformats.org/officeDocument/2006/relationships/notesMaster" Target="/ppt/notesMasters/notesMaster1.xml" Id="Re98d08758d7d40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81923dc24047d1" /><Relationship Type="http://schemas.openxmlformats.org/officeDocument/2006/relationships/notesMaster" Target="/ppt/notesMasters/notesMaster1.xml" Id="R151ad1be55ca4f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46bb6673014099" /><Relationship Type="http://schemas.openxmlformats.org/officeDocument/2006/relationships/notesMaster" Target="/ppt/notesMasters/notesMaster1.xml" Id="Ra1b08b91edb443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2dc49b893d4522" /><Relationship Type="http://schemas.openxmlformats.org/officeDocument/2006/relationships/notesMaster" Target="/ppt/notesMasters/notesMaster1.xml" Id="Rec208c1eef9f4a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e0e48122c340d1" /><Relationship Type="http://schemas.openxmlformats.org/officeDocument/2006/relationships/notesMaster" Target="/ppt/notesMasters/notesMaster1.xml" Id="R0bf6a7892bbb47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bcdc5fd0d44e87" /><Relationship Type="http://schemas.openxmlformats.org/officeDocument/2006/relationships/notesMaster" Target="/ppt/notesMasters/notesMaster1.xml" Id="R509c1d4f868848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832af74d874be3" /><Relationship Type="http://schemas.openxmlformats.org/officeDocument/2006/relationships/notesMaster" Target="/ppt/notesMasters/notesMaster1.xml" Id="R2775a2ce20784e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4dfdbdc9564b3f" /><Relationship Type="http://schemas.openxmlformats.org/officeDocument/2006/relationships/notesMaster" Target="/ppt/notesMasters/notesMaster1.xml" Id="R5f08e99efc2544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4c3ce7e33c4aad" /><Relationship Type="http://schemas.openxmlformats.org/officeDocument/2006/relationships/notesMaster" Target="/ppt/notesMasters/notesMaster1.xml" Id="R2873c727525745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a4dec2c50e4380" /><Relationship Type="http://schemas.openxmlformats.org/officeDocument/2006/relationships/notesMaster" Target="/ppt/notesMasters/notesMaster1.xml" Id="R03be6cafc4444da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f6e558911a3469c" /><Relationship Type="http://schemas.openxmlformats.org/officeDocument/2006/relationships/notesMaster" Target="/ppt/notesMasters/notesMaster1.xml" Id="Ra6eb3d3885694d0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dad4687c42400a" /><Relationship Type="http://schemas.openxmlformats.org/officeDocument/2006/relationships/notesMaster" Target="/ppt/notesMasters/notesMaster1.xml" Id="R9e360862df2d480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12d7cb84f814a9d" /><Relationship Type="http://schemas.openxmlformats.org/officeDocument/2006/relationships/notesMaster" Target="/ppt/notesMasters/notesMaster1.xml" Id="R57a64ee9882c447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db035eeaf8a4b95" /><Relationship Type="http://schemas.openxmlformats.org/officeDocument/2006/relationships/notesMaster" Target="/ppt/notesMasters/notesMaster1.xml" Id="R5880fe4b2460475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f50070364ad49b7" /><Relationship Type="http://schemas.openxmlformats.org/officeDocument/2006/relationships/notesMaster" Target="/ppt/notesMasters/notesMaster1.xml" Id="R5900fe773d8b4e6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11d47a1fa424767" /><Relationship Type="http://schemas.openxmlformats.org/officeDocument/2006/relationships/notesMaster" Target="/ppt/notesMasters/notesMaster1.xml" Id="R6fe39d60854a4e5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883bc3803454ad1" /><Relationship Type="http://schemas.openxmlformats.org/officeDocument/2006/relationships/notesMaster" Target="/ppt/notesMasters/notesMaster1.xml" Id="R3f1c47b0af924c3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72c09b504a8420a" /><Relationship Type="http://schemas.openxmlformats.org/officeDocument/2006/relationships/notesMaster" Target="/ppt/notesMasters/notesMaster1.xml" Id="R6363f56173ab440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d0bf289dba243b7" /><Relationship Type="http://schemas.openxmlformats.org/officeDocument/2006/relationships/notesMaster" Target="/ppt/notesMasters/notesMaster1.xml" Id="Rcb1075b4a4f6423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37cfb1923e74e76" /><Relationship Type="http://schemas.openxmlformats.org/officeDocument/2006/relationships/notesMaster" Target="/ppt/notesMasters/notesMaster1.xml" Id="R35d359d9d282426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5ce61692c7d4468" /><Relationship Type="http://schemas.openxmlformats.org/officeDocument/2006/relationships/notesMaster" Target="/ppt/notesMasters/notesMaster1.xml" Id="R0df559ea685c425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a59de406f6545cb" /><Relationship Type="http://schemas.openxmlformats.org/officeDocument/2006/relationships/notesMaster" Target="/ppt/notesMasters/notesMaster1.xml" Id="R9f6839f43ba44d3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24427c3dd2b4334" /><Relationship Type="http://schemas.openxmlformats.org/officeDocument/2006/relationships/notesMaster" Target="/ppt/notesMasters/notesMaster1.xml" Id="Rb21c19482a1b4e8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193ccd369ec4e74" /><Relationship Type="http://schemas.openxmlformats.org/officeDocument/2006/relationships/notesMaster" Target="/ppt/notesMasters/notesMaster1.xml" Id="R9ff8e01f02bf4a7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8b29238fc4b48f4" /><Relationship Type="http://schemas.openxmlformats.org/officeDocument/2006/relationships/notesMaster" Target="/ppt/notesMasters/notesMaster1.xml" Id="Rc9df53184a6b4e9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1d24ee49bc84756" /><Relationship Type="http://schemas.openxmlformats.org/officeDocument/2006/relationships/notesMaster" Target="/ppt/notesMasters/notesMaster1.xml" Id="R530d4272bb634f6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55880806894499f" /><Relationship Type="http://schemas.openxmlformats.org/officeDocument/2006/relationships/notesMaster" Target="/ppt/notesMasters/notesMaster1.xml" Id="Rbf54f8f04020447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f8011b16e604de5" /><Relationship Type="http://schemas.openxmlformats.org/officeDocument/2006/relationships/notesMaster" Target="/ppt/notesMasters/notesMaster1.xml" Id="R909f0b411bf7426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02111db34b44866" /><Relationship Type="http://schemas.openxmlformats.org/officeDocument/2006/relationships/notesMaster" Target="/ppt/notesMasters/notesMaster1.xml" Id="R3ad1dcd1daf44ff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6600e22061d4f3a" /><Relationship Type="http://schemas.openxmlformats.org/officeDocument/2006/relationships/notesMaster" Target="/ppt/notesMasters/notesMaster1.xml" Id="R29d1fb87c2af434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fdec819528a4baf" /><Relationship Type="http://schemas.openxmlformats.org/officeDocument/2006/relationships/notesMaster" Target="/ppt/notesMasters/notesMaster1.xml" Id="R97bb0529c8a3480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a07a4fe0c3b4b2e" /><Relationship Type="http://schemas.openxmlformats.org/officeDocument/2006/relationships/notesMaster" Target="/ppt/notesMasters/notesMaster1.xml" Id="R377c3126aa84433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3bc3b11ace54598" /><Relationship Type="http://schemas.openxmlformats.org/officeDocument/2006/relationships/notesMaster" Target="/ppt/notesMasters/notesMaster1.xml" Id="R93dc455a071d4d2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2b3319047544256" /><Relationship Type="http://schemas.openxmlformats.org/officeDocument/2006/relationships/notesMaster" Target="/ppt/notesMasters/notesMaster1.xml" Id="R19b03709ed85478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09750e2703444cf" /><Relationship Type="http://schemas.openxmlformats.org/officeDocument/2006/relationships/notesMaster" Target="/ppt/notesMasters/notesMaster1.xml" Id="R0cd5d3c972a94ee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92d9ccd3759457e" /><Relationship Type="http://schemas.openxmlformats.org/officeDocument/2006/relationships/notesMaster" Target="/ppt/notesMasters/notesMaster1.xml" Id="Redab1b12c2924e6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a1efd9b46d04326" /><Relationship Type="http://schemas.openxmlformats.org/officeDocument/2006/relationships/notesMaster" Target="/ppt/notesMasters/notesMaster1.xml" Id="R8018790df3a6446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26b2f5662424e8b" /><Relationship Type="http://schemas.openxmlformats.org/officeDocument/2006/relationships/notesMaster" Target="/ppt/notesMasters/notesMaster1.xml" Id="Rbfae6d4a64ce44c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a6ad685e65f4e15" /><Relationship Type="http://schemas.openxmlformats.org/officeDocument/2006/relationships/notesMaster" Target="/ppt/notesMasters/notesMaster1.xml" Id="R1daf6c9bc1fc4a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PowerPoint</a:t>
            </a:r>
          </a:p>
          <a:p xmlns:a="http://schemas.openxmlformats.org/drawingml/2006/main">
            <a:r>
              <a:t>Sections 8.4 to 8.6 Plane equations and sketches</a:t>
            </a:r>
          </a:p>
          <a:p xmlns:a="http://schemas.openxmlformats.org/drawingml/2006/main">
            <a:r>
              <a:t/>
            </a:r>
          </a:p>
          <a:p xmlns:a="http://schemas.openxmlformats.org/drawingml/2006/main">
            <a:r>
              <a:t>ON ARRIVAL</a:t>
            </a:r>
          </a:p>
          <a:p xmlns:a="http://schemas.openxmlformats.org/drawingml/2006/main">
            <a:r>
              <a:t>Let's say we have a plane, and we know one point on it. We'll call that point A. We also know two directions that run along the plane. For a line, one direction was enough. A plane needs two directions that are not parallel, so we can move across its surface.</a:t>
            </a:r>
          </a:p>
          <a:p xmlns:a="http://schemas.openxmlformats.org/drawingml/2006/main">
            <a:r>
              <a:t/>
            </a:r>
          </a:p>
          <a:p xmlns:a="http://schemas.openxmlformats.org/drawingml/2006/main">
            <a:r>
              <a:t>CLICK 1</a:t>
            </a:r>
          </a:p>
          <a:p xmlns:a="http://schemas.openxmlformats.org/drawingml/2006/main">
            <a:r>
              <a:t>If the directions were parallel, both would move us along the same line. They would not let us reach the rest of a plane. A nonzero cross product confirms that the directions are not parallel. We call these independent directions.</a:t>
            </a:r>
          </a:p>
          <a:p xmlns:a="http://schemas.openxmlformats.org/drawingml/2006/main">
            <a:r>
              <a:t/>
            </a:r>
          </a:p>
          <a:p xmlns:a="http://schemas.openxmlformats.org/drawingml/2006/main">
            <a:r>
              <a:t>POINTER OR DRAWING</a:t>
            </a:r>
          </a:p>
          <a:p xmlns:a="http://schemas.openxmlformats.org/drawingml/2006/main">
            <a:r>
              <a:t>Trace each direction separately. Say that the drawn patch is only part of an infinite plane.</a:t>
            </a:r>
          </a:p>
          <a:p xmlns:a="http://schemas.openxmlformats.org/drawingml/2006/main">
            <a:r>
              <a:t/>
            </a:r>
          </a:p>
          <a:p xmlns:a="http://schemas.openxmlformats.org/drawingml/2006/main">
            <a:r>
              <a:t>EQUATIONS IN LATEX</a:t>
            </a:r>
          </a:p>
          <a:p xmlns:a="http://schemas.openxmlformats.org/drawingml/2006/main">
            <a:r>
              <a:t>A\in\Pi,\qquad\vec a\not\parallel\vec b</a:t>
            </a:r>
          </a:p>
          <a:p xmlns:a="http://schemas.openxmlformats.org/drawingml/2006/main">
            <a:r>
              <a:t>\vec a\times\vec b\ne\vec0</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PowerPoint</a:t>
            </a:r>
          </a:p>
          <a:p xmlns:a="http://schemas.openxmlformats.org/drawingml/2006/main">
            <a:r>
              <a:t>Sections 8.4 to 8.6 Plane equations and sketches</a:t>
            </a:r>
          </a:p>
          <a:p xmlns:a="http://schemas.openxmlformats.org/drawingml/2006/main">
            <a:r>
              <a:t/>
            </a:r>
          </a:p>
          <a:p xmlns:a="http://schemas.openxmlformats.org/drawingml/2006/main">
            <a:r>
              <a:t>ON ARRIVAL</a:t>
            </a:r>
          </a:p>
          <a:p xmlns:a="http://schemas.openxmlformats.org/drawingml/2006/main">
            <a:r>
              <a:t>To reach a general point P, first get from the origin to our known point A. Then move from A to P along the plane. The full position vector is the starting position plus that movement.</a:t>
            </a:r>
          </a:p>
          <a:p xmlns:a="http://schemas.openxmlformats.org/drawingml/2006/main">
            <a:r>
              <a:t/>
            </a:r>
          </a:p>
          <a:p xmlns:a="http://schemas.openxmlformats.org/drawingml/2006/main">
            <a:r>
              <a:t>CLICK 1</a:t>
            </a:r>
          </a:p>
          <a:p xmlns:a="http://schemas.openxmlformats.org/drawingml/2006/main">
            <a:r>
              <a:t>We can build the in-plane movement using some amount of a and some amount of b. Call those amounts s and t. We choose them independently. Changing one does not force the other to change.</a:t>
            </a:r>
          </a:p>
          <a:p xmlns:a="http://schemas.openxmlformats.org/drawingml/2006/main">
            <a:r>
              <a:t/>
            </a:r>
          </a:p>
          <a:p xmlns:a="http://schemas.openxmlformats.org/drawingml/2006/main">
            <a:r>
              <a:t>CLICK 2</a:t>
            </a:r>
          </a:p>
          <a:p xmlns:a="http://schemas.openxmlformats.org/drawingml/2006/main">
            <a:r>
              <a:t>Substitute that movement into the first equation. This gives vector form for a plane. The known point fixes its position. The two independent directions let us reach every point on it.</a:t>
            </a:r>
          </a:p>
          <a:p xmlns:a="http://schemas.openxmlformats.org/drawingml/2006/main">
            <a:r>
              <a:t/>
            </a:r>
          </a:p>
          <a:p xmlns:a="http://schemas.openxmlformats.org/drawingml/2006/main">
            <a:r>
              <a:t>POINTER OR DRAWING</a:t>
            </a:r>
          </a:p>
          <a:p xmlns:a="http://schemas.openxmlformats.org/drawingml/2006/main">
            <a:r>
              <a:t>Reveal the arrows with their equations. Optional demo: vary s while holding t fixed, then vary t while holding s fixed.</a:t>
            </a:r>
          </a:p>
          <a:p xmlns:a="http://schemas.openxmlformats.org/drawingml/2006/main">
            <a:r>
              <a:t/>
            </a:r>
          </a:p>
          <a:p xmlns:a="http://schemas.openxmlformats.org/drawingml/2006/main">
            <a:r>
              <a:t>EQUATIONS IN LATEX</a:t>
            </a:r>
          </a:p>
          <a:p xmlns:a="http://schemas.openxmlformats.org/drawingml/2006/main">
            <a:r>
              <a:t>\overrightarrow{OP}=\overrightarrow{OA}+\overrightarrow{AP}</a:t>
            </a:r>
          </a:p>
          <a:p xmlns:a="http://schemas.openxmlformats.org/drawingml/2006/main">
            <a:r>
              <a:t>\overrightarrow{AP}=s\vec a+t\vec b</a:t>
            </a:r>
          </a:p>
          <a:p xmlns:a="http://schemas.openxmlformats.org/drawingml/2006/main">
            <a:r>
              <a:t>\vec r=\vec r_0+s\vec a+t\vec b,\qquad s,t\in\mathbb R</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PowerPoint</a:t>
            </a:r>
          </a:p>
          <a:p xmlns:a="http://schemas.openxmlformats.org/drawingml/2006/main">
            <a:r>
              <a:t>8.4 Vector and parametric equations of a plane</a:t>
            </a:r>
          </a:p>
          <a:p xmlns:a="http://schemas.openxmlformats.org/drawingml/2006/main">
            <a:r>
              <a:t/>
            </a:r>
          </a:p>
          <a:p xmlns:a="http://schemas.openxmlformats.org/drawingml/2006/main">
            <a:r>
              <a:t>ON ARRIVAL</a:t>
            </a:r>
          </a:p>
          <a:p xmlns:a="http://schemas.openxmlformats.org/drawingml/2006/main">
            <a:r>
              <a:t>The vector equation contains the starting position and two separate movements. To find parametric equations, read the matching components.</a:t>
            </a:r>
          </a:p>
          <a:p xmlns:a="http://schemas.openxmlformats.org/drawingml/2006/main">
            <a:r>
              <a:t/>
            </a:r>
          </a:p>
          <a:p xmlns:a="http://schemas.openxmlformats.org/drawingml/2006/main">
            <a:r>
              <a:t>CLICK 1</a:t>
            </a:r>
          </a:p>
          <a:p xmlns:a="http://schemas.openxmlformats.org/drawingml/2006/main">
            <a:r>
              <a:t>The x-coordinate starts at x zero. Add the x contribution from the first direction and from the second direction.</a:t>
            </a:r>
          </a:p>
          <a:p xmlns:a="http://schemas.openxmlformats.org/drawingml/2006/main">
            <a:r>
              <a:t/>
            </a:r>
          </a:p>
          <a:p xmlns:a="http://schemas.openxmlformats.org/drawingml/2006/main">
            <a:r>
              <a:t>CLICK 2</a:t>
            </a:r>
          </a:p>
          <a:p xmlns:a="http://schemas.openxmlformats.org/drawingml/2006/main">
            <a:r>
              <a:t>Do the same for y. Keep the same s and t, because these coordinates belong to one point.</a:t>
            </a:r>
          </a:p>
          <a:p xmlns:a="http://schemas.openxmlformats.org/drawingml/2006/main">
            <a:r>
              <a:t/>
            </a:r>
          </a:p>
          <a:p xmlns:a="http://schemas.openxmlformats.org/drawingml/2006/main">
            <a:r>
              <a:t>CLICK 3</a:t>
            </a:r>
          </a:p>
          <a:p xmlns:a="http://schemas.openxmlformats.org/drawingml/2006/main">
            <a:r>
              <a:t>The z equation follows in exactly the same way. A plane uses two independent real parameters. A line uses one.</a:t>
            </a:r>
          </a:p>
          <a:p xmlns:a="http://schemas.openxmlformats.org/drawingml/2006/main">
            <a:r>
              <a:t/>
            </a:r>
          </a:p>
          <a:p xmlns:a="http://schemas.openxmlformats.org/drawingml/2006/main">
            <a:r>
              <a:t>POINTER OR DRAWING</a:t>
            </a:r>
          </a:p>
          <a:p xmlns:a="http://schemas.openxmlformats.org/drawingml/2006/main">
            <a:r>
              <a:t>Keep the givens visible. Reveal each equation before explaining the reason for that step.</a:t>
            </a:r>
          </a:p>
          <a:p xmlns:a="http://schemas.openxmlformats.org/drawingml/2006/main">
            <a:r>
              <a:t/>
            </a:r>
          </a:p>
          <a:p xmlns:a="http://schemas.openxmlformats.org/drawingml/2006/main">
            <a:r>
              <a:t>EQUATIONS IN LATEX</a:t>
            </a:r>
          </a:p>
          <a:p xmlns:a="http://schemas.openxmlformats.org/drawingml/2006/main">
            <a:r>
              <a:t>[x,y,z]=[x_0,y_0,z_0]+s[a_1,a_2,a_3]+t[b_1,b_2,b_3]</a:t>
            </a:r>
          </a:p>
          <a:p xmlns:a="http://schemas.openxmlformats.org/drawingml/2006/main">
            <a:r>
              <a:t>x=x_0+sa_1+tb_1</a:t>
            </a:r>
          </a:p>
          <a:p xmlns:a="http://schemas.openxmlformats.org/drawingml/2006/main">
            <a:r>
              <a:t>y=y_0+sa_2+tb_2</a:t>
            </a:r>
          </a:p>
          <a:p xmlns:a="http://schemas.openxmlformats.org/drawingml/2006/main">
            <a:r>
              <a:t>z=z_0+sa_3+tb_3</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PowerPoint</a:t>
            </a:r>
          </a:p>
          <a:p xmlns:a="http://schemas.openxmlformats.org/drawingml/2006/main">
            <a:r>
              <a:t>Sections 8.4 to 8.6 Plane equations and sketches</a:t>
            </a:r>
          </a:p>
          <a:p xmlns:a="http://schemas.openxmlformats.org/drawingml/2006/main">
            <a:r>
              <a:t/>
            </a:r>
          </a:p>
          <a:p xmlns:a="http://schemas.openxmlformats.org/drawingml/2006/main">
            <a:r>
              <a:t>ON ARRIVAL</a:t>
            </a:r>
          </a:p>
          <a:p xmlns:a="http://schemas.openxmlformats.org/drawingml/2006/main">
            <a:r>
              <a:t>Now suppose we're given three points. We'll use A as the starting point. To get two directions in the plane, use the movement from A to B and the movement from A to C.</a:t>
            </a:r>
          </a:p>
          <a:p xmlns:a="http://schemas.openxmlformats.org/drawingml/2006/main">
            <a:r>
              <a:t/>
            </a:r>
          </a:p>
          <a:p xmlns:a="http://schemas.openxmlformats.org/drawingml/2006/main">
            <a:r>
              <a:t>CLICK 1</a:t>
            </a:r>
          </a:p>
          <a:p xmlns:a="http://schemas.openxmlformats.org/drawingml/2006/main">
            <a:r>
              <a:t>Subtract the starting point from the ending point. B minus A gives one comma one comma zero. That is our first direction.</a:t>
            </a:r>
          </a:p>
          <a:p xmlns:a="http://schemas.openxmlformats.org/drawingml/2006/main">
            <a:r>
              <a:t/>
            </a:r>
          </a:p>
          <a:p xmlns:a="http://schemas.openxmlformats.org/drawingml/2006/main">
            <a:r>
              <a:t>CLICK 2</a:t>
            </a:r>
          </a:p>
          <a:p xmlns:a="http://schemas.openxmlformats.org/drawingml/2006/main">
            <a:r>
              <a:t>C minus A gives zero comma one comma one. These vectors are not scalar multiples. The first has a nonzero x-component, while the second has a zero x-component and is not the zero vector. So the points are not collinear and determine a unique plane.</a:t>
            </a:r>
          </a:p>
          <a:p xmlns:a="http://schemas.openxmlformats.org/drawingml/2006/main">
            <a:r>
              <a:t/>
            </a:r>
          </a:p>
          <a:p xmlns:a="http://schemas.openxmlformats.org/drawingml/2006/main">
            <a:r>
              <a:t>POINTER OR DRAWING</a:t>
            </a:r>
          </a:p>
          <a:p xmlns:a="http://schemas.openxmlformats.org/drawingml/2006/main">
            <a:r>
              <a:t>Keep the point coordinates visible while subtracting. Do not introduce a normal until Slide 11.</a:t>
            </a:r>
          </a:p>
          <a:p xmlns:a="http://schemas.openxmlformats.org/drawingml/2006/main">
            <a:r>
              <a:t/>
            </a:r>
          </a:p>
          <a:p xmlns:a="http://schemas.openxmlformats.org/drawingml/2006/main">
            <a:r>
              <a:t>EQUATIONS IN LATEX</a:t>
            </a:r>
          </a:p>
          <a:p xmlns:a="http://schemas.openxmlformats.org/drawingml/2006/main">
            <a:r>
              <a:t>A(1,0,2),\quad B(2,1,2),\quad C(1,1,3)</a:t>
            </a:r>
          </a:p>
          <a:p xmlns:a="http://schemas.openxmlformats.org/drawingml/2006/main">
            <a:r>
              <a:t>\overrightarrow{AB}=[2-1,1-0,2-2]=[1,1,0]</a:t>
            </a:r>
          </a:p>
          <a:p xmlns:a="http://schemas.openxmlformats.org/drawingml/2006/main">
            <a:r>
              <a:t>\overrightarrow{AC}=[1-1,1-0,3-2]=[0,1,1]</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PowerPoint</a:t>
            </a:r>
          </a:p>
          <a:p xmlns:a="http://schemas.openxmlformats.org/drawingml/2006/main">
            <a:r>
              <a:t>Sections 8.4 to 8.6 Plane equations and sketches</a:t>
            </a:r>
          </a:p>
          <a:p xmlns:a="http://schemas.openxmlformats.org/drawingml/2006/main">
            <a:r>
              <a:t/>
            </a:r>
          </a:p>
          <a:p xmlns:a="http://schemas.openxmlformats.org/drawingml/2006/main">
            <a:r>
              <a:t>ON ARRIVAL</a:t>
            </a:r>
          </a:p>
          <a:p xmlns:a="http://schemas.openxmlformats.org/drawingml/2006/main">
            <a:r>
              <a:t>Put the known position vector first, then add independent multiples of the two directions. That gives the vector equation of our plane.</a:t>
            </a:r>
          </a:p>
          <a:p xmlns:a="http://schemas.openxmlformats.org/drawingml/2006/main">
            <a:r>
              <a:t/>
            </a:r>
          </a:p>
          <a:p xmlns:a="http://schemas.openxmlformats.org/drawingml/2006/main">
            <a:r>
              <a:t>CLICK 1</a:t>
            </a:r>
          </a:p>
          <a:p xmlns:a="http://schemas.openxmlformats.org/drawingml/2006/main">
            <a:r>
              <a:t>Read one component at a time. X receives s from the first direction. Y receives s and t. Z receives t from the second direction. These are the parametric equations.</a:t>
            </a:r>
          </a:p>
          <a:p xmlns:a="http://schemas.openxmlformats.org/drawingml/2006/main">
            <a:r>
              <a:t/>
            </a:r>
          </a:p>
          <a:p xmlns:a="http://schemas.openxmlformats.org/drawingml/2006/main">
            <a:r>
              <a:t>CLICK 2</a:t>
            </a:r>
          </a:p>
          <a:p xmlns:a="http://schemas.openxmlformats.org/drawingml/2006/main">
            <a:r>
              <a:t>Check the original points. Zero and zero return A. One and zero return B. Zero and one return C. Each point uses one pair of parameters that works in all three coordinates.</a:t>
            </a:r>
          </a:p>
          <a:p xmlns:a="http://schemas.openxmlformats.org/drawingml/2006/main">
            <a:r>
              <a:t/>
            </a:r>
          </a:p>
          <a:p xmlns:a="http://schemas.openxmlformats.org/drawingml/2006/main">
            <a:r>
              <a:t>POINTER OR DRAWING</a:t>
            </a:r>
          </a:p>
          <a:p xmlns:a="http://schemas.openxmlformats.org/drawingml/2006/main">
            <a:r>
              <a:t>Optional demo: enter this exact vector plane and show the three parameter pairs. Reset before continuing.</a:t>
            </a:r>
          </a:p>
          <a:p xmlns:a="http://schemas.openxmlformats.org/drawingml/2006/main">
            <a:r>
              <a:t/>
            </a:r>
          </a:p>
          <a:p xmlns:a="http://schemas.openxmlformats.org/drawingml/2006/main">
            <a:r>
              <a:t>EQUATIONS IN LATEX</a:t>
            </a:r>
          </a:p>
          <a:p xmlns:a="http://schemas.openxmlformats.org/drawingml/2006/main">
            <a:r>
              <a:t>\vec r=[1,0,2]+s[1,1,0]+t[0,1,1]</a:t>
            </a:r>
          </a:p>
          <a:p xmlns:a="http://schemas.openxmlformats.org/drawingml/2006/main">
            <a:r>
              <a:t>x=1+s,\qquad y=s+t,\qquad z=2+t</a:t>
            </a:r>
          </a:p>
          <a:p xmlns:a="http://schemas.openxmlformats.org/drawingml/2006/main">
            <a:r>
              <a:t>(s,t)=(0,0):A,\quad(1,0):B,\quad(0,1):C</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PowerPoint</a:t>
            </a:r>
          </a:p>
          <a:p xmlns:a="http://schemas.openxmlformats.org/drawingml/2006/main">
            <a:r>
              <a:t>8.4 Vector and parametric equations of a plane</a:t>
            </a:r>
          </a:p>
          <a:p xmlns:a="http://schemas.openxmlformats.org/drawingml/2006/main">
            <a:r>
              <a:t/>
            </a:r>
          </a:p>
          <a:p xmlns:a="http://schemas.openxmlformats.org/drawingml/2006/main">
            <a:r>
              <a:t>ON ARRIVAL</a:t>
            </a:r>
          </a:p>
          <a:p xmlns:a="http://schemas.openxmlformats.org/drawingml/2006/main">
            <a:r>
              <a:t>Let’s test a point using our main example. We need one pair of values that works in x, y and z together.</a:t>
            </a:r>
          </a:p>
          <a:p xmlns:a="http://schemas.openxmlformats.org/drawingml/2006/main">
            <a:r>
              <a:t/>
            </a:r>
          </a:p>
          <a:p xmlns:a="http://schemas.openxmlformats.org/drawingml/2006/main">
            <a:r>
              <a:t>CLICK 1</a:t>
            </a:r>
          </a:p>
          <a:p xmlns:a="http://schemas.openxmlformats.org/drawingml/2006/main">
            <a:r>
              <a:t>For Q, x equals three. That gives s equals two.</a:t>
            </a:r>
          </a:p>
          <a:p xmlns:a="http://schemas.openxmlformats.org/drawingml/2006/main">
            <a:r>
              <a:t/>
            </a:r>
          </a:p>
          <a:p xmlns:a="http://schemas.openxmlformats.org/drawingml/2006/main">
            <a:r>
              <a:t>CLICK 2</a:t>
            </a:r>
          </a:p>
          <a:p xmlns:a="http://schemas.openxmlformats.org/drawingml/2006/main">
            <a:r>
              <a:t>Use y equals one to find t equals negative one. Now check z. Two plus negative one is one, which is the required coordinate. The point is on the plane.</a:t>
            </a:r>
          </a:p>
          <a:p xmlns:a="http://schemas.openxmlformats.org/drawingml/2006/main">
            <a:r>
              <a:t/>
            </a:r>
          </a:p>
          <a:p xmlns:a="http://schemas.openxmlformats.org/drawingml/2006/main">
            <a:r>
              <a:t>CLICK 3</a:t>
            </a:r>
          </a:p>
          <a:p xmlns:a="http://schemas.openxmlformats.org/drawingml/2006/main">
            <a:r>
              <a:t>If only the last coordinate changed to two, the same x and y equations would still force s equals two and t equals negative one. Z would remain one, so R would fail. Never accept a point after checking only two coordinates.</a:t>
            </a:r>
          </a:p>
          <a:p xmlns:a="http://schemas.openxmlformats.org/drawingml/2006/main">
            <a:r>
              <a:t/>
            </a:r>
          </a:p>
          <a:p xmlns:a="http://schemas.openxmlformats.org/drawingml/2006/main">
            <a:r>
              <a:t>POINTER OR DRAWING</a:t>
            </a:r>
          </a:p>
          <a:p xmlns:a="http://schemas.openxmlformats.org/drawingml/2006/main">
            <a:r>
              <a:t>Keep the givens visible. Reveal each equation before explaining the reason for that step.</a:t>
            </a:r>
          </a:p>
          <a:p xmlns:a="http://schemas.openxmlformats.org/drawingml/2006/main">
            <a:r>
              <a:t/>
            </a:r>
          </a:p>
          <a:p xmlns:a="http://schemas.openxmlformats.org/drawingml/2006/main">
            <a:r>
              <a:t>EQUATIONS IN LATEX</a:t>
            </a:r>
          </a:p>
          <a:p xmlns:a="http://schemas.openxmlformats.org/drawingml/2006/main">
            <a:r>
              <a:t>x=1+s,\quad y=s+t,\quad z=2+t</a:t>
            </a:r>
          </a:p>
          <a:p xmlns:a="http://schemas.openxmlformats.org/drawingml/2006/main">
            <a:r>
              <a:t>Q(3,1,1):\quad3=1+s\Rightarrow s=2</a:t>
            </a:r>
          </a:p>
          <a:p xmlns:a="http://schemas.openxmlformats.org/drawingml/2006/main">
            <a:r>
              <a:t>1=2+t\Rightarrow t=-1,\quad z=2-1=1</a:t>
            </a:r>
          </a:p>
          <a:p xmlns:a="http://schemas.openxmlformats.org/drawingml/2006/main">
            <a:r>
              <a:t>Q\in\Pi\qquad R(3,1,2)\notin\Pi</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 PowerPoint</a:t>
            </a:r>
          </a:p>
          <a:p xmlns:a="http://schemas.openxmlformats.org/drawingml/2006/main">
            <a:r>
              <a:t>Sections 8.4 to 8.6 Plane equations and sketches</a:t>
            </a:r>
          </a:p>
          <a:p xmlns:a="http://schemas.openxmlformats.org/drawingml/2006/main">
            <a:r>
              <a:t/>
            </a:r>
          </a:p>
          <a:p xmlns:a="http://schemas.openxmlformats.org/drawingml/2006/main">
            <a:r>
              <a:t>ON ARRIVAL</a:t>
            </a:r>
          </a:p>
          <a:p xmlns:a="http://schemas.openxmlformats.org/drawingml/2006/main">
            <a:r>
              <a:t>Your turn. Find a vector equation and the parametric equations of the plane through these three points. Use A as the starting point. Find two directions by subtraction, and check that they are not parallel. Pause the video and try it.</a:t>
            </a:r>
          </a:p>
          <a:p xmlns:a="http://schemas.openxmlformats.org/drawingml/2006/main">
            <a:r>
              <a:t/>
            </a:r>
          </a:p>
          <a:p xmlns:a="http://schemas.openxmlformats.org/drawingml/2006/main">
            <a:r>
              <a:t>POINTER OR DRAWING</a:t>
            </a:r>
          </a:p>
          <a:p xmlns:a="http://schemas.openxmlformats.org/drawingml/2006/main">
            <a:r>
              <a:t>Pause before Click 1. After the solution, ask viewers to identify which pair returns C.</a:t>
            </a:r>
          </a:p>
          <a:p xmlns:a="http://schemas.openxmlformats.org/drawingml/2006/main">
            <a:r>
              <a:t/>
            </a:r>
          </a:p>
          <a:p xmlns:a="http://schemas.openxmlformats.org/drawingml/2006/main">
            <a:r>
              <a:t>EQUATIONS IN LATEX</a:t>
            </a:r>
          </a:p>
          <a:p xmlns:a="http://schemas.openxmlformats.org/drawingml/2006/main">
            <a:r>
              <a:t>A(0,1,0),\quad B(2,1,1),\quad C(1,3,0)</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 PowerPoint</a:t>
            </a:r>
          </a:p>
          <a:p xmlns:a="http://schemas.openxmlformats.org/drawingml/2006/main">
            <a:r>
              <a:t>Sections 8.4 to 8.6 Plane equations and sketches</a:t>
            </a:r>
          </a:p>
          <a:p xmlns:a="http://schemas.openxmlformats.org/drawingml/2006/main">
            <a:r>
              <a:t/>
            </a:r>
          </a:p>
          <a:p xmlns:a="http://schemas.openxmlformats.org/drawingml/2006/main">
            <a:r>
              <a:t>ON ARRIVAL</a:t>
            </a:r>
          </a:p>
          <a:p xmlns:a="http://schemas.openxmlformats.org/drawingml/2006/main">
            <a:r>
              <a:t>Let’s keep the original givens visible and work through the solution.</a:t>
            </a:r>
          </a:p>
          <a:p xmlns:a="http://schemas.openxmlformats.org/drawingml/2006/main">
            <a:r>
              <a:t/>
            </a:r>
          </a:p>
          <a:p xmlns:a="http://schemas.openxmlformats.org/drawingml/2006/main">
            <a:r>
              <a:t>CLICK 1</a:t>
            </a:r>
          </a:p>
          <a:p xmlns:a="http://schemas.openxmlformats.org/drawingml/2006/main">
            <a:r>
              <a:t>Let's check the directions. B minus A gives two comma zero comma one. C minus A gives one comma two comma zero. They are not scalar multiples, so they provide two independent directions.</a:t>
            </a:r>
          </a:p>
          <a:p xmlns:a="http://schemas.openxmlformats.org/drawingml/2006/main">
            <a:r>
              <a:t/>
            </a:r>
          </a:p>
          <a:p xmlns:a="http://schemas.openxmlformats.org/drawingml/2006/main">
            <a:r>
              <a:t>CLICK 2</a:t>
            </a:r>
          </a:p>
          <a:p xmlns:a="http://schemas.openxmlformats.org/drawingml/2006/main">
            <a:r>
              <a:t>Use A and the two directions in vector form. Keep separate parameters because the two movements can vary independently.</a:t>
            </a:r>
          </a:p>
          <a:p xmlns:a="http://schemas.openxmlformats.org/drawingml/2006/main">
            <a:r>
              <a:t/>
            </a:r>
          </a:p>
          <a:p xmlns:a="http://schemas.openxmlformats.org/drawingml/2006/main">
            <a:r>
              <a:t>CLICK 3</a:t>
            </a:r>
          </a:p>
          <a:p xmlns:a="http://schemas.openxmlformats.org/drawingml/2006/main">
            <a:r>
              <a:t>Read the coordinates. X equals two s plus t, y equals one plus two t, and z equals s. The parameter pairs zero zero, one zero, and zero one recover A, B, and C.</a:t>
            </a:r>
          </a:p>
          <a:p xmlns:a="http://schemas.openxmlformats.org/drawingml/2006/main">
            <a:r>
              <a:t/>
            </a:r>
          </a:p>
          <a:p xmlns:a="http://schemas.openxmlformats.org/drawingml/2006/main">
            <a:r>
              <a:t>POINTER OR DRAWING</a:t>
            </a:r>
          </a:p>
          <a:p xmlns:a="http://schemas.openxmlformats.org/drawingml/2006/main">
            <a:r>
              <a:t>Pause before Click 1. After the solution, ask viewers to identify which pair returns C.</a:t>
            </a:r>
          </a:p>
          <a:p xmlns:a="http://schemas.openxmlformats.org/drawingml/2006/main">
            <a:r>
              <a:t/>
            </a:r>
          </a:p>
          <a:p xmlns:a="http://schemas.openxmlformats.org/drawingml/2006/main">
            <a:r>
              <a:t>EQUATIONS IN LATEX</a:t>
            </a:r>
          </a:p>
          <a:p xmlns:a="http://schemas.openxmlformats.org/drawingml/2006/main">
            <a:r>
              <a:t>A(0,1,0),\quad B(2,1,1),\quad C(1,3,0)</a:t>
            </a:r>
          </a:p>
          <a:p xmlns:a="http://schemas.openxmlformats.org/drawingml/2006/main">
            <a:r>
              <a:t>\overrightarrow{AB}=[2,0,1],\qquad\overrightarrow{AC}=[1,2,0]</a:t>
            </a:r>
          </a:p>
          <a:p xmlns:a="http://schemas.openxmlformats.org/drawingml/2006/main">
            <a:r>
              <a:t>\vec r=[0,1,0]+s[2,0,1]+t[1,2,0]</a:t>
            </a:r>
          </a:p>
          <a:p xmlns:a="http://schemas.openxmlformats.org/drawingml/2006/main">
            <a:r>
              <a:t>x=2s+t,\qquad y=1+2t,\qquad z=s</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 PowerPoint</a:t>
            </a:r>
          </a:p>
          <a:p xmlns:a="http://schemas.openxmlformats.org/drawingml/2006/main">
            <a:r>
              <a:t>8.4 Vector and parametric equations of a plane</a:t>
            </a:r>
          </a:p>
          <a:p xmlns:a="http://schemas.openxmlformats.org/drawingml/2006/main">
            <a:r>
              <a:t/>
            </a:r>
          </a:p>
          <a:p xmlns:a="http://schemas.openxmlformats.org/drawingml/2006/main">
            <a:r>
              <a:t>ON ARRIVAL</a:t>
            </a:r>
          </a:p>
          <a:p xmlns:a="http://schemas.openxmlformats.org/drawingml/2006/main">
            <a:r>
              <a:t>Try this reasoning question. Do these three points determine exactly one plane? Find the two connecting directions, then explain what their relationship tells you. Pause before the solution.</a:t>
            </a:r>
          </a:p>
          <a:p xmlns:a="http://schemas.openxmlformats.org/drawingml/2006/main">
            <a:r>
              <a:t/>
            </a:r>
          </a:p>
          <a:p xmlns:a="http://schemas.openxmlformats.org/drawingml/2006/main">
            <a:r>
              <a:t>POINTER OR DRAWING</a:t>
            </a:r>
          </a:p>
          <a:p xmlns:a="http://schemas.openxmlformats.org/drawingml/2006/main">
            <a:r>
              <a:t>Keep the givens visible. Reveal each equation before explaining the reason for that step.</a:t>
            </a:r>
          </a:p>
          <a:p xmlns:a="http://schemas.openxmlformats.org/drawingml/2006/main">
            <a:r>
              <a:t/>
            </a:r>
          </a:p>
          <a:p xmlns:a="http://schemas.openxmlformats.org/drawingml/2006/main">
            <a:r>
              <a:t>EQUATIONS IN LATEX</a:t>
            </a:r>
          </a:p>
          <a:p xmlns:a="http://schemas.openxmlformats.org/drawingml/2006/main">
            <a:r>
              <a:t>A(0,1,0),\quad B(2,1,1),\quad C(4,1,2)</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PowerPoint</a:t>
            </a:r>
          </a:p>
          <a:p xmlns:a="http://schemas.openxmlformats.org/drawingml/2006/main">
            <a:r>
              <a:t>8.4 Vector and parametric equations of a plane</a:t>
            </a:r>
          </a:p>
          <a:p xmlns:a="http://schemas.openxmlformats.org/drawingml/2006/main">
            <a:r>
              <a:t/>
            </a:r>
          </a:p>
          <a:p xmlns:a="http://schemas.openxmlformats.org/drawingml/2006/main">
            <a:r>
              <a:t>ON ARRIVAL</a:t>
            </a:r>
          </a:p>
          <a:p xmlns:a="http://schemas.openxmlformats.org/drawingml/2006/main">
            <a:r>
              <a:t>Subtract A from B and from C. The directions are two comma zero comma one and four comma zero comma two.</a:t>
            </a:r>
          </a:p>
          <a:p xmlns:a="http://schemas.openxmlformats.org/drawingml/2006/main">
            <a:r>
              <a:t/>
            </a:r>
          </a:p>
          <a:p xmlns:a="http://schemas.openxmlformats.org/drawingml/2006/main">
            <a:r>
              <a:t>CLICK 1</a:t>
            </a:r>
          </a:p>
          <a:p xmlns:a="http://schemas.openxmlformats.org/drawingml/2006/main">
            <a:r>
              <a:t>The second is twice the first, so the points are collinear. The two directions provide only one independent movement. They cannot determine a unique plane.</a:t>
            </a:r>
          </a:p>
          <a:p xmlns:a="http://schemas.openxmlformats.org/drawingml/2006/main">
            <a:r>
              <a:t/>
            </a:r>
          </a:p>
          <a:p xmlns:a="http://schemas.openxmlformats.org/drawingml/2006/main">
            <a:r>
              <a:t>CLICK 2</a:t>
            </a:r>
          </a:p>
          <a:p xmlns:a="http://schemas.openxmlformats.org/drawingml/2006/main">
            <a:r>
              <a:t>Here are two different planes containing all three points. Every point has y equal to one, and every point has x equal to twice z. There are infinitely many planes through the shared line.</a:t>
            </a:r>
          </a:p>
          <a:p xmlns:a="http://schemas.openxmlformats.org/drawingml/2006/main">
            <a:r>
              <a:t/>
            </a:r>
          </a:p>
          <a:p xmlns:a="http://schemas.openxmlformats.org/drawingml/2006/main">
            <a:r>
              <a:t>POINTER OR DRAWING</a:t>
            </a:r>
          </a:p>
          <a:p xmlns:a="http://schemas.openxmlformats.org/drawingml/2006/main">
            <a:r>
              <a:t>Keep the givens visible. Reveal each equation before explaining the reason for that step.</a:t>
            </a:r>
          </a:p>
          <a:p xmlns:a="http://schemas.openxmlformats.org/drawingml/2006/main">
            <a:r>
              <a:t/>
            </a:r>
          </a:p>
          <a:p xmlns:a="http://schemas.openxmlformats.org/drawingml/2006/main">
            <a:r>
              <a:t>EQUATIONS IN LATEX</a:t>
            </a:r>
          </a:p>
          <a:p xmlns:a="http://schemas.openxmlformats.org/drawingml/2006/main">
            <a:r>
              <a:t>\overrightarrow{AB}=[2,0,1],\quad\overrightarrow{AC}=[4,0,2]</a:t>
            </a:r>
          </a:p>
          <a:p xmlns:a="http://schemas.openxmlformats.org/drawingml/2006/main">
            <a:r>
              <a:t>\overrightarrow{AC}=2\overrightarrow{AB}\quad\Rightarrow\quad\overrightarrow{AB}\times\overrightarrow{AC}=\vec0</a:t>
            </a:r>
          </a:p>
          <a:p xmlns:a="http://schemas.openxmlformats.org/drawingml/2006/main">
            <a:r>
              <a:t>\text{Both }y=1\text{ and }x-2z=0\text{ contain A, B and C}</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 PowerPoint</a:t>
            </a:r>
          </a:p>
          <a:p xmlns:a="http://schemas.openxmlformats.org/drawingml/2006/main">
            <a:r>
              <a:t>Sections 8.4 to 8.6 Plane equations and sketches</a:t>
            </a:r>
          </a:p>
          <a:p xmlns:a="http://schemas.openxmlformats.org/drawingml/2006/main">
            <a:r>
              <a:t/>
            </a:r>
          </a:p>
          <a:p xmlns:a="http://schemas.openxmlformats.org/drawingml/2006/main">
            <a:r>
              <a:t>ON ARRIVAL</a:t>
            </a:r>
          </a:p>
          <a:p xmlns:a="http://schemas.openxmlformats.org/drawingml/2006/main">
            <a:r>
              <a:t>A normal points perpendicular to the plane. In particular, it must be perpendicular to both of our in-plane directions. A cross product gives us exactly that.</a:t>
            </a:r>
          </a:p>
          <a:p xmlns:a="http://schemas.openxmlformats.org/drawingml/2006/main">
            <a:r>
              <a:t/>
            </a:r>
          </a:p>
          <a:p xmlns:a="http://schemas.openxmlformats.org/drawingml/2006/main">
            <a:r>
              <a:t>CLICK 1</a:t>
            </a:r>
          </a:p>
          <a:p xmlns:a="http://schemas.openxmlformats.org/drawingml/2006/main">
            <a:r>
              <a:t>Calculate the components carefully. The first is one minus zero. The second is zero minus one. The third is one minus zero. Keep the order of the cross product consistent.</a:t>
            </a:r>
          </a:p>
          <a:p xmlns:a="http://schemas.openxmlformats.org/drawingml/2006/main">
            <a:r>
              <a:t/>
            </a:r>
          </a:p>
          <a:p xmlns:a="http://schemas.openxmlformats.org/drawingml/2006/main">
            <a:r>
              <a:t>CLICK 2</a:t>
            </a:r>
          </a:p>
          <a:p xmlns:a="http://schemas.openxmlformats.org/drawingml/2006/main">
            <a:r>
              <a:t>So the normal is one comma negative one comma one. Check its dot product with each span. Both are zero. Reversing the cross-product order would give the opposite normal, which describes the same plane orientation.</a:t>
            </a:r>
          </a:p>
          <a:p xmlns:a="http://schemas.openxmlformats.org/drawingml/2006/main">
            <a:r>
              <a:t/>
            </a:r>
          </a:p>
          <a:p xmlns:a="http://schemas.openxmlformats.org/drawingml/2006/main">
            <a:r>
              <a:t>POINTER OR DRAWING</a:t>
            </a:r>
          </a:p>
          <a:p xmlns:a="http://schemas.openxmlformats.org/drawingml/2006/main">
            <a:r>
              <a:t>Point to both right angles. Explain that a normal points across the surface, while a span runs along it.</a:t>
            </a:r>
          </a:p>
          <a:p xmlns:a="http://schemas.openxmlformats.org/drawingml/2006/main">
            <a:r>
              <a:t/>
            </a:r>
          </a:p>
          <a:p xmlns:a="http://schemas.openxmlformats.org/drawingml/2006/main">
            <a:r>
              <a:t>EQUATIONS IN LATEX</a:t>
            </a:r>
          </a:p>
          <a:p xmlns:a="http://schemas.openxmlformats.org/drawingml/2006/main">
            <a:r>
              <a:t>\vec a=[1,1,0],\qquad\vec b=[0,1,1]</a:t>
            </a:r>
          </a:p>
          <a:p xmlns:a="http://schemas.openxmlformats.org/drawingml/2006/main">
            <a:r>
              <a:t>\begin{aligned}n_1&amp;=1(1)-0(1)=1\\n_2&amp;=0(0)-1(1)=-1\\n_3&amp;=1(1)-1(0)=1\end{aligned}</a:t>
            </a:r>
          </a:p>
          <a:p xmlns:a="http://schemas.openxmlformats.org/drawingml/2006/main">
            <a:r>
              <a:t>\vec n=[1,-1,1],\quad\vec n\cdot\vec a=0,\quad\vec n\cdot\vec b=0</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 PowerPoint</a:t>
            </a:r>
          </a:p>
          <a:p xmlns:a="http://schemas.openxmlformats.org/drawingml/2006/main">
            <a:r>
              <a:t>Sections 8.4 to 8.6 Plane equations and sketches</a:t>
            </a:r>
          </a:p>
          <a:p xmlns:a="http://schemas.openxmlformats.org/drawingml/2006/main">
            <a:r>
              <a:t/>
            </a:r>
          </a:p>
          <a:p xmlns:a="http://schemas.openxmlformats.org/drawingml/2006/main">
            <a:r>
              <a:t>ON ARRIVAL</a:t>
            </a:r>
          </a:p>
          <a:p xmlns:a="http://schemas.openxmlformats.org/drawingml/2006/main">
            <a:r>
              <a:t>The displacement from A to any point P runs along the plane. The normal is perpendicular to that displacement, so their dot product is zero. That is the reason for point-normal form.</a:t>
            </a:r>
          </a:p>
          <a:p xmlns:a="http://schemas.openxmlformats.org/drawingml/2006/main">
            <a:r>
              <a:t/>
            </a:r>
          </a:p>
          <a:p xmlns:a="http://schemas.openxmlformats.org/drawingml/2006/main">
            <a:r>
              <a:t>CLICK 1</a:t>
            </a:r>
          </a:p>
          <a:p xmlns:a="http://schemas.openxmlformats.org/drawingml/2006/main">
            <a:r>
              <a:t>Use our normal and subtract the known point from the general point. The displacement is x minus one comma y comma z minus two.</a:t>
            </a:r>
          </a:p>
          <a:p xmlns:a="http://schemas.openxmlformats.org/drawingml/2006/main">
            <a:r>
              <a:t/>
            </a:r>
          </a:p>
          <a:p xmlns:a="http://schemas.openxmlformats.org/drawingml/2006/main">
            <a:r>
              <a:t>CLICK 2</a:t>
            </a:r>
          </a:p>
          <a:p xmlns:a="http://schemas.openxmlformats.org/drawingml/2006/main">
            <a:r>
              <a:t>Expand the dot product, then collect the constants. X minus y plus z equals three. This is a Cartesian equation of the same plane.</a:t>
            </a:r>
          </a:p>
          <a:p xmlns:a="http://schemas.openxmlformats.org/drawingml/2006/main">
            <a:r>
              <a:t/>
            </a:r>
          </a:p>
          <a:p xmlns:a="http://schemas.openxmlformats.org/drawingml/2006/main">
            <a:r>
              <a:t>CLICK 3</a:t>
            </a:r>
          </a:p>
          <a:p xmlns:a="http://schemas.openxmlformats.org/drawingml/2006/main">
            <a:r>
              <a:t>In general, the coefficients of x, y, and z give a normal vector. At least one of those coefficients must be nonzero. The constant determines the plane's position.</a:t>
            </a:r>
          </a:p>
          <a:p xmlns:a="http://schemas.openxmlformats.org/drawingml/2006/main">
            <a:r>
              <a:t/>
            </a:r>
          </a:p>
          <a:p xmlns:a="http://schemas.openxmlformats.org/drawingml/2006/main">
            <a:r>
              <a:t>POINTER OR DRAWING</a:t>
            </a:r>
          </a:p>
          <a:p xmlns:a="http://schemas.openxmlformats.org/drawingml/2006/main">
            <a:r>
              <a:t>Match each normal component to its coefficient. Check A in the completed equation.</a:t>
            </a:r>
          </a:p>
          <a:p xmlns:a="http://schemas.openxmlformats.org/drawingml/2006/main">
            <a:r>
              <a:t/>
            </a:r>
          </a:p>
          <a:p xmlns:a="http://schemas.openxmlformats.org/drawingml/2006/main">
            <a:r>
              <a:t>EQUATIONS IN LATEX</a:t>
            </a:r>
          </a:p>
          <a:p xmlns:a="http://schemas.openxmlformats.org/drawingml/2006/main">
            <a:r>
              <a:t>\vec n\cdot\overrightarrow{AP}=0</a:t>
            </a:r>
          </a:p>
          <a:p xmlns:a="http://schemas.openxmlformats.org/drawingml/2006/main">
            <a:r>
              <a:t>[1,-1,1]\cdot[x-1,y,z-2]=0</a:t>
            </a:r>
          </a:p>
          <a:p xmlns:a="http://schemas.openxmlformats.org/drawingml/2006/main">
            <a:r>
              <a:t>(x-1)-y+(z-2)=0\quad\Longrightarrow\quad x-y+z=3</a:t>
            </a:r>
          </a:p>
          <a:p xmlns:a="http://schemas.openxmlformats.org/drawingml/2006/main">
            <a:r>
              <a:t>Ax+By+Cz+D=0,\qquad\vec n=[A,B,C]\ne\vec0</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 PowerPoint</a:t>
            </a:r>
          </a:p>
          <a:p xmlns:a="http://schemas.openxmlformats.org/drawingml/2006/main">
            <a:r>
              <a:t>Sections 8.4 to 8.6 Plane equations and sketches</a:t>
            </a:r>
          </a:p>
          <a:p xmlns:a="http://schemas.openxmlformats.org/drawingml/2006/main">
            <a:r>
              <a:t/>
            </a:r>
          </a:p>
          <a:p xmlns:a="http://schemas.openxmlformats.org/drawingml/2006/main">
            <a:r>
              <a:t>ON ARRIVAL</a:t>
            </a:r>
          </a:p>
          <a:p xmlns:a="http://schemas.openxmlformats.org/drawingml/2006/main">
            <a:r>
              <a:t>Let's go back from Cartesian form to vector form. We need a point and two independent directions. One way to find them is to choose two coordinates freely.</a:t>
            </a:r>
          </a:p>
          <a:p xmlns:a="http://schemas.openxmlformats.org/drawingml/2006/main">
            <a:r>
              <a:t/>
            </a:r>
          </a:p>
          <a:p xmlns:a="http://schemas.openxmlformats.org/drawingml/2006/main">
            <a:r>
              <a:t>CLICK 1</a:t>
            </a:r>
          </a:p>
          <a:p xmlns:a="http://schemas.openxmlformats.org/drawingml/2006/main">
            <a:r>
              <a:t>Let y equal u and z equal v. Substitute into the equation and solve for x. It becomes three plus u minus v.</a:t>
            </a:r>
          </a:p>
          <a:p xmlns:a="http://schemas.openxmlformats.org/drawingml/2006/main">
            <a:r>
              <a:t/>
            </a:r>
          </a:p>
          <a:p xmlns:a="http://schemas.openxmlformats.org/drawingml/2006/main">
            <a:r>
              <a:t>CLICK 2</a:t>
            </a:r>
          </a:p>
          <a:p xmlns:a="http://schemas.openxmlformats.org/drawingml/2006/main">
            <a:r>
              <a:t>Separate the constant parts from the u and v parts. That gives a known point and two directions. The starting point looks different from before, but both equations describe x minus y plus z equals three. A plane can have many equivalent vector equations.</a:t>
            </a:r>
          </a:p>
          <a:p xmlns:a="http://schemas.openxmlformats.org/drawingml/2006/main">
            <a:r>
              <a:t/>
            </a:r>
          </a:p>
          <a:p xmlns:a="http://schemas.openxmlformats.org/drawingml/2006/main">
            <a:r>
              <a:t>POINTER OR DRAWING</a:t>
            </a:r>
          </a:p>
          <a:p xmlns:a="http://schemas.openxmlformats.org/drawingml/2006/main">
            <a:r>
              <a:t>Check both spans against the normal [1,-1,1]. Both dot products must be zero.</a:t>
            </a:r>
          </a:p>
          <a:p xmlns:a="http://schemas.openxmlformats.org/drawingml/2006/main">
            <a:r>
              <a:t/>
            </a:r>
          </a:p>
          <a:p xmlns:a="http://schemas.openxmlformats.org/drawingml/2006/main">
            <a:r>
              <a:t>EQUATIONS IN LATEX</a:t>
            </a:r>
          </a:p>
          <a:p xmlns:a="http://schemas.openxmlformats.org/drawingml/2006/main">
            <a:r>
              <a:t>x-y+z=3</a:t>
            </a:r>
          </a:p>
          <a:p xmlns:a="http://schemas.openxmlformats.org/drawingml/2006/main">
            <a:r>
              <a:t>y=u,\quad z=v\quad\Longrightarrow\quad x=3+u-v</a:t>
            </a:r>
          </a:p>
          <a:p xmlns:a="http://schemas.openxmlformats.org/drawingml/2006/main">
            <a:r>
              <a:t>\vec r=[3,0,0]+u[1,1,0]+v[-1,0,1]</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 | PowerPoint</a:t>
            </a:r>
          </a:p>
          <a:p xmlns:a="http://schemas.openxmlformats.org/drawingml/2006/main">
            <a:r>
              <a:t>8.5 Cartesian equations and properties of planes</a:t>
            </a:r>
          </a:p>
          <a:p xmlns:a="http://schemas.openxmlformats.org/drawingml/2006/main">
            <a:r>
              <a:t/>
            </a:r>
          </a:p>
          <a:p xmlns:a="http://schemas.openxmlformats.org/drawingml/2006/main">
            <a:r>
              <a:t>ON ARRIVAL</a:t>
            </a:r>
          </a:p>
          <a:p xmlns:a="http://schemas.openxmlformats.org/drawingml/2006/main">
            <a:r>
              <a:t>We previously used a cross product to get Cartesian form. We can also eliminate both parameters directly from the coordinate equations.</a:t>
            </a:r>
          </a:p>
          <a:p xmlns:a="http://schemas.openxmlformats.org/drawingml/2006/main">
            <a:r>
              <a:t/>
            </a:r>
          </a:p>
          <a:p xmlns:a="http://schemas.openxmlformats.org/drawingml/2006/main">
            <a:r>
              <a:t>CLICK 1</a:t>
            </a:r>
          </a:p>
          <a:p xmlns:a="http://schemas.openxmlformats.org/drawingml/2006/main">
            <a:r>
              <a:t>The x equation gives s equals x minus one. The z equation gives t equals z minus two.</a:t>
            </a:r>
          </a:p>
          <a:p xmlns:a="http://schemas.openxmlformats.org/drawingml/2006/main">
            <a:r>
              <a:t/>
            </a:r>
          </a:p>
          <a:p xmlns:a="http://schemas.openxmlformats.org/drawingml/2006/main">
            <a:r>
              <a:t>CLICK 2</a:t>
            </a:r>
          </a:p>
          <a:p xmlns:a="http://schemas.openxmlformats.org/drawingml/2006/main">
            <a:r>
              <a:t>Substitute both expressions into the y equation. Now neither parameter remains.</a:t>
            </a:r>
          </a:p>
          <a:p xmlns:a="http://schemas.openxmlformats.org/drawingml/2006/main">
            <a:r>
              <a:t/>
            </a:r>
          </a:p>
          <a:p xmlns:a="http://schemas.openxmlformats.org/drawingml/2006/main">
            <a:r>
              <a:t>CLICK 3</a:t>
            </a:r>
          </a:p>
          <a:p xmlns:a="http://schemas.openxmlformats.org/drawingml/2006/main">
            <a:r>
              <a:t>Rearrange to get x minus y plus z equals three. This agrees with the equation obtained using the normal. Two methods lead to the same plane.</a:t>
            </a:r>
          </a:p>
          <a:p xmlns:a="http://schemas.openxmlformats.org/drawingml/2006/main">
            <a:r>
              <a:t/>
            </a:r>
          </a:p>
          <a:p xmlns:a="http://schemas.openxmlformats.org/drawingml/2006/main">
            <a:r>
              <a:t>POINTER OR DRAWING</a:t>
            </a:r>
          </a:p>
          <a:p xmlns:a="http://schemas.openxmlformats.org/drawingml/2006/main">
            <a:r>
              <a:t>Keep the givens visible. Reveal each equation before explaining the reason for that step.</a:t>
            </a:r>
          </a:p>
          <a:p xmlns:a="http://schemas.openxmlformats.org/drawingml/2006/main">
            <a:r>
              <a:t/>
            </a:r>
          </a:p>
          <a:p xmlns:a="http://schemas.openxmlformats.org/drawingml/2006/main">
            <a:r>
              <a:t>EQUATIONS IN LATEX</a:t>
            </a:r>
          </a:p>
          <a:p xmlns:a="http://schemas.openxmlformats.org/drawingml/2006/main">
            <a:r>
              <a:t>x=1+s,\quad y=s+t,\quad z=2+t</a:t>
            </a:r>
          </a:p>
          <a:p xmlns:a="http://schemas.openxmlformats.org/drawingml/2006/main">
            <a:r>
              <a:t>s=x-1,\quad t=z-2</a:t>
            </a:r>
          </a:p>
          <a:p xmlns:a="http://schemas.openxmlformats.org/drawingml/2006/main">
            <a:r>
              <a:t>y=(x-1)+(z-2)</a:t>
            </a:r>
          </a:p>
          <a:p xmlns:a="http://schemas.openxmlformats.org/drawingml/2006/main">
            <a:r>
              <a:t>x-y+z=3</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 | PowerPoint</a:t>
            </a:r>
          </a:p>
          <a:p xmlns:a="http://schemas.openxmlformats.org/drawingml/2006/main">
            <a:r>
              <a:t>8.5 Cartesian equations and properties of planes</a:t>
            </a:r>
          </a:p>
          <a:p xmlns:a="http://schemas.openxmlformats.org/drawingml/2006/main">
            <a:r>
              <a:t/>
            </a:r>
          </a:p>
          <a:p xmlns:a="http://schemas.openxmlformats.org/drawingml/2006/main">
            <a:r>
              <a:t>ON ARRIVAL</a:t>
            </a:r>
          </a:p>
          <a:p xmlns:a="http://schemas.openxmlformats.org/drawingml/2006/main">
            <a:r>
              <a:t>Here we already have a normal. We do not need a cross product because the perpendicular direction is given.</a:t>
            </a:r>
          </a:p>
          <a:p xmlns:a="http://schemas.openxmlformats.org/drawingml/2006/main">
            <a:r>
              <a:t/>
            </a:r>
          </a:p>
          <a:p xmlns:a="http://schemas.openxmlformats.org/drawingml/2006/main">
            <a:r>
              <a:t>CLICK 1</a:t>
            </a:r>
          </a:p>
          <a:p xmlns:a="http://schemas.openxmlformats.org/drawingml/2006/main">
            <a:r>
              <a:t>Form the displacement from A to a general point. Its components are x minus two, y plus one and z minus three. The dot product with the normal is zero.</a:t>
            </a:r>
          </a:p>
          <a:p xmlns:a="http://schemas.openxmlformats.org/drawingml/2006/main">
            <a:r>
              <a:t/>
            </a:r>
          </a:p>
          <a:p xmlns:a="http://schemas.openxmlformats.org/drawingml/2006/main">
            <a:r>
              <a:t>CLICK 2</a:t>
            </a:r>
          </a:p>
          <a:p xmlns:a="http://schemas.openxmlformats.org/drawingml/2006/main">
            <a:r>
              <a:t>Expand the dot product. Keep the brackets until the signs are clear.</a:t>
            </a:r>
          </a:p>
          <a:p xmlns:a="http://schemas.openxmlformats.org/drawingml/2006/main">
            <a:r>
              <a:t/>
            </a:r>
          </a:p>
          <a:p xmlns:a="http://schemas.openxmlformats.org/drawingml/2006/main">
            <a:r>
              <a:t>CLICK 3</a:t>
            </a:r>
          </a:p>
          <a:p xmlns:a="http://schemas.openxmlformats.org/drawingml/2006/main">
            <a:r>
              <a:t>Collect the constants. Negative two plus two plus three gives positive three. This is the Cartesian equation.</a:t>
            </a:r>
          </a:p>
          <a:p xmlns:a="http://schemas.openxmlformats.org/drawingml/2006/main">
            <a:r>
              <a:t/>
            </a:r>
          </a:p>
          <a:p xmlns:a="http://schemas.openxmlformats.org/drawingml/2006/main">
            <a:r>
              <a:t>CLICK 4</a:t>
            </a:r>
          </a:p>
          <a:p xmlns:a="http://schemas.openxmlformats.org/drawingml/2006/main">
            <a:r>
              <a:t>Check A by substitution. The result is zero. The coefficients also reproduce the required normal.</a:t>
            </a:r>
          </a:p>
          <a:p xmlns:a="http://schemas.openxmlformats.org/drawingml/2006/main">
            <a:r>
              <a:t/>
            </a:r>
          </a:p>
          <a:p xmlns:a="http://schemas.openxmlformats.org/drawingml/2006/main">
            <a:r>
              <a:t>POINTER OR DRAWING</a:t>
            </a:r>
          </a:p>
          <a:p xmlns:a="http://schemas.openxmlformats.org/drawingml/2006/main">
            <a:r>
              <a:t>Keep the givens visible. Reveal each equation before explaining the reason for that step.</a:t>
            </a:r>
          </a:p>
          <a:p xmlns:a="http://schemas.openxmlformats.org/drawingml/2006/main">
            <a:r>
              <a:t/>
            </a:r>
          </a:p>
          <a:p xmlns:a="http://schemas.openxmlformats.org/drawingml/2006/main">
            <a:r>
              <a:t>EQUATIONS IN LATEX</a:t>
            </a:r>
          </a:p>
          <a:p xmlns:a="http://schemas.openxmlformats.org/drawingml/2006/main">
            <a:r>
              <a:t>A(2,-1,3),\quad\vec n=[1,2,-1]</a:t>
            </a:r>
          </a:p>
          <a:p xmlns:a="http://schemas.openxmlformats.org/drawingml/2006/main">
            <a:r>
              <a:t>[1,2,-1]\cdot[x-2,y+1,z-3]=0</a:t>
            </a:r>
          </a:p>
          <a:p xmlns:a="http://schemas.openxmlformats.org/drawingml/2006/main">
            <a:r>
              <a:t>(x-2)+2(y+1)-(z-3)=0</a:t>
            </a:r>
          </a:p>
          <a:p xmlns:a="http://schemas.openxmlformats.org/drawingml/2006/main">
            <a:r>
              <a:t>x+2y-z+3=0</a:t>
            </a:r>
          </a:p>
          <a:p xmlns:a="http://schemas.openxmlformats.org/drawingml/2006/main">
            <a:r>
              <a:t>2+2(-1)-3+3=0</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16 | PowerPoint</a:t>
            </a:r>
          </a:p>
          <a:p xmlns:a="http://schemas.openxmlformats.org/drawingml/2006/main">
            <a:r>
              <a:t>Sections 8.4 to 8.6 Plane equations and sketches</a:t>
            </a:r>
          </a:p>
          <a:p xmlns:a="http://schemas.openxmlformats.org/drawingml/2006/main">
            <a:r>
              <a:t/>
            </a:r>
          </a:p>
          <a:p xmlns:a="http://schemas.openxmlformats.org/drawingml/2006/main">
            <a:r>
              <a:t>ON ARRIVAL</a:t>
            </a:r>
          </a:p>
          <a:p xmlns:a="http://schemas.openxmlformats.org/drawingml/2006/main">
            <a:r>
              <a:t>We have already used three non-collinear points. The two connecting vectors provide independent directions.</a:t>
            </a:r>
          </a:p>
          <a:p xmlns:a="http://schemas.openxmlformats.org/drawingml/2006/main">
            <a:r>
              <a:t/>
            </a:r>
          </a:p>
          <a:p xmlns:a="http://schemas.openxmlformats.org/drawingml/2006/main">
            <a:r>
              <a:t>CLICK 1</a:t>
            </a:r>
          </a:p>
          <a:p xmlns:a="http://schemas.openxmlformats.org/drawingml/2006/main">
            <a:r>
              <a:t>Two distinct intersecting lines also determine a plane. Use their intersection P as the known point and their two directions as the spans.</a:t>
            </a:r>
          </a:p>
          <a:p xmlns:a="http://schemas.openxmlformats.org/drawingml/2006/main">
            <a:r>
              <a:t/>
            </a:r>
          </a:p>
          <a:p xmlns:a="http://schemas.openxmlformats.org/drawingml/2006/main">
            <a:r>
              <a:t>CLICK 2</a:t>
            </a:r>
          </a:p>
          <a:p xmlns:a="http://schemas.openxmlformats.org/drawingml/2006/main">
            <a:r>
              <a:t>For two distinct parallel lines, use their common direction and a connector between points on different lines. The connector supplies the second independent direction.</a:t>
            </a:r>
          </a:p>
          <a:p xmlns:a="http://schemas.openxmlformats.org/drawingml/2006/main">
            <a:r>
              <a:t/>
            </a:r>
          </a:p>
          <a:p xmlns:a="http://schemas.openxmlformats.org/drawingml/2006/main">
            <a:r>
              <a:t>CLICK 3</a:t>
            </a:r>
          </a:p>
          <a:p xmlns:a="http://schemas.openxmlformats.org/drawingml/2006/main">
            <a:r>
              <a:t>A line and a point outside it work the same way. Use the line direction and a connector to the external point. Skew lines cannot lie in one plane. Coincident lines, or a point already on the line, do not provide a second independent direction.</a:t>
            </a:r>
          </a:p>
          <a:p xmlns:a="http://schemas.openxmlformats.org/drawingml/2006/main">
            <a:r>
              <a:t/>
            </a:r>
          </a:p>
          <a:p xmlns:a="http://schemas.openxmlformats.org/drawingml/2006/main">
            <a:r>
              <a:t>POINTER OR DRAWING</a:t>
            </a:r>
          </a:p>
          <a:p xmlns:a="http://schemas.openxmlformats.org/drawingml/2006/main">
            <a:r>
              <a:t>Label P, Q, and R in the relevant diagrams. Distinguish a point outside a line from a point outside a plane.</a:t>
            </a:r>
          </a:p>
          <a:p xmlns:a="http://schemas.openxmlformats.org/drawingml/2006/main">
            <a:r>
              <a:t/>
            </a:r>
          </a:p>
          <a:p xmlns:a="http://schemas.openxmlformats.org/drawingml/2006/main">
            <a:r>
              <a:t>EQUATIONS IN LATEX</a:t>
            </a:r>
          </a:p>
          <a:p xmlns:a="http://schemas.openxmlformats.org/drawingml/2006/main">
            <a:r>
              <a:t>\vec r=\vec A+s\overrightarrow{AB}+t\overrightarrow{AC}</a:t>
            </a:r>
          </a:p>
          <a:p xmlns:a="http://schemas.openxmlformats.org/drawingml/2006/main">
            <a:r>
              <a:t>\vec r=\vec P+s\vec d_1+t\vec d_2</a:t>
            </a:r>
          </a:p>
          <a:p xmlns:a="http://schemas.openxmlformats.org/drawingml/2006/main">
            <a:r>
              <a:t>\vec r=\vec P+s\vec d+t(\vec Q-\vec P)</a:t>
            </a:r>
          </a:p>
          <a:p xmlns:a="http://schemas.openxmlformats.org/drawingml/2006/main">
            <a:r>
              <a:t>\vec r=\vec P+s\vec d+t(\vec R-\vec P)</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17 | PowerPoint</a:t>
            </a:r>
          </a:p>
          <a:p xmlns:a="http://schemas.openxmlformats.org/drawingml/2006/main">
            <a:r>
              <a:t>Sections 8.4 to 8.6 Plane equations and sketches</a:t>
            </a:r>
          </a:p>
          <a:p xmlns:a="http://schemas.openxmlformats.org/drawingml/2006/main">
            <a:r>
              <a:t/>
            </a:r>
          </a:p>
          <a:p xmlns:a="http://schemas.openxmlformats.org/drawingml/2006/main">
            <a:r>
              <a:t>ON ARRIVAL</a:t>
            </a:r>
          </a:p>
          <a:p xmlns:a="http://schemas.openxmlformats.org/drawingml/2006/main">
            <a:r>
              <a:t>Let's make the parallel-line case concrete. Both lines have direction one comma one comma zero. Their starting points are different.</a:t>
            </a:r>
          </a:p>
          <a:p xmlns:a="http://schemas.openxmlformats.org/drawingml/2006/main">
            <a:r>
              <a:t/>
            </a:r>
          </a:p>
          <a:p xmlns:a="http://schemas.openxmlformats.org/drawingml/2006/main">
            <a:r>
              <a:t>CLICK 1</a:t>
            </a:r>
          </a:p>
          <a:p xmlns:a="http://schemas.openxmlformats.org/drawingml/2006/main">
            <a:r>
              <a:t>Subtract A from C to get a connector. It is not parallel to the line direction, so it gives us the second direction we need.</a:t>
            </a:r>
          </a:p>
          <a:p xmlns:a="http://schemas.openxmlformats.org/drawingml/2006/main">
            <a:r>
              <a:t/>
            </a:r>
          </a:p>
          <a:p xmlns:a="http://schemas.openxmlformats.org/drawingml/2006/main">
            <a:r>
              <a:t>CLICK 2</a:t>
            </a:r>
          </a:p>
          <a:p xmlns:a="http://schemas.openxmlformats.org/drawingml/2006/main">
            <a:r>
              <a:t>The plane is the one we have been using. At t equals zero, we get the first line. At t equals one, we get the second. The same construction would work if we were given only the first line and the external point C.</a:t>
            </a:r>
          </a:p>
          <a:p xmlns:a="http://schemas.openxmlformats.org/drawingml/2006/main">
            <a:r>
              <a:t/>
            </a:r>
          </a:p>
          <a:p xmlns:a="http://schemas.openxmlformats.org/drawingml/2006/main">
            <a:r>
              <a:t>POINTER OR DRAWING</a:t>
            </a:r>
          </a:p>
          <a:p xmlns:a="http://schemas.openxmlformats.org/drawingml/2006/main">
            <a:r>
              <a:t>Optional demo: move along the first line at t=0, then along the second at t=1. Keep the plane fixed.</a:t>
            </a:r>
          </a:p>
          <a:p xmlns:a="http://schemas.openxmlformats.org/drawingml/2006/main">
            <a:r>
              <a:t/>
            </a:r>
          </a:p>
          <a:p xmlns:a="http://schemas.openxmlformats.org/drawingml/2006/main">
            <a:r>
              <a:t>EQUATIONS IN LATEX</a:t>
            </a:r>
          </a:p>
          <a:p xmlns:a="http://schemas.openxmlformats.org/drawingml/2006/main">
            <a:r>
              <a:t>\begin{aligned}L_1:\vec r&amp;=[1,0,2]+u[1,1,0]\\L_2:\vec r&amp;=[1,1,3]+v[1,1,0]\end{aligned}</a:t>
            </a:r>
          </a:p>
          <a:p xmlns:a="http://schemas.openxmlformats.org/drawingml/2006/main">
            <a:r>
              <a:t>\overrightarrow{AC}=[0,1,1]\not\parallel[1,1,0]</a:t>
            </a:r>
          </a:p>
          <a:p xmlns:a="http://schemas.openxmlformats.org/drawingml/2006/main">
            <a:r>
              <a:t>\vec r=[1,0,2]+s[1,1,0]+t[0,1,1]</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18 | PowerPoint</a:t>
            </a:r>
          </a:p>
          <a:p xmlns:a="http://schemas.openxmlformats.org/drawingml/2006/main">
            <a:r>
              <a:t>8.4 Vector and parametric equations of a plane</a:t>
            </a:r>
          </a:p>
          <a:p xmlns:a="http://schemas.openxmlformats.org/drawingml/2006/main">
            <a:r>
              <a:t/>
            </a:r>
          </a:p>
          <a:p xmlns:a="http://schemas.openxmlformats.org/drawingml/2006/main">
            <a:r>
              <a:t>ON ARRIVAL</a:t>
            </a:r>
          </a:p>
          <a:p xmlns:a="http://schemas.openxmlformats.org/drawingml/2006/main">
            <a:r>
              <a:t>Let’s work the intersecting-line construction. The first line starts at two comma negative one comma one and moves in direction one comma two comma zero.</a:t>
            </a:r>
          </a:p>
          <a:p xmlns:a="http://schemas.openxmlformats.org/drawingml/2006/main">
            <a:r>
              <a:t/>
            </a:r>
          </a:p>
          <a:p xmlns:a="http://schemas.openxmlformats.org/drawingml/2006/main">
            <a:r>
              <a:t>CLICK 1</a:t>
            </a:r>
          </a:p>
          <a:p xmlns:a="http://schemas.openxmlformats.org/drawingml/2006/main">
            <a:r>
              <a:t>The second line uses the same starting point, so the lines intersect there. Its direction is zero comma one comma three. The directions are not parallel.</a:t>
            </a:r>
          </a:p>
          <a:p xmlns:a="http://schemas.openxmlformats.org/drawingml/2006/main">
            <a:r>
              <a:t/>
            </a:r>
          </a:p>
          <a:p xmlns:a="http://schemas.openxmlformats.org/drawingml/2006/main">
            <a:r>
              <a:t>CLICK 2</a:t>
            </a:r>
          </a:p>
          <a:p xmlns:a="http://schemas.openxmlformats.org/drawingml/2006/main">
            <a:r>
              <a:t>Use the intersection as the starting point of the plane, and use the two line directions as the spans. Give them independent parameters u and v.</a:t>
            </a:r>
          </a:p>
          <a:p xmlns:a="http://schemas.openxmlformats.org/drawingml/2006/main">
            <a:r>
              <a:t/>
            </a:r>
          </a:p>
          <a:p xmlns:a="http://schemas.openxmlformats.org/drawingml/2006/main">
            <a:r>
              <a:t>CLICK 3</a:t>
            </a:r>
          </a:p>
          <a:p xmlns:a="http://schemas.openxmlformats.org/drawingml/2006/main">
            <a:r>
              <a:t>For Cartesian form, cross the directions. The normal is six comma negative three comma one.</a:t>
            </a:r>
          </a:p>
          <a:p xmlns:a="http://schemas.openxmlformats.org/drawingml/2006/main">
            <a:r>
              <a:t/>
            </a:r>
          </a:p>
          <a:p xmlns:a="http://schemas.openxmlformats.org/drawingml/2006/main">
            <a:r>
              <a:t>CLICK 4</a:t>
            </a:r>
          </a:p>
          <a:p xmlns:a="http://schemas.openxmlformats.org/drawingml/2006/main">
            <a:r>
              <a:t>Use the common point in point-normal form and expand. The result is six x minus three y plus z equals sixteen. Each entire line lies in this plane.</a:t>
            </a:r>
          </a:p>
          <a:p xmlns:a="http://schemas.openxmlformats.org/drawingml/2006/main">
            <a:r>
              <a:t/>
            </a:r>
          </a:p>
          <a:p xmlns:a="http://schemas.openxmlformats.org/drawingml/2006/main">
            <a:r>
              <a:t>POINTER OR DRAWING</a:t>
            </a:r>
          </a:p>
          <a:p xmlns:a="http://schemas.openxmlformats.org/drawingml/2006/main">
            <a:r>
              <a:t>Keep the givens visible. Reveal each equation before explaining the reason for that step.</a:t>
            </a:r>
          </a:p>
          <a:p xmlns:a="http://schemas.openxmlformats.org/drawingml/2006/main">
            <a:r>
              <a:t/>
            </a:r>
          </a:p>
          <a:p xmlns:a="http://schemas.openxmlformats.org/drawingml/2006/main">
            <a:r>
              <a:t>EQUATIONS IN LATEX</a:t>
            </a:r>
          </a:p>
          <a:p xmlns:a="http://schemas.openxmlformats.org/drawingml/2006/main">
            <a:r>
              <a:t>L_1:\vec r=[2,-1,1]+s[1,2,0]</a:t>
            </a:r>
          </a:p>
          <a:p xmlns:a="http://schemas.openxmlformats.org/drawingml/2006/main">
            <a:r>
              <a:t>L_2:\vec r=[2,-1,1]+t[0,1,3]</a:t>
            </a:r>
          </a:p>
          <a:p xmlns:a="http://schemas.openxmlformats.org/drawingml/2006/main">
            <a:r>
              <a:t>\Pi:\vec r=[2,-1,1]+u[1,2,0]+v[0,1,3]</a:t>
            </a:r>
          </a:p>
          <a:p xmlns:a="http://schemas.openxmlformats.org/drawingml/2006/main">
            <a:r>
              <a:t>[1,2,0]\times[0,1,3]=[6,-3,1]</a:t>
            </a:r>
          </a:p>
          <a:p xmlns:a="http://schemas.openxmlformats.org/drawingml/2006/main">
            <a:r>
              <a:t>6(x-2)-3(y+1)+(z-1)=0\Rightarrow6x-3y+z=16</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19 | PowerPoint</a:t>
            </a:r>
          </a:p>
          <a:p xmlns:a="http://schemas.openxmlformats.org/drawingml/2006/main">
            <a:r>
              <a:t>8.4 Vector and parametric equations of a plane</a:t>
            </a:r>
          </a:p>
          <a:p xmlns:a="http://schemas.openxmlformats.org/drawingml/2006/main">
            <a:r>
              <a:t/>
            </a:r>
          </a:p>
          <a:p xmlns:a="http://schemas.openxmlformats.org/drawingml/2006/main">
            <a:r>
              <a:t>ON ARRIVAL</a:t>
            </a:r>
          </a:p>
          <a:p xmlns:a="http://schemas.openxmlformats.org/drawingml/2006/main">
            <a:r>
              <a:t>The line gives us a starting point A and one direction. The external point Q supplies the additional information.</a:t>
            </a:r>
          </a:p>
          <a:p xmlns:a="http://schemas.openxmlformats.org/drawingml/2006/main">
            <a:r>
              <a:t/>
            </a:r>
          </a:p>
          <a:p xmlns:a="http://schemas.openxmlformats.org/drawingml/2006/main">
            <a:r>
              <a:t>CLICK 1</a:t>
            </a:r>
          </a:p>
          <a:p xmlns:a="http://schemas.openxmlformats.org/drawingml/2006/main">
            <a:r>
              <a:t>Subtract A from Q. The connector is negative one comma one comma two. It is independent of the line direction, whose y-component is zero.</a:t>
            </a:r>
          </a:p>
          <a:p xmlns:a="http://schemas.openxmlformats.org/drawingml/2006/main">
            <a:r>
              <a:t/>
            </a:r>
          </a:p>
          <a:p xmlns:a="http://schemas.openxmlformats.org/drawingml/2006/main">
            <a:r>
              <a:t>CLICK 2</a:t>
            </a:r>
          </a:p>
          <a:p xmlns:a="http://schemas.openxmlformats.org/drawingml/2006/main">
            <a:r>
              <a:t>Use the line direction and the connector as the two spans. The plane includes A and can move in both independent directions.</a:t>
            </a:r>
          </a:p>
          <a:p xmlns:a="http://schemas.openxmlformats.org/drawingml/2006/main">
            <a:r>
              <a:t/>
            </a:r>
          </a:p>
          <a:p xmlns:a="http://schemas.openxmlformats.org/drawingml/2006/main">
            <a:r>
              <a:t>CLICK 3</a:t>
            </a:r>
          </a:p>
          <a:p xmlns:a="http://schemas.openxmlformats.org/drawingml/2006/main">
            <a:r>
              <a:t>Read the coordinates to get parametric form. Use the same u and v in all three equations.</a:t>
            </a:r>
          </a:p>
          <a:p xmlns:a="http://schemas.openxmlformats.org/drawingml/2006/main">
            <a:r>
              <a:t/>
            </a:r>
          </a:p>
          <a:p xmlns:a="http://schemas.openxmlformats.org/drawingml/2006/main">
            <a:r>
              <a:t>CLICK 4</a:t>
            </a:r>
          </a:p>
          <a:p xmlns:a="http://schemas.openxmlformats.org/drawingml/2006/main">
            <a:r>
              <a:t>At u equals zero and v equals one we reach Q. At v equals zero and any u, we recover the whole original line. These checks show that the plane contains everything required.</a:t>
            </a:r>
          </a:p>
          <a:p xmlns:a="http://schemas.openxmlformats.org/drawingml/2006/main">
            <a:r>
              <a:t/>
            </a:r>
          </a:p>
          <a:p xmlns:a="http://schemas.openxmlformats.org/drawingml/2006/main">
            <a:r>
              <a:t>POINTER OR DRAWING</a:t>
            </a:r>
          </a:p>
          <a:p xmlns:a="http://schemas.openxmlformats.org/drawingml/2006/main">
            <a:r>
              <a:t>Keep the givens visible. Reveal each equation before explaining the reason for that step.</a:t>
            </a:r>
          </a:p>
          <a:p xmlns:a="http://schemas.openxmlformats.org/drawingml/2006/main">
            <a:r>
              <a:t/>
            </a:r>
          </a:p>
          <a:p xmlns:a="http://schemas.openxmlformats.org/drawingml/2006/main">
            <a:r>
              <a:t>EQUATIONS IN LATEX</a:t>
            </a:r>
          </a:p>
          <a:p xmlns:a="http://schemas.openxmlformats.org/drawingml/2006/main">
            <a:r>
              <a:t>L:\vec r=[1,2,0]+s[2,0,1],\quad Q(0,3,2)</a:t>
            </a:r>
          </a:p>
          <a:p xmlns:a="http://schemas.openxmlformats.org/drawingml/2006/main">
            <a:r>
              <a:t>\overrightarrow{AQ}=[-1,1,2]\not\parallel[2,0,1]</a:t>
            </a:r>
          </a:p>
          <a:p xmlns:a="http://schemas.openxmlformats.org/drawingml/2006/main">
            <a:r>
              <a:t>\Pi:\vec r=[1,2,0]+u[2,0,1]+v[-1,1,2]</a:t>
            </a:r>
          </a:p>
          <a:p xmlns:a="http://schemas.openxmlformats.org/drawingml/2006/main">
            <a:r>
              <a:t>x=1+2u-v,\quad y=2+v,\quad z=u+2v</a:t>
            </a:r>
          </a:p>
          <a:p xmlns:a="http://schemas.openxmlformats.org/drawingml/2006/main">
            <a:r>
              <a:t>Q:\ (u,v)=(0,1)\qquad L:\ v=0</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20 | PowerPoint</a:t>
            </a:r>
          </a:p>
          <a:p xmlns:a="http://schemas.openxmlformats.org/drawingml/2006/main">
            <a:r>
              <a:t>8.4 Vector and parametric equations of a plane</a:t>
            </a:r>
          </a:p>
          <a:p xmlns:a="http://schemas.openxmlformats.org/drawingml/2006/main">
            <a:r>
              <a:t/>
            </a:r>
          </a:p>
          <a:p xmlns:a="http://schemas.openxmlformats.org/drawingml/2006/main">
            <a:r>
              <a:t>ON ARRIVAL</a:t>
            </a:r>
          </a:p>
          <a:p xmlns:a="http://schemas.openxmlformats.org/drawingml/2006/main">
            <a:r>
              <a:t>Now change the extra point. Does this line and Q determine a unique plane? First test whether Q is actually outside the line. Pause and explain your conclusion.</a:t>
            </a:r>
          </a:p>
          <a:p xmlns:a="http://schemas.openxmlformats.org/drawingml/2006/main">
            <a:r>
              <a:t/>
            </a:r>
          </a:p>
          <a:p xmlns:a="http://schemas.openxmlformats.org/drawingml/2006/main">
            <a:r>
              <a:t>POINTER OR DRAWING</a:t>
            </a:r>
          </a:p>
          <a:p xmlns:a="http://schemas.openxmlformats.org/drawingml/2006/main">
            <a:r>
              <a:t>Keep the givens visible. Reveal each equation before explaining the reason for that step.</a:t>
            </a:r>
          </a:p>
          <a:p xmlns:a="http://schemas.openxmlformats.org/drawingml/2006/main">
            <a:r>
              <a:t/>
            </a:r>
          </a:p>
          <a:p xmlns:a="http://schemas.openxmlformats.org/drawingml/2006/main">
            <a:r>
              <a:t>EQUATIONS IN LATEX</a:t>
            </a:r>
          </a:p>
          <a:p xmlns:a="http://schemas.openxmlformats.org/drawingml/2006/main">
            <a:r>
              <a:t>L:\vec r=[1,2,0]+s[2,0,1],\qquad Q(5,2,2)</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21 | PowerPoint</a:t>
            </a:r>
          </a:p>
          <a:p xmlns:a="http://schemas.openxmlformats.org/drawingml/2006/main">
            <a:r>
              <a:t>8.4 Vector and parametric equations of a plane</a:t>
            </a:r>
          </a:p>
          <a:p xmlns:a="http://schemas.openxmlformats.org/drawingml/2006/main">
            <a:r>
              <a:t/>
            </a:r>
          </a:p>
          <a:p xmlns:a="http://schemas.openxmlformats.org/drawingml/2006/main">
            <a:r>
              <a:t>ON ARRIVAL</a:t>
            </a:r>
          </a:p>
          <a:p xmlns:a="http://schemas.openxmlformats.org/drawingml/2006/main">
            <a:r>
              <a:t>Use s equals two in the given line. It produces Q in all three coordinates, so Q is already on the line.</a:t>
            </a:r>
          </a:p>
          <a:p xmlns:a="http://schemas.openxmlformats.org/drawingml/2006/main">
            <a:r>
              <a:t/>
            </a:r>
          </a:p>
          <a:p xmlns:a="http://schemas.openxmlformats.org/drawingml/2006/main">
            <a:r>
              <a:t>CLICK 1</a:t>
            </a:r>
          </a:p>
          <a:p xmlns:a="http://schemas.openxmlformats.org/drawingml/2006/main">
            <a:r>
              <a:t>The connector to Q is just twice the line direction. It gives no new independent movement.</a:t>
            </a:r>
          </a:p>
          <a:p xmlns:a="http://schemas.openxmlformats.org/drawingml/2006/main">
            <a:r>
              <a:t/>
            </a:r>
          </a:p>
          <a:p xmlns:a="http://schemas.openxmlformats.org/drawingml/2006/main">
            <a:r>
              <a:t>CLICK 2</a:t>
            </a:r>
          </a:p>
          <a:p xmlns:a="http://schemas.openxmlformats.org/drawingml/2006/main">
            <a:r>
              <a:t>Infinitely many planes contain that line. The data do not select one. Similarly, two coincident lines provide only one line, while two skew lines cannot lie in a common plane.</a:t>
            </a:r>
          </a:p>
          <a:p xmlns:a="http://schemas.openxmlformats.org/drawingml/2006/main">
            <a:r>
              <a:t/>
            </a:r>
          </a:p>
          <a:p xmlns:a="http://schemas.openxmlformats.org/drawingml/2006/main">
            <a:r>
              <a:t>POINTER OR DRAWING</a:t>
            </a:r>
          </a:p>
          <a:p xmlns:a="http://schemas.openxmlformats.org/drawingml/2006/main">
            <a:r>
              <a:t>Keep the givens visible. Reveal each equation before explaining the reason for that step.</a:t>
            </a:r>
          </a:p>
          <a:p xmlns:a="http://schemas.openxmlformats.org/drawingml/2006/main">
            <a:r>
              <a:t/>
            </a:r>
          </a:p>
          <a:p xmlns:a="http://schemas.openxmlformats.org/drawingml/2006/main">
            <a:r>
              <a:t>EQUATIONS IN LATEX</a:t>
            </a:r>
          </a:p>
          <a:p xmlns:a="http://schemas.openxmlformats.org/drawingml/2006/main">
            <a:r>
              <a:t>s=2:\quad[1,2,0]+2[2,0,1]=[5,2,2]=\vec{OQ}</a:t>
            </a:r>
          </a:p>
          <a:p xmlns:a="http://schemas.openxmlformats.org/drawingml/2006/main">
            <a:r>
              <a:t>\overrightarrow{AQ}=[4,0,2]=2[2,0,1]</a:t>
            </a:r>
          </a:p>
          <a:p xmlns:a="http://schemas.openxmlformats.org/drawingml/2006/main">
            <a:r>
              <a:t>\text{Only one independent direction, so no unique plane}</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22 | PowerPoint</a:t>
            </a:r>
          </a:p>
          <a:p xmlns:a="http://schemas.openxmlformats.org/drawingml/2006/main">
            <a:r>
              <a:t>Sections 8.4 to 8.6 Plane equations and sketches</a:t>
            </a:r>
          </a:p>
          <a:p xmlns:a="http://schemas.openxmlformats.org/drawingml/2006/main">
            <a:r>
              <a:t/>
            </a:r>
          </a:p>
          <a:p xmlns:a="http://schemas.openxmlformats.org/drawingml/2006/main">
            <a:r>
              <a:t>ON ARRIVAL</a:t>
            </a:r>
          </a:p>
          <a:p xmlns:a="http://schemas.openxmlformats.org/drawingml/2006/main">
            <a:r>
              <a:t>Read the normals first. The last two normals are twice the first, so the orientations are parallel. To decide whether the planes coincide, compare the complete equations, including the constants.</a:t>
            </a:r>
          </a:p>
          <a:p xmlns:a="http://schemas.openxmlformats.org/drawingml/2006/main">
            <a:r>
              <a:t/>
            </a:r>
          </a:p>
          <a:p xmlns:a="http://schemas.openxmlformats.org/drawingml/2006/main">
            <a:r>
              <a:t>CLICK 1</a:t>
            </a:r>
          </a:p>
          <a:p xmlns:a="http://schemas.openxmlformats.org/drawingml/2006/main">
            <a:r>
              <a:t>Twice the first equation gives a right side of six. So the first and second planes are the same. The right side eight gives a different, parallel plane.</a:t>
            </a:r>
          </a:p>
          <a:p xmlns:a="http://schemas.openxmlformats.org/drawingml/2006/main">
            <a:r>
              <a:t/>
            </a:r>
          </a:p>
          <a:p xmlns:a="http://schemas.openxmlformats.org/drawingml/2006/main">
            <a:r>
              <a:t>CLICK 2</a:t>
            </a:r>
          </a:p>
          <a:p xmlns:a="http://schemas.openxmlformats.org/drawingml/2006/main">
            <a:r>
              <a:t>For perpendicular planes, their normals have zero dot product. The plane x plus y equals two has normal one comma one comma zero. Its dot product with our reference normal is zero, so the two planes are perpendicular.</a:t>
            </a:r>
          </a:p>
          <a:p xmlns:a="http://schemas.openxmlformats.org/drawingml/2006/main">
            <a:r>
              <a:t/>
            </a:r>
          </a:p>
          <a:p xmlns:a="http://schemas.openxmlformats.org/drawingml/2006/main">
            <a:r>
              <a:t>POINTER OR DRAWING</a:t>
            </a:r>
          </a:p>
          <a:p xmlns:a="http://schemas.openxmlformats.org/drawingml/2006/main">
            <a:r>
              <a:t>State that Pi1 and Pi3 are distinct parallel planes. Do not decide coincidence from normals alone.</a:t>
            </a:r>
          </a:p>
          <a:p xmlns:a="http://schemas.openxmlformats.org/drawingml/2006/main">
            <a:r>
              <a:t/>
            </a:r>
          </a:p>
          <a:p xmlns:a="http://schemas.openxmlformats.org/drawingml/2006/main">
            <a:r>
              <a:t>EQUATIONS IN LATEX</a:t>
            </a:r>
          </a:p>
          <a:p xmlns:a="http://schemas.openxmlformats.org/drawingml/2006/main">
            <a:r>
              <a:t>\begin{aligned}\Pi_1:&amp;\ x-y+z=3\\\Pi_2:&amp;\ 2x-2y+2z=6\\\Pi_3:&amp;\ 2x-2y+2z=8\end{aligned}</a:t>
            </a:r>
          </a:p>
          <a:p xmlns:a="http://schemas.openxmlformats.org/drawingml/2006/main">
            <a:r>
              <a:t>2\Pi_1:\ 2x-2y+2z=6\quad\Longrightarrow\quad\Pi_1=\Pi_2,\quad\Pi_1\parallel\Pi_3</a:t>
            </a:r>
          </a:p>
          <a:p xmlns:a="http://schemas.openxmlformats.org/drawingml/2006/main">
            <a:r>
              <a:t>[1,-1,1]\cdot[1,1,0]=1-1+0=0</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23 | PowerPoint</a:t>
            </a:r>
          </a:p>
          <a:p xmlns:a="http://schemas.openxmlformats.org/drawingml/2006/main">
            <a:r>
              <a:t>8.5 Cartesian equations and properties of planes</a:t>
            </a:r>
          </a:p>
          <a:p xmlns:a="http://schemas.openxmlformats.org/drawingml/2006/main">
            <a:r>
              <a:t/>
            </a:r>
          </a:p>
          <a:p xmlns:a="http://schemas.openxmlformats.org/drawingml/2006/main">
            <a:r>
              <a:t>ON ARRIVAL</a:t>
            </a:r>
          </a:p>
          <a:p xmlns:a="http://schemas.openxmlformats.org/drawingml/2006/main">
            <a:r>
              <a:t>Compare plane one with plane two, and plane one with plane three. Check the complete equations. Parallel normals by themselves do not settle coincidence. Pause and justify both conclusions.</a:t>
            </a:r>
          </a:p>
          <a:p xmlns:a="http://schemas.openxmlformats.org/drawingml/2006/main">
            <a:r>
              <a:t/>
            </a:r>
          </a:p>
          <a:p xmlns:a="http://schemas.openxmlformats.org/drawingml/2006/main">
            <a:r>
              <a:t>POINTER OR DRAWING</a:t>
            </a:r>
          </a:p>
          <a:p xmlns:a="http://schemas.openxmlformats.org/drawingml/2006/main">
            <a:r>
              <a:t>Keep the givens visible. Reveal each equation before explaining the reason for that step.</a:t>
            </a:r>
          </a:p>
          <a:p xmlns:a="http://schemas.openxmlformats.org/drawingml/2006/main">
            <a:r>
              <a:t/>
            </a:r>
          </a:p>
          <a:p xmlns:a="http://schemas.openxmlformats.org/drawingml/2006/main">
            <a:r>
              <a:t>EQUATIONS IN LATEX</a:t>
            </a:r>
          </a:p>
          <a:p xmlns:a="http://schemas.openxmlformats.org/drawingml/2006/main">
            <a:r>
              <a:t>\Pi_1:x+2y-z=4</a:t>
            </a:r>
          </a:p>
          <a:p xmlns:a="http://schemas.openxmlformats.org/drawingml/2006/main">
            <a:r>
              <a:t>\Pi_2:-2x-4y+2z=-8,\quad\Pi_3:-2x-4y+2z=8</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24 | PowerPoint</a:t>
            </a:r>
          </a:p>
          <a:p xmlns:a="http://schemas.openxmlformats.org/drawingml/2006/main">
            <a:r>
              <a:t>8.5 Cartesian equations and properties of planes</a:t>
            </a:r>
          </a:p>
          <a:p xmlns:a="http://schemas.openxmlformats.org/drawingml/2006/main">
            <a:r>
              <a:t/>
            </a:r>
          </a:p>
          <a:p xmlns:a="http://schemas.openxmlformats.org/drawingml/2006/main">
            <a:r>
              <a:t>ON ARRIVAL</a:t>
            </a:r>
          </a:p>
          <a:p xmlns:a="http://schemas.openxmlformats.org/drawingml/2006/main">
            <a:r>
              <a:t>All three normals are parallel. The second and third are negative two times the first.</a:t>
            </a:r>
          </a:p>
          <a:p xmlns:a="http://schemas.openxmlformats.org/drawingml/2006/main">
            <a:r>
              <a:t/>
            </a:r>
          </a:p>
          <a:p xmlns:a="http://schemas.openxmlformats.org/drawingml/2006/main">
            <a:r>
              <a:t>CLICK 1</a:t>
            </a:r>
          </a:p>
          <a:p xmlns:a="http://schemas.openxmlformats.org/drawingml/2006/main">
            <a:r>
              <a:t>Multiply the entire first equation by negative two. The right side becomes negative eight, so the first and second equations describe the same plane.</a:t>
            </a:r>
          </a:p>
          <a:p xmlns:a="http://schemas.openxmlformats.org/drawingml/2006/main">
            <a:r>
              <a:t/>
            </a:r>
          </a:p>
          <a:p xmlns:a="http://schemas.openxmlformats.org/drawingml/2006/main">
            <a:r>
              <a:t>CLICK 2</a:t>
            </a:r>
          </a:p>
          <a:p xmlns:a="http://schemas.openxmlformats.org/drawingml/2006/main">
            <a:r>
              <a:t>The third equation has the same left side but a different right side. A point cannot satisfy both values at once.</a:t>
            </a:r>
          </a:p>
          <a:p xmlns:a="http://schemas.openxmlformats.org/drawingml/2006/main">
            <a:r>
              <a:t/>
            </a:r>
          </a:p>
          <a:p xmlns:a="http://schemas.openxmlformats.org/drawingml/2006/main">
            <a:r>
              <a:t>CLICK 3</a:t>
            </a:r>
          </a:p>
          <a:p xmlns:a="http://schemas.openxmlformats.org/drawingml/2006/main">
            <a:r>
              <a:t>The first and third planes are distinct and parallel. Scaling only the variable coefficients would have given the wrong conclusion.</a:t>
            </a:r>
          </a:p>
          <a:p xmlns:a="http://schemas.openxmlformats.org/drawingml/2006/main">
            <a:r>
              <a:t/>
            </a:r>
          </a:p>
          <a:p xmlns:a="http://schemas.openxmlformats.org/drawingml/2006/main">
            <a:r>
              <a:t>POINTER OR DRAWING</a:t>
            </a:r>
          </a:p>
          <a:p xmlns:a="http://schemas.openxmlformats.org/drawingml/2006/main">
            <a:r>
              <a:t>Keep the givens visible. Reveal each equation before explaining the reason for that step.</a:t>
            </a:r>
          </a:p>
          <a:p xmlns:a="http://schemas.openxmlformats.org/drawingml/2006/main">
            <a:r>
              <a:t/>
            </a:r>
          </a:p>
          <a:p xmlns:a="http://schemas.openxmlformats.org/drawingml/2006/main">
            <a:r>
              <a:t>EQUATIONS IN LATEX</a:t>
            </a:r>
          </a:p>
          <a:p xmlns:a="http://schemas.openxmlformats.org/drawingml/2006/main">
            <a:r>
              <a:t>\vec n_2=\vec n_3=[-2,-4,2]=-2[1,2,-1]</a:t>
            </a:r>
          </a:p>
          <a:p xmlns:a="http://schemas.openxmlformats.org/drawingml/2006/main">
            <a:r>
              <a:t>-2\Pi_1:\quad-2x-4y+2z=-8\quad\Rightarrow\quad\Pi_1=\Pi_2</a:t>
            </a:r>
          </a:p>
          <a:p xmlns:a="http://schemas.openxmlformats.org/drawingml/2006/main">
            <a:r>
              <a:t>\Pi_3:\quad-2x-4y+2z=8\ne-8</a:t>
            </a:r>
          </a:p>
          <a:p xmlns:a="http://schemas.openxmlformats.org/drawingml/2006/main">
            <a:r>
              <a:t>\Pi_1\text{ and }\Pi_3\text{ are distinct parallel planes}</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25 | PowerPoint</a:t>
            </a:r>
          </a:p>
          <a:p xmlns:a="http://schemas.openxmlformats.org/drawingml/2006/main">
            <a:r>
              <a:t>Sections 8.4 to 8.6 Plane equations and sketches</a:t>
            </a:r>
          </a:p>
          <a:p xmlns:a="http://schemas.openxmlformats.org/drawingml/2006/main">
            <a:r>
              <a:t/>
            </a:r>
          </a:p>
          <a:p xmlns:a="http://schemas.openxmlformats.org/drawingml/2006/main">
            <a:r>
              <a:t>ON ARRIVAL</a:t>
            </a:r>
          </a:p>
          <a:p xmlns:a="http://schemas.openxmlformats.org/drawingml/2006/main">
            <a:r>
              <a:t>To find the smaller angle between two planes, use their normals. Here, the second plane is the x y-plane, z equals zero.</a:t>
            </a:r>
          </a:p>
          <a:p xmlns:a="http://schemas.openxmlformats.org/drawingml/2006/main">
            <a:r>
              <a:t/>
            </a:r>
          </a:p>
          <a:p xmlns:a="http://schemas.openxmlformats.org/drawingml/2006/main">
            <a:r>
              <a:t>CLICK 1</a:t>
            </a:r>
          </a:p>
          <a:p xmlns:a="http://schemas.openxmlformats.org/drawingml/2006/main">
            <a:r>
              <a:t>The dot product is one. The first magnitude is square root three and the second is one. These are the values we need in the angle formula.</a:t>
            </a:r>
          </a:p>
          <a:p xmlns:a="http://schemas.openxmlformats.org/drawingml/2006/main">
            <a:r>
              <a:t/>
            </a:r>
          </a:p>
          <a:p xmlns:a="http://schemas.openxmlformats.org/drawingml/2006/main">
            <a:r>
              <a:t>CLICK 2</a:t>
            </a:r>
          </a:p>
          <a:p xmlns:a="http://schemas.openxmlformats.org/drawingml/2006/main">
            <a:r>
              <a:t>Use the absolute dot product to obtain the smaller angle. Inverse cosine in degree mode gives approximately fifty-four point seven degrees. The exact ratio stays one over square root three until this last approximation.</a:t>
            </a:r>
          </a:p>
          <a:p xmlns:a="http://schemas.openxmlformats.org/drawingml/2006/main">
            <a:r>
              <a:t/>
            </a:r>
          </a:p>
          <a:p xmlns:a="http://schemas.openxmlformats.org/drawingml/2006/main">
            <a:r>
              <a:t>POINTER OR DRAWING</a:t>
            </a:r>
          </a:p>
          <a:p xmlns:a="http://schemas.openxmlformats.org/drawingml/2006/main">
            <a:r>
              <a:t>Optional demo: rotate the view without changing either plane equation. Show that the angle stays fixed.</a:t>
            </a:r>
          </a:p>
          <a:p xmlns:a="http://schemas.openxmlformats.org/drawingml/2006/main">
            <a:r>
              <a:t/>
            </a:r>
          </a:p>
          <a:p xmlns:a="http://schemas.openxmlformats.org/drawingml/2006/main">
            <a:r>
              <a:t>EQUATIONS IN LATEX</a:t>
            </a:r>
          </a:p>
          <a:p xmlns:a="http://schemas.openxmlformats.org/drawingml/2006/main">
            <a:r>
              <a:t>\vec n_1=[1,-1,1],\quad\vec n_2=[0,0,1]</a:t>
            </a:r>
          </a:p>
          <a:p xmlns:a="http://schemas.openxmlformats.org/drawingml/2006/main">
            <a:r>
              <a:t>\vec n_1\cdot\vec n_2=1,\quad\|\vec n_1\|=\sqrt3,\quad\|\vec n_2\|=1</a:t>
            </a:r>
          </a:p>
          <a:p xmlns:a="http://schemas.openxmlformats.org/drawingml/2006/main">
            <a:r>
              <a:t>\cos\theta=\frac{|\vec n_1\cdot\vec n_2|}{\|\vec n_1\|\|\vec n_2\|}=\frac1{\sqrt3},\quad\theta\approx54.7^\circ</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26 | PowerPoint</a:t>
            </a:r>
          </a:p>
          <a:p xmlns:a="http://schemas.openxmlformats.org/drawingml/2006/main">
            <a:r>
              <a:t>8.5 Cartesian equations and properties of planes</a:t>
            </a:r>
          </a:p>
          <a:p xmlns:a="http://schemas.openxmlformats.org/drawingml/2006/main">
            <a:r>
              <a:t/>
            </a:r>
          </a:p>
          <a:p xmlns:a="http://schemas.openxmlformats.org/drawingml/2006/main">
            <a:r>
              <a:t>ON ARRIVAL</a:t>
            </a:r>
          </a:p>
          <a:p xmlns:a="http://schemas.openxmlformats.org/drawingml/2006/main">
            <a:r>
              <a:t>Find the smaller angle between these planes. Read their normals, calculate the dot product and magnitudes, then use inverse cosine in degree mode. Pause and keep the radicals exact until the last step.</a:t>
            </a:r>
          </a:p>
          <a:p xmlns:a="http://schemas.openxmlformats.org/drawingml/2006/main">
            <a:r>
              <a:t/>
            </a:r>
          </a:p>
          <a:p xmlns:a="http://schemas.openxmlformats.org/drawingml/2006/main">
            <a:r>
              <a:t>POINTER OR DRAWING</a:t>
            </a:r>
          </a:p>
          <a:p xmlns:a="http://schemas.openxmlformats.org/drawingml/2006/main">
            <a:r>
              <a:t>Keep the givens visible. Reveal each equation before explaining the reason for that step.</a:t>
            </a:r>
          </a:p>
          <a:p xmlns:a="http://schemas.openxmlformats.org/drawingml/2006/main">
            <a:r>
              <a:t/>
            </a:r>
          </a:p>
          <a:p xmlns:a="http://schemas.openxmlformats.org/drawingml/2006/main">
            <a:r>
              <a:t>EQUATIONS IN LATEX</a:t>
            </a:r>
          </a:p>
          <a:p xmlns:a="http://schemas.openxmlformats.org/drawingml/2006/main">
            <a:r>
              <a:t>\Pi_1:x+y+z=2,\qquad\Pi_2:x+z=1</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27 | PowerPoint</a:t>
            </a:r>
          </a:p>
          <a:p xmlns:a="http://schemas.openxmlformats.org/drawingml/2006/main">
            <a:r>
              <a:t>8.5 Cartesian equations and properties of planes</a:t>
            </a:r>
          </a:p>
          <a:p xmlns:a="http://schemas.openxmlformats.org/drawingml/2006/main">
            <a:r>
              <a:t/>
            </a:r>
          </a:p>
          <a:p xmlns:a="http://schemas.openxmlformats.org/drawingml/2006/main">
            <a:r>
              <a:t>ON ARRIVAL</a:t>
            </a:r>
          </a:p>
          <a:p xmlns:a="http://schemas.openxmlformats.org/drawingml/2006/main">
            <a:r>
              <a:t>The normals come directly from the coefficients. Notice the missing y term gives a zero y-component in the second normal.</a:t>
            </a:r>
          </a:p>
          <a:p xmlns:a="http://schemas.openxmlformats.org/drawingml/2006/main">
            <a:r>
              <a:t/>
            </a:r>
          </a:p>
          <a:p xmlns:a="http://schemas.openxmlformats.org/drawingml/2006/main">
            <a:r>
              <a:t>CLICK 1</a:t>
            </a:r>
          </a:p>
          <a:p xmlns:a="http://schemas.openxmlformats.org/drawingml/2006/main">
            <a:r>
              <a:t>The dot product is two. The magnitudes are square root three and square root two.</a:t>
            </a:r>
          </a:p>
          <a:p xmlns:a="http://schemas.openxmlformats.org/drawingml/2006/main">
            <a:r>
              <a:t/>
            </a:r>
          </a:p>
          <a:p xmlns:a="http://schemas.openxmlformats.org/drawingml/2006/main">
            <a:r>
              <a:t>CLICK 2</a:t>
            </a:r>
          </a:p>
          <a:p xmlns:a="http://schemas.openxmlformats.org/drawingml/2006/main">
            <a:r>
              <a:t>Use the absolute dot product divided by the product of the magnitudes. The exact ratio is two over square root six.</a:t>
            </a:r>
          </a:p>
          <a:p xmlns:a="http://schemas.openxmlformats.org/drawingml/2006/main">
            <a:r>
              <a:t/>
            </a:r>
          </a:p>
          <a:p xmlns:a="http://schemas.openxmlformats.org/drawingml/2006/main">
            <a:r>
              <a:t>CLICK 3</a:t>
            </a:r>
          </a:p>
          <a:p xmlns:a="http://schemas.openxmlformats.org/drawingml/2006/main">
            <a:r>
              <a:t>Inverse cosine gives approximately thirty-five point three degrees. Keep the exact ratio until this final approximation.</a:t>
            </a:r>
          </a:p>
          <a:p xmlns:a="http://schemas.openxmlformats.org/drawingml/2006/main">
            <a:r>
              <a:t/>
            </a:r>
          </a:p>
          <a:p xmlns:a="http://schemas.openxmlformats.org/drawingml/2006/main">
            <a:r>
              <a:t>POINTER OR DRAWING</a:t>
            </a:r>
          </a:p>
          <a:p xmlns:a="http://schemas.openxmlformats.org/drawingml/2006/main">
            <a:r>
              <a:t>Keep the givens visible. Reveal each equation before explaining the reason for that step.</a:t>
            </a:r>
          </a:p>
          <a:p xmlns:a="http://schemas.openxmlformats.org/drawingml/2006/main">
            <a:r>
              <a:t/>
            </a:r>
          </a:p>
          <a:p xmlns:a="http://schemas.openxmlformats.org/drawingml/2006/main">
            <a:r>
              <a:t>EQUATIONS IN LATEX</a:t>
            </a:r>
          </a:p>
          <a:p xmlns:a="http://schemas.openxmlformats.org/drawingml/2006/main">
            <a:r>
              <a:t>\vec n_1=[1,1,1],\quad\vec n_2=[1,0,1]</a:t>
            </a:r>
          </a:p>
          <a:p xmlns:a="http://schemas.openxmlformats.org/drawingml/2006/main">
            <a:r>
              <a:t>\vec n_1\cdot\vec n_2=2,\quad\|\vec n_1\|=\sqrt3,\quad\|\vec n_2\|=\sqrt2</a:t>
            </a:r>
          </a:p>
          <a:p xmlns:a="http://schemas.openxmlformats.org/drawingml/2006/main">
            <a:r>
              <a:t>\cos\theta=\frac{|2|}{\sqrt3\sqrt2}=\frac2{\sqrt6}</a:t>
            </a:r>
          </a:p>
          <a:p xmlns:a="http://schemas.openxmlformats.org/drawingml/2006/main">
            <a:r>
              <a:t>\theta=\cos^{-1}\!\left(\frac2{\sqrt6}\right)\approx35.3^\circ</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28 | PowerPoint</a:t>
            </a:r>
          </a:p>
          <a:p xmlns:a="http://schemas.openxmlformats.org/drawingml/2006/main">
            <a:r>
              <a:t>8.6 Sketching points and planes in R3</a:t>
            </a:r>
          </a:p>
          <a:p xmlns:a="http://schemas.openxmlformats.org/drawingml/2006/main">
            <a:r>
              <a:t/>
            </a:r>
          </a:p>
          <a:p xmlns:a="http://schemas.openxmlformats.org/drawingml/2006/main">
            <a:r>
              <a:t>ON ARRIVAL</a:t>
            </a:r>
          </a:p>
          <a:p xmlns:a="http://schemas.openxmlformats.org/drawingml/2006/main">
            <a:r>
              <a:t>Now let’s sketch a point before sketching a plane. Our point is two comma negative one comma three. Draw and label the three axes first.</a:t>
            </a:r>
          </a:p>
          <a:p xmlns:a="http://schemas.openxmlformats.org/drawingml/2006/main">
            <a:r>
              <a:t/>
            </a:r>
          </a:p>
          <a:p xmlns:a="http://schemas.openxmlformats.org/drawingml/2006/main">
            <a:r>
              <a:t>CLICK 1</a:t>
            </a:r>
          </a:p>
          <a:p xmlns:a="http://schemas.openxmlformats.org/drawingml/2006/main">
            <a:r>
              <a:t>Start at the origin and move two units in the positive x direction. This puts us at two comma zero comma zero.</a:t>
            </a:r>
          </a:p>
          <a:p xmlns:a="http://schemas.openxmlformats.org/drawingml/2006/main">
            <a:r>
              <a:t/>
            </a:r>
          </a:p>
          <a:p xmlns:a="http://schemas.openxmlformats.org/drawingml/2006/main">
            <a:r>
              <a:t>CLICK 2</a:t>
            </a:r>
          </a:p>
          <a:p xmlns:a="http://schemas.openxmlformats.org/drawingml/2006/main">
            <a:r>
              <a:t>From there, move one unit in the negative y direction, parallel to the y-axis. We are now at two comma negative one comma zero, in the x y-plane.</a:t>
            </a:r>
          </a:p>
          <a:p xmlns:a="http://schemas.openxmlformats.org/drawingml/2006/main">
            <a:r>
              <a:t/>
            </a:r>
          </a:p>
          <a:p xmlns:a="http://schemas.openxmlformats.org/drawingml/2006/main">
            <a:r>
              <a:t>CLICK 3</a:t>
            </a:r>
          </a:p>
          <a:p xmlns:a="http://schemas.openxmlformats.org/drawingml/2006/main">
            <a:r>
              <a:t>Finally move three units in the positive z direction. Mark P and retain the light construction lines. Their directions show how the coordinates locate the point.</a:t>
            </a:r>
          </a:p>
          <a:p xmlns:a="http://schemas.openxmlformats.org/drawingml/2006/main">
            <a:r>
              <a:t/>
            </a:r>
          </a:p>
          <a:p xmlns:a="http://schemas.openxmlformats.org/drawingml/2006/main">
            <a:r>
              <a:t>POINTER OR DRAWING</a:t>
            </a:r>
          </a:p>
          <a:p xmlns:a="http://schemas.openxmlformats.org/drawingml/2006/main">
            <a:r>
              <a:t>Keep the givens visible. Reveal each equation before explaining the reason for that step.</a:t>
            </a:r>
          </a:p>
          <a:p xmlns:a="http://schemas.openxmlformats.org/drawingml/2006/main">
            <a:r>
              <a:t/>
            </a:r>
          </a:p>
          <a:p xmlns:a="http://schemas.openxmlformats.org/drawingml/2006/main">
            <a:r>
              <a:t>EQUATIONS IN LATEX</a:t>
            </a:r>
          </a:p>
          <a:p xmlns:a="http://schemas.openxmlformats.org/drawingml/2006/main">
            <a:r>
              <a:t>P(2,-1,3)</a:t>
            </a:r>
          </a:p>
          <a:p xmlns:a="http://schemas.openxmlformats.org/drawingml/2006/main">
            <a:r>
              <a:t>O(0,0,0)\longrightarrow(2,0,0)</a:t>
            </a:r>
          </a:p>
          <a:p xmlns:a="http://schemas.openxmlformats.org/drawingml/2006/main">
            <a:r>
              <a:t>(2,0,0)\longrightarrow(2,-1,0)</a:t>
            </a:r>
          </a:p>
          <a:p xmlns:a="http://schemas.openxmlformats.org/drawingml/2006/main">
            <a:r>
              <a:t>(2,-1,0)\longrightarrow P(2,-1,3)</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29 | PowerPoint</a:t>
            </a:r>
          </a:p>
          <a:p xmlns:a="http://schemas.openxmlformats.org/drawingml/2006/main">
            <a:r>
              <a:t>8.6 Sketching points and planes in R3</a:t>
            </a:r>
          </a:p>
          <a:p xmlns:a="http://schemas.openxmlformats.org/drawingml/2006/main">
            <a:r>
              <a:t/>
            </a:r>
          </a:p>
          <a:p xmlns:a="http://schemas.openxmlformats.org/drawingml/2006/main">
            <a:r>
              <a:t>ON ARRIVAL</a:t>
            </a:r>
          </a:p>
          <a:p xmlns:a="http://schemas.openxmlformats.org/drawingml/2006/main">
            <a:r>
              <a:t>Sketch negative one comma two comma negative two. Also mark its projection onto the x y-plane. Explain which coordinate makes the point lie below that plane. Pause and draw it.</a:t>
            </a:r>
          </a:p>
          <a:p xmlns:a="http://schemas.openxmlformats.org/drawingml/2006/main">
            <a:r>
              <a:t/>
            </a:r>
          </a:p>
          <a:p xmlns:a="http://schemas.openxmlformats.org/drawingml/2006/main">
            <a:r>
              <a:t>POINTER OR DRAWING</a:t>
            </a:r>
          </a:p>
          <a:p xmlns:a="http://schemas.openxmlformats.org/drawingml/2006/main">
            <a:r>
              <a:t>Keep the givens visible. Reveal each equation before explaining the reason for that step.</a:t>
            </a:r>
          </a:p>
          <a:p xmlns:a="http://schemas.openxmlformats.org/drawingml/2006/main">
            <a:r>
              <a:t/>
            </a:r>
          </a:p>
          <a:p xmlns:a="http://schemas.openxmlformats.org/drawingml/2006/main">
            <a:r>
              <a:t>EQUATIONS IN LATEX</a:t>
            </a:r>
          </a:p>
          <a:p xmlns:a="http://schemas.openxmlformats.org/drawingml/2006/main">
            <a:r>
              <a:t>R(-1,2,-2)</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30 | PowerPoint</a:t>
            </a:r>
          </a:p>
          <a:p xmlns:a="http://schemas.openxmlformats.org/drawingml/2006/main">
            <a:r>
              <a:t>8.6 Sketching points and planes in R3</a:t>
            </a:r>
          </a:p>
          <a:p xmlns:a="http://schemas.openxmlformats.org/drawingml/2006/main">
            <a:r>
              <a:t/>
            </a:r>
          </a:p>
          <a:p xmlns:a="http://schemas.openxmlformats.org/drawingml/2006/main">
            <a:r>
              <a:t>ON ARRIVAL</a:t>
            </a:r>
          </a:p>
          <a:p xmlns:a="http://schemas.openxmlformats.org/drawingml/2006/main">
            <a:r>
              <a:t>Move one unit in negative x, then two units parallel to positive y. This gives H at negative one comma two comma zero.</a:t>
            </a:r>
          </a:p>
          <a:p xmlns:a="http://schemas.openxmlformats.org/drawingml/2006/main">
            <a:r>
              <a:t/>
            </a:r>
          </a:p>
          <a:p xmlns:a="http://schemas.openxmlformats.org/drawingml/2006/main">
            <a:r>
              <a:t>CLICK 1</a:t>
            </a:r>
          </a:p>
          <a:p xmlns:a="http://schemas.openxmlformats.org/drawingml/2006/main">
            <a:r>
              <a:t>From H, move down two units parallel to the z-axis. Mark R at negative one comma two comma negative two.</a:t>
            </a:r>
          </a:p>
          <a:p xmlns:a="http://schemas.openxmlformats.org/drawingml/2006/main">
            <a:r>
              <a:t/>
            </a:r>
          </a:p>
          <a:p xmlns:a="http://schemas.openxmlformats.org/drawingml/2006/main">
            <a:r>
              <a:t>CLICK 2</a:t>
            </a:r>
          </a:p>
          <a:p xmlns:a="http://schemas.openxmlformats.org/drawingml/2006/main">
            <a:r>
              <a:t>Negative z puts R below the x y-plane. Its projection H keeps the same x and y coordinates and changes only z to zero.</a:t>
            </a:r>
          </a:p>
          <a:p xmlns:a="http://schemas.openxmlformats.org/drawingml/2006/main">
            <a:r>
              <a:t/>
            </a:r>
          </a:p>
          <a:p xmlns:a="http://schemas.openxmlformats.org/drawingml/2006/main">
            <a:r>
              <a:t>POINTER OR DRAWING</a:t>
            </a:r>
          </a:p>
          <a:p xmlns:a="http://schemas.openxmlformats.org/drawingml/2006/main">
            <a:r>
              <a:t>Keep the givens visible. Reveal each equation before explaining the reason for that step.</a:t>
            </a:r>
          </a:p>
          <a:p xmlns:a="http://schemas.openxmlformats.org/drawingml/2006/main">
            <a:r>
              <a:t/>
            </a:r>
          </a:p>
          <a:p xmlns:a="http://schemas.openxmlformats.org/drawingml/2006/main">
            <a:r>
              <a:t>EQUATIONS IN LATEX</a:t>
            </a:r>
          </a:p>
          <a:p xmlns:a="http://schemas.openxmlformats.org/drawingml/2006/main">
            <a:r>
              <a:t>(-1,0,0)\longrightarrow H(-1,2,0)</a:t>
            </a:r>
          </a:p>
          <a:p xmlns:a="http://schemas.openxmlformats.org/drawingml/2006/main">
            <a:r>
              <a:t>H(-1,2,0)\longrightarrow R(-1,2,-2)</a:t>
            </a:r>
          </a:p>
          <a:p xmlns:a="http://schemas.openxmlformats.org/drawingml/2006/main">
            <a:r>
              <a:t>z_R=-2&lt;0,\qquad H\text{ is the projection onto }z=0</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31 | PowerPoint</a:t>
            </a:r>
          </a:p>
          <a:p xmlns:a="http://schemas.openxmlformats.org/drawingml/2006/main">
            <a:r>
              <a:t>Sections 8.4 to 8.6 Plane equations and sketches</a:t>
            </a:r>
          </a:p>
          <a:p xmlns:a="http://schemas.openxmlformats.org/drawingml/2006/main">
            <a:r>
              <a:t/>
            </a:r>
          </a:p>
          <a:p xmlns:a="http://schemas.openxmlformats.org/drawingml/2006/main">
            <a:r>
              <a:t>ON ARRIVAL</a:t>
            </a:r>
          </a:p>
          <a:p xmlns:a="http://schemas.openxmlformats.org/drawingml/2006/main">
            <a:r>
              <a:t>For a sketch, look for easy points on the axes. At an axis intercept, the other two coordinates are zero.</a:t>
            </a:r>
          </a:p>
          <a:p xmlns:a="http://schemas.openxmlformats.org/drawingml/2006/main">
            <a:r>
              <a:t/>
            </a:r>
          </a:p>
          <a:p xmlns:a="http://schemas.openxmlformats.org/drawingml/2006/main">
            <a:r>
              <a:t>CLICK 1</a:t>
            </a:r>
          </a:p>
          <a:p xmlns:a="http://schemas.openxmlformats.org/drawingml/2006/main">
            <a:r>
              <a:t>Set y and z to zero to get x equals three. Then set x and z to zero to get y equals two. Finally, set x and y to zero to get z equals one.</a:t>
            </a:r>
          </a:p>
          <a:p xmlns:a="http://schemas.openxmlformats.org/drawingml/2006/main">
            <a:r>
              <a:t/>
            </a:r>
          </a:p>
          <a:p xmlns:a="http://schemas.openxmlformats.org/drawingml/2006/main">
            <a:r>
              <a:t>CLICK 2</a:t>
            </a:r>
          </a:p>
          <a:p xmlns:a="http://schemas.openxmlformats.org/drawingml/2006/main">
            <a:r>
              <a:t>Plot those three points in coordinate order. Join them to show the plane's orientation. The triangle is a convenient patch, not a boundary. The plane continues beyond it in every in-plane direction.</a:t>
            </a:r>
          </a:p>
          <a:p xmlns:a="http://schemas.openxmlformats.org/drawingml/2006/main">
            <a:r>
              <a:t/>
            </a:r>
          </a:p>
          <a:p xmlns:a="http://schemas.openxmlformats.org/drawingml/2006/main">
            <a:r>
              <a:t>POINTER OR DRAWING</a:t>
            </a:r>
          </a:p>
          <a:p xmlns:a="http://schemas.openxmlformats.org/drawingml/2006/main">
            <a:r>
              <a:t>Point along the correct axis for each coordinate. A trace is the line where the plane meets a coordinate plane.</a:t>
            </a:r>
          </a:p>
          <a:p xmlns:a="http://schemas.openxmlformats.org/drawingml/2006/main">
            <a:r>
              <a:t/>
            </a:r>
          </a:p>
          <a:p xmlns:a="http://schemas.openxmlformats.org/drawingml/2006/main">
            <a:r>
              <a:t>EQUATIONS IN LATEX</a:t>
            </a:r>
          </a:p>
          <a:p xmlns:a="http://schemas.openxmlformats.org/drawingml/2006/main">
            <a:r>
              <a:t>2x+3y+6z=6</a:t>
            </a:r>
          </a:p>
          <a:p xmlns:a="http://schemas.openxmlformats.org/drawingml/2006/main">
            <a:r>
              <a:t>\begin{aligned}y=z=0:&amp;\quad x=3\\x=z=0:&amp;\quad y=2\\x=y=0:&amp;\quad z=1\end{aligned}</a:t>
            </a:r>
          </a:p>
          <a:p xmlns:a="http://schemas.openxmlformats.org/drawingml/2006/main">
            <a:r>
              <a:t>A(3,0,0),\quad B(0,2,0),\quad C(0,0,1)</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32 | PowerPoint</a:t>
            </a:r>
          </a:p>
          <a:p xmlns:a="http://schemas.openxmlformats.org/drawingml/2006/main">
            <a:r>
              <a:t>8.6 Sketching points and planes in R3</a:t>
            </a:r>
          </a:p>
          <a:p xmlns:a="http://schemas.openxmlformats.org/drawingml/2006/main">
            <a:r>
              <a:t/>
            </a:r>
          </a:p>
          <a:p xmlns:a="http://schemas.openxmlformats.org/drawingml/2006/main">
            <a:r>
              <a:t>ON ARRIVAL</a:t>
            </a:r>
          </a:p>
          <a:p xmlns:a="http://schemas.openxmlformats.org/drawingml/2006/main">
            <a:r>
              <a:t>A trace is the intersection of our plane with a coordinate plane. At an axis intercept we set two coordinates to zero. For a trace we set only one to zero.</a:t>
            </a:r>
          </a:p>
          <a:p xmlns:a="http://schemas.openxmlformats.org/drawingml/2006/main">
            <a:r>
              <a:t/>
            </a:r>
          </a:p>
          <a:p xmlns:a="http://schemas.openxmlformats.org/drawingml/2006/main">
            <a:r>
              <a:t>CLICK 1</a:t>
            </a:r>
          </a:p>
          <a:p xmlns:a="http://schemas.openxmlformats.org/drawingml/2006/main">
            <a:r>
              <a:t>Set z to zero to get the trace in the x y-plane. This line joins the x and y intercepts.</a:t>
            </a:r>
          </a:p>
          <a:p xmlns:a="http://schemas.openxmlformats.org/drawingml/2006/main">
            <a:r>
              <a:t/>
            </a:r>
          </a:p>
          <a:p xmlns:a="http://schemas.openxmlformats.org/drawingml/2006/main">
            <a:r>
              <a:t>CLICK 2</a:t>
            </a:r>
          </a:p>
          <a:p xmlns:a="http://schemas.openxmlformats.org/drawingml/2006/main">
            <a:r>
              <a:t>Set y to zero to get the trace in the x z-plane. This line joins the x and z intercepts.</a:t>
            </a:r>
          </a:p>
          <a:p xmlns:a="http://schemas.openxmlformats.org/drawingml/2006/main">
            <a:r>
              <a:t/>
            </a:r>
          </a:p>
          <a:p xmlns:a="http://schemas.openxmlformats.org/drawingml/2006/main">
            <a:r>
              <a:t>CLICK 3</a:t>
            </a:r>
          </a:p>
          <a:p xmlns:a="http://schemas.openxmlformats.org/drawingml/2006/main">
            <a:r>
              <a:t>Set x to zero for the trace in the y z-plane. The three trace lines show the orientation of the plane patch.</a:t>
            </a:r>
          </a:p>
          <a:p xmlns:a="http://schemas.openxmlformats.org/drawingml/2006/main">
            <a:r>
              <a:t/>
            </a:r>
          </a:p>
          <a:p xmlns:a="http://schemas.openxmlformats.org/drawingml/2006/main">
            <a:r>
              <a:t>POINTER OR DRAWING</a:t>
            </a:r>
          </a:p>
          <a:p xmlns:a="http://schemas.openxmlformats.org/drawingml/2006/main">
            <a:r>
              <a:t>Keep the givens visible. Reveal each equation before explaining the reason for that step.</a:t>
            </a:r>
          </a:p>
          <a:p xmlns:a="http://schemas.openxmlformats.org/drawingml/2006/main">
            <a:r>
              <a:t/>
            </a:r>
          </a:p>
          <a:p xmlns:a="http://schemas.openxmlformats.org/drawingml/2006/main">
            <a:r>
              <a:t>EQUATIONS IN LATEX</a:t>
            </a:r>
          </a:p>
          <a:p xmlns:a="http://schemas.openxmlformats.org/drawingml/2006/main">
            <a:r>
              <a:t>\Pi:2x+3y+6z=6</a:t>
            </a:r>
          </a:p>
          <a:p xmlns:a="http://schemas.openxmlformats.org/drawingml/2006/main">
            <a:r>
              <a:t>z=0:\quad2x+3y=6\quad\text{in the xy-plane}</a:t>
            </a:r>
          </a:p>
          <a:p xmlns:a="http://schemas.openxmlformats.org/drawingml/2006/main">
            <a:r>
              <a:t>y=0:\quad2x+6z=6\quad\text{in the xz-plane}</a:t>
            </a:r>
          </a:p>
          <a:p xmlns:a="http://schemas.openxmlformats.org/drawingml/2006/main">
            <a:r>
              <a:t>x=0:\quad3y+6z=6\quad\text{in the yz-plane}</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33 | PowerPoint</a:t>
            </a:r>
          </a:p>
          <a:p xmlns:a="http://schemas.openxmlformats.org/drawingml/2006/main">
            <a:r>
              <a:t>Sections 8.4 to 8.6 Plane equations and sketches</a:t>
            </a:r>
          </a:p>
          <a:p xmlns:a="http://schemas.openxmlformats.org/drawingml/2006/main">
            <a:r>
              <a:t/>
            </a:r>
          </a:p>
          <a:p xmlns:a="http://schemas.openxmlformats.org/drawingml/2006/main">
            <a:r>
              <a:t>ON ARRIVAL</a:t>
            </a:r>
          </a:p>
          <a:p xmlns:a="http://schemas.openxmlformats.org/drawingml/2006/main">
            <a:r>
              <a:t>If z is missing, z can be any number. For x plus y equals two, there is no z-intercept because a point on the z-axis would require zero equals two. Draw the line x plus y equals two in the x y-plane and extend it parallel to the z-axis.</a:t>
            </a:r>
          </a:p>
          <a:p xmlns:a="http://schemas.openxmlformats.org/drawingml/2006/main">
            <a:r>
              <a:t/>
            </a:r>
          </a:p>
          <a:p xmlns:a="http://schemas.openxmlformats.org/drawingml/2006/main">
            <a:r>
              <a:t>CLICK 1</a:t>
            </a:r>
          </a:p>
          <a:p xmlns:a="http://schemas.openxmlformats.org/drawingml/2006/main">
            <a:r>
              <a:t>A missing coefficient does not always mean the corresponding axis is absent. For x plus y equals zero, every point on the z-axis works. Test the axis: an identity means it is contained, while a contradiction means it is missed.</a:t>
            </a:r>
          </a:p>
          <a:p xmlns:a="http://schemas.openxmlformats.org/drawingml/2006/main">
            <a:r>
              <a:t/>
            </a:r>
          </a:p>
          <a:p xmlns:a="http://schemas.openxmlformats.org/drawingml/2006/main">
            <a:r>
              <a:t>POINTER OR DRAWING</a:t>
            </a:r>
          </a:p>
          <a:p xmlns:a="http://schemas.openxmlformats.org/drawingml/2006/main">
            <a:r>
              <a:t>A contradiction means the axis is missed. An identity means the whole axis is contained.</a:t>
            </a:r>
          </a:p>
          <a:p xmlns:a="http://schemas.openxmlformats.org/drawingml/2006/main">
            <a:r>
              <a:t/>
            </a:r>
          </a:p>
          <a:p xmlns:a="http://schemas.openxmlformats.org/drawingml/2006/main">
            <a:r>
              <a:t>EQUATIONS IN LATEX</a:t>
            </a:r>
          </a:p>
          <a:p xmlns:a="http://schemas.openxmlformats.org/drawingml/2006/main">
            <a:r>
              <a:t>x+y=2:\quad(2,0,0),\ (0,2,0),\qquad x=y=0\Rightarrow0=2</a:t>
            </a:r>
          </a:p>
          <a:p xmlns:a="http://schemas.openxmlformats.org/drawingml/2006/main">
            <a:r>
              <a:t>x+y=0:\quad(0,0,z)\in\Pi\text{ for every real }z</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34 | PowerPoint</a:t>
            </a:r>
          </a:p>
          <a:p xmlns:a="http://schemas.openxmlformats.org/drawingml/2006/main">
            <a:r>
              <a:t>8.6 Sketching points and planes in R3</a:t>
            </a:r>
          </a:p>
          <a:p xmlns:a="http://schemas.openxmlformats.org/drawingml/2006/main">
            <a:r>
              <a:t/>
            </a:r>
          </a:p>
          <a:p xmlns:a="http://schemas.openxmlformats.org/drawingml/2006/main">
            <a:r>
              <a:t>ON ARRIVAL</a:t>
            </a:r>
          </a:p>
          <a:p xmlns:a="http://schemas.openxmlformats.org/drawingml/2006/main">
            <a:r>
              <a:t>The x y-plane has z equal to zero. If z equals two instead, every point stays at height two. The plane is parallel to the x y-plane.</a:t>
            </a:r>
          </a:p>
          <a:p xmlns:a="http://schemas.openxmlformats.org/drawingml/2006/main">
            <a:r>
              <a:t/>
            </a:r>
          </a:p>
          <a:p xmlns:a="http://schemas.openxmlformats.org/drawingml/2006/main">
            <a:r>
              <a:t>CLICK 1</a:t>
            </a:r>
          </a:p>
          <a:p xmlns:a="http://schemas.openxmlformats.org/drawingml/2006/main">
            <a:r>
              <a:t>For x equals negative one, x stays fixed while y and z vary independently. The vector equation shows a plane parallel to the y and z axes. Both parameters are needed.</a:t>
            </a:r>
          </a:p>
          <a:p xmlns:a="http://schemas.openxmlformats.org/drawingml/2006/main">
            <a:r>
              <a:t/>
            </a:r>
          </a:p>
          <a:p xmlns:a="http://schemas.openxmlformats.org/drawingml/2006/main">
            <a:r>
              <a:t>CLICK 2</a:t>
            </a:r>
          </a:p>
          <a:p xmlns:a="http://schemas.openxmlformats.org/drawingml/2006/main">
            <a:r>
              <a:t>For y equals three, the normal is zero comma one comma zero. The missing x and z terms mean we may move freely in those directions while staying on the plane.</a:t>
            </a:r>
          </a:p>
          <a:p xmlns:a="http://schemas.openxmlformats.org/drawingml/2006/main">
            <a:r>
              <a:t/>
            </a:r>
          </a:p>
          <a:p xmlns:a="http://schemas.openxmlformats.org/drawingml/2006/main">
            <a:r>
              <a:t>POINTER OR DRAWING</a:t>
            </a:r>
          </a:p>
          <a:p xmlns:a="http://schemas.openxmlformats.org/drawingml/2006/main">
            <a:r>
              <a:t>Keep the givens visible. Reveal each equation before explaining the reason for that step.</a:t>
            </a:r>
          </a:p>
          <a:p xmlns:a="http://schemas.openxmlformats.org/drawingml/2006/main">
            <a:r>
              <a:t/>
            </a:r>
          </a:p>
          <a:p xmlns:a="http://schemas.openxmlformats.org/drawingml/2006/main">
            <a:r>
              <a:t>EQUATIONS IN LATEX</a:t>
            </a:r>
          </a:p>
          <a:p xmlns:a="http://schemas.openxmlformats.org/drawingml/2006/main">
            <a:r>
              <a:t>z=0:\quad\text{xy-plane}\qquad z=2:\quad\text{parallel plane}</a:t>
            </a:r>
          </a:p>
          <a:p xmlns:a="http://schemas.openxmlformats.org/drawingml/2006/main">
            <a:r>
              <a:t>x=-1:\quad\vec r=[-1,0,0]+s[0,1,0]+t[0,0,1]</a:t>
            </a:r>
          </a:p>
          <a:p xmlns:a="http://schemas.openxmlformats.org/drawingml/2006/main">
            <a:r>
              <a:t>y=3:\quad\vec n=[0,1,0]</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35 | PowerPoint</a:t>
            </a:r>
          </a:p>
          <a:p xmlns:a="http://schemas.openxmlformats.org/drawingml/2006/main">
            <a:r>
              <a:t>Sections 8.4 to 8.6 Plane equations and sketches</a:t>
            </a:r>
          </a:p>
          <a:p xmlns:a="http://schemas.openxmlformats.org/drawingml/2006/main">
            <a:r>
              <a:t/>
            </a:r>
          </a:p>
          <a:p xmlns:a="http://schemas.openxmlformats.org/drawingml/2006/main">
            <a:r>
              <a:t>ON ARRIVAL</a:t>
            </a:r>
          </a:p>
          <a:p xmlns:a="http://schemas.openxmlformats.org/drawingml/2006/main">
            <a:r>
              <a:t>A plane through the origin needs a different sketch. All three axis intercepts here collapse to the origin. Use two independent directions that satisfy the equation and draw a patch through them.</a:t>
            </a:r>
          </a:p>
          <a:p xmlns:a="http://schemas.openxmlformats.org/drawingml/2006/main">
            <a:r>
              <a:t/>
            </a:r>
          </a:p>
          <a:p xmlns:a="http://schemas.openxmlformats.org/drawingml/2006/main">
            <a:r>
              <a:t>CLICK 1</a:t>
            </a:r>
          </a:p>
          <a:p xmlns:a="http://schemas.openxmlformats.org/drawingml/2006/main">
            <a:r>
              <a:t>Set both parameters to zero. The position vector is zero, so the plane contains the origin. The two independent directions show its orientation even though an intercept triangle would collapse to one point.</a:t>
            </a:r>
          </a:p>
          <a:p xmlns:a="http://schemas.openxmlformats.org/drawingml/2006/main">
            <a:r>
              <a:t/>
            </a:r>
          </a:p>
          <a:p xmlns:a="http://schemas.openxmlformats.org/drawingml/2006/main">
            <a:r>
              <a:t>POINTER OR DRAWING</a:t>
            </a:r>
          </a:p>
          <a:p xmlns:a="http://schemas.openxmlformats.org/drawingml/2006/main">
            <a:r>
              <a:t>Point to O and to each span. Check that each span has coordinate sum zero.</a:t>
            </a:r>
          </a:p>
          <a:p xmlns:a="http://schemas.openxmlformats.org/drawingml/2006/main">
            <a:r>
              <a:t/>
            </a:r>
          </a:p>
          <a:p xmlns:a="http://schemas.openxmlformats.org/drawingml/2006/main">
            <a:r>
              <a:t>EQUATIONS IN LATEX</a:t>
            </a:r>
          </a:p>
          <a:p xmlns:a="http://schemas.openxmlformats.org/drawingml/2006/main">
            <a:r>
              <a:t>x+y+z=0,\quad\vec r=s[1,-1,0]+t[1,0,-1]</a:t>
            </a:r>
          </a:p>
          <a:p xmlns:a="http://schemas.openxmlformats.org/drawingml/2006/main">
            <a:r>
              <a:t>s=t=0\quad\Rightarrow\quad\vec r=\vec0</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36 | PowerPoint</a:t>
            </a:r>
          </a:p>
          <a:p xmlns:a="http://schemas.openxmlformats.org/drawingml/2006/main">
            <a:r>
              <a:t>8.6 Sketching points and planes in R3</a:t>
            </a:r>
          </a:p>
          <a:p xmlns:a="http://schemas.openxmlformats.org/drawingml/2006/main">
            <a:r>
              <a:t/>
            </a:r>
          </a:p>
          <a:p xmlns:a="http://schemas.openxmlformats.org/drawingml/2006/main">
            <a:r>
              <a:t>ON ARRIVAL</a:t>
            </a:r>
          </a:p>
          <a:p xmlns:a="http://schemas.openxmlformats.org/drawingml/2006/main">
            <a:r>
              <a:t>Our plane passes through the origin, so all three axis intercepts coincide there. We need more points or directions to show its orientation.</a:t>
            </a:r>
          </a:p>
          <a:p xmlns:a="http://schemas.openxmlformats.org/drawingml/2006/main">
            <a:r>
              <a:t/>
            </a:r>
          </a:p>
          <a:p xmlns:a="http://schemas.openxmlformats.org/drawingml/2006/main">
            <a:r>
              <a:t>CLICK 1</a:t>
            </a:r>
          </a:p>
          <a:p xmlns:a="http://schemas.openxmlformats.org/drawingml/2006/main">
            <a:r>
              <a:t>In the x y-plane, z is zero, giving y equals negative x. Draw that trace through the origin.</a:t>
            </a:r>
          </a:p>
          <a:p xmlns:a="http://schemas.openxmlformats.org/drawingml/2006/main">
            <a:r>
              <a:t/>
            </a:r>
          </a:p>
          <a:p xmlns:a="http://schemas.openxmlformats.org/drawingml/2006/main">
            <a:r>
              <a:t>CLICK 2</a:t>
            </a:r>
          </a:p>
          <a:p xmlns:a="http://schemas.openxmlformats.org/drawingml/2006/main">
            <a:r>
              <a:t>In the x z-plane, y is zero, giving z equals negative x. Draw a second independent trace.</a:t>
            </a:r>
          </a:p>
          <a:p xmlns:a="http://schemas.openxmlformats.org/drawingml/2006/main">
            <a:r>
              <a:t/>
            </a:r>
          </a:p>
          <a:p xmlns:a="http://schemas.openxmlformats.org/drawingml/2006/main">
            <a:r>
              <a:t>CLICK 3</a:t>
            </a:r>
          </a:p>
          <a:p xmlns:a="http://schemas.openxmlformats.org/drawingml/2006/main">
            <a:r>
              <a:t>The y z trace is z equals negative y. All three traces pass through the same origin.</a:t>
            </a:r>
          </a:p>
          <a:p xmlns:a="http://schemas.openxmlformats.org/drawingml/2006/main">
            <a:r>
              <a:t/>
            </a:r>
          </a:p>
          <a:p xmlns:a="http://schemas.openxmlformats.org/drawingml/2006/main">
            <a:r>
              <a:t>CLICK 4</a:t>
            </a:r>
          </a:p>
          <a:p xmlns:a="http://schemas.openxmlformats.org/drawingml/2006/main">
            <a:r>
              <a:t>The first two trace directions can serve as independent spans. Their vector equation describes the whole plane. This is why a single collapsed intercept point is not enough to show the sketch.</a:t>
            </a:r>
          </a:p>
          <a:p xmlns:a="http://schemas.openxmlformats.org/drawingml/2006/main">
            <a:r>
              <a:t/>
            </a:r>
          </a:p>
          <a:p xmlns:a="http://schemas.openxmlformats.org/drawingml/2006/main">
            <a:r>
              <a:t>POINTER OR DRAWING</a:t>
            </a:r>
          </a:p>
          <a:p xmlns:a="http://schemas.openxmlformats.org/drawingml/2006/main">
            <a:r>
              <a:t>Keep the givens visible. Reveal each equation before explaining the reason for that step.</a:t>
            </a:r>
          </a:p>
          <a:p xmlns:a="http://schemas.openxmlformats.org/drawingml/2006/main">
            <a:r>
              <a:t/>
            </a:r>
          </a:p>
          <a:p xmlns:a="http://schemas.openxmlformats.org/drawingml/2006/main">
            <a:r>
              <a:t>EQUATIONS IN LATEX</a:t>
            </a:r>
          </a:p>
          <a:p xmlns:a="http://schemas.openxmlformats.org/drawingml/2006/main">
            <a:r>
              <a:t>\Pi:x+y+z=0</a:t>
            </a:r>
          </a:p>
          <a:p xmlns:a="http://schemas.openxmlformats.org/drawingml/2006/main">
            <a:r>
              <a:t>z=0:\quad y=-x</a:t>
            </a:r>
          </a:p>
          <a:p xmlns:a="http://schemas.openxmlformats.org/drawingml/2006/main">
            <a:r>
              <a:t>y=0:\quad z=-x</a:t>
            </a:r>
          </a:p>
          <a:p xmlns:a="http://schemas.openxmlformats.org/drawingml/2006/main">
            <a:r>
              <a:t>x=0:\quad z=-y</a:t>
            </a:r>
          </a:p>
          <a:p xmlns:a="http://schemas.openxmlformats.org/drawingml/2006/main">
            <a:r>
              <a:t>\vec r=s[1,-1,0]+t[1,0,-1]</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37 | PowerPoint</a:t>
            </a:r>
          </a:p>
          <a:p xmlns:a="http://schemas.openxmlformats.org/drawingml/2006/main">
            <a:r>
              <a:t>Sections 8.4 to 8.6 Plane equations and sketches</a:t>
            </a:r>
          </a:p>
          <a:p xmlns:a="http://schemas.openxmlformats.org/drawingml/2006/main">
            <a:r>
              <a:t/>
            </a:r>
          </a:p>
          <a:p xmlns:a="http://schemas.openxmlformats.org/drawingml/2006/main">
            <a:r>
              <a:t>ON ARRIVAL</a:t>
            </a:r>
          </a:p>
          <a:p xmlns:a="http://schemas.openxmlformats.org/drawingml/2006/main">
            <a:r>
              <a:t>Try this final plane question. Use the point and normal to write Cartesian form. Find the three axis intercepts and sketch the plane. Then decide whether Q lies on it. Pause here and show your working.</a:t>
            </a:r>
          </a:p>
          <a:p xmlns:a="http://schemas.openxmlformats.org/drawingml/2006/main">
            <a:r>
              <a:t/>
            </a:r>
          </a:p>
          <a:p xmlns:a="http://schemas.openxmlformats.org/drawingml/2006/main">
            <a:r>
              <a:t>POINTER OR DRAWING</a:t>
            </a:r>
          </a:p>
          <a:p xmlns:a="http://schemas.openxmlformats.org/drawingml/2006/main">
            <a:r>
              <a:t>Pause before Click 1. End by naming the plane homework and quiz on the course site.</a:t>
            </a:r>
          </a:p>
          <a:p xmlns:a="http://schemas.openxmlformats.org/drawingml/2006/main">
            <a:r>
              <a:t/>
            </a:r>
          </a:p>
          <a:p xmlns:a="http://schemas.openxmlformats.org/drawingml/2006/main">
            <a:r>
              <a:t>EQUATIONS IN LATEX</a:t>
            </a:r>
          </a:p>
          <a:p xmlns:a="http://schemas.openxmlformats.org/drawingml/2006/main">
            <a:r>
              <a:t>A(2,0,0),\quad\vec n=[2,-1,1],\quad Q(1,0,2)</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38 | PowerPoint</a:t>
            </a:r>
          </a:p>
          <a:p xmlns:a="http://schemas.openxmlformats.org/drawingml/2006/main">
            <a:r>
              <a:t>Sections 8.4 to 8.6 Plane equations and sketches</a:t>
            </a:r>
          </a:p>
          <a:p xmlns:a="http://schemas.openxmlformats.org/drawingml/2006/main">
            <a:r>
              <a:t/>
            </a:r>
          </a:p>
          <a:p xmlns:a="http://schemas.openxmlformats.org/drawingml/2006/main">
            <a:r>
              <a:t>ON ARRIVAL</a:t>
            </a:r>
          </a:p>
          <a:p xmlns:a="http://schemas.openxmlformats.org/drawingml/2006/main">
            <a:r>
              <a:t>Let’s keep the original givens visible and work through the solution.</a:t>
            </a:r>
          </a:p>
          <a:p xmlns:a="http://schemas.openxmlformats.org/drawingml/2006/main">
            <a:r>
              <a:t/>
            </a:r>
          </a:p>
          <a:p xmlns:a="http://schemas.openxmlformats.org/drawingml/2006/main">
            <a:r>
              <a:t>CLICK 1</a:t>
            </a:r>
          </a:p>
          <a:p xmlns:a="http://schemas.openxmlformats.org/drawingml/2006/main">
            <a:r>
              <a:t>The normal dotted with the displacement gives point-normal form. Expanding gives two x minus y plus z equals four.</a:t>
            </a:r>
          </a:p>
          <a:p xmlns:a="http://schemas.openxmlformats.org/drawingml/2006/main">
            <a:r>
              <a:t/>
            </a:r>
          </a:p>
          <a:p xmlns:a="http://schemas.openxmlformats.org/drawingml/2006/main">
            <a:r>
              <a:t>CLICK 2</a:t>
            </a:r>
          </a:p>
          <a:p xmlns:a="http://schemas.openxmlformats.org/drawingml/2006/main">
            <a:r>
              <a:t>Set two coordinates to zero each time. The intercepts are two on x, negative four on y, and four on z. Keep the negative y-intercept on the correct side of the origin.</a:t>
            </a:r>
          </a:p>
          <a:p xmlns:a="http://schemas.openxmlformats.org/drawingml/2006/main">
            <a:r>
              <a:t/>
            </a:r>
          </a:p>
          <a:p xmlns:a="http://schemas.openxmlformats.org/drawingml/2006/main">
            <a:r>
              <a:t>CLICK 3</a:t>
            </a:r>
          </a:p>
          <a:p xmlns:a="http://schemas.openxmlformats.org/drawingml/2006/main">
            <a:r>
              <a:t>Q gives four when we substitute, so it lies on the plane. We have now constructed, converted, checked, and sketched planes. Complete the plane homework next, then use the plane quiz to check your understanding.</a:t>
            </a:r>
          </a:p>
          <a:p xmlns:a="http://schemas.openxmlformats.org/drawingml/2006/main">
            <a:r>
              <a:t/>
            </a:r>
          </a:p>
          <a:p xmlns:a="http://schemas.openxmlformats.org/drawingml/2006/main">
            <a:r>
              <a:t>POINTER OR DRAWING</a:t>
            </a:r>
          </a:p>
          <a:p xmlns:a="http://schemas.openxmlformats.org/drawingml/2006/main">
            <a:r>
              <a:t>Pause before Click 1. End by naming the plane homework and quiz on the course site.</a:t>
            </a:r>
          </a:p>
          <a:p xmlns:a="http://schemas.openxmlformats.org/drawingml/2006/main">
            <a:r>
              <a:t/>
            </a:r>
          </a:p>
          <a:p xmlns:a="http://schemas.openxmlformats.org/drawingml/2006/main">
            <a:r>
              <a:t>EQUATIONS IN LATEX</a:t>
            </a:r>
          </a:p>
          <a:p xmlns:a="http://schemas.openxmlformats.org/drawingml/2006/main">
            <a:r>
              <a:t>A(2,0,0),\quad\vec n=[2,-1,1],\quad Q(1,0,2)</a:t>
            </a:r>
          </a:p>
          <a:p xmlns:a="http://schemas.openxmlformats.org/drawingml/2006/main">
            <a:r>
              <a:t>2(x-2)-y+z=0\quad\Longrightarrow\quad2x-y+z=4</a:t>
            </a:r>
          </a:p>
          <a:p xmlns:a="http://schemas.openxmlformats.org/drawingml/2006/main">
            <a:r>
              <a:t>(2,0,0),\qquad(0,-4,0),\qquad(0,0,4)</a:t>
            </a:r>
          </a:p>
          <a:p xmlns:a="http://schemas.openxmlformats.org/drawingml/2006/main">
            <a:r>
              <a:t>2(1)-0+2=4\quad\Longrightarrow\quad Q\in\Pi</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39 | PowerPoint</a:t>
            </a:r>
          </a:p>
          <a:p xmlns:a="http://schemas.openxmlformats.org/drawingml/2006/main">
            <a:r>
              <a:t>Sections 8.4 to 8.6 Review and practice</a:t>
            </a:r>
          </a:p>
          <a:p xmlns:a="http://schemas.openxmlformats.org/drawingml/2006/main">
            <a:r>
              <a:t/>
            </a:r>
          </a:p>
          <a:p xmlns:a="http://schemas.openxmlformats.org/drawingml/2006/main">
            <a:r>
              <a:t>ON ARRIVAL</a:t>
            </a:r>
          </a:p>
          <a:p xmlns:a="http://schemas.openxmlformats.org/drawingml/2006/main">
            <a:r>
              <a:t>For vector and parametric forms, use a point and two independent directions. When testing a point, one parameter pair must satisfy all three coordinates.</a:t>
            </a:r>
          </a:p>
          <a:p xmlns:a="http://schemas.openxmlformats.org/drawingml/2006/main">
            <a:r>
              <a:t/>
            </a:r>
          </a:p>
          <a:p xmlns:a="http://schemas.openxmlformats.org/drawingml/2006/main">
            <a:r>
              <a:t>CLICK 1</a:t>
            </a:r>
          </a:p>
          <a:p xmlns:a="http://schemas.openxmlformats.org/drawingml/2006/main">
            <a:r>
              <a:t>For Cartesian form, use a nonzero normal. Convert with a cross product or eliminate both parameters. Compare normals and complete equations when checking plane relationships.</a:t>
            </a:r>
          </a:p>
          <a:p xmlns:a="http://schemas.openxmlformats.org/drawingml/2006/main">
            <a:r>
              <a:t/>
            </a:r>
          </a:p>
          <a:p xmlns:a="http://schemas.openxmlformats.org/drawingml/2006/main">
            <a:r>
              <a:t>CLICK 2</a:t>
            </a:r>
          </a:p>
          <a:p xmlns:a="http://schemas.openxmlformats.org/drawingml/2006/main">
            <a:r>
              <a:t>For sketches, label the axes and key points. Use intercepts where possible and traces when needed. Complete the plane homework and assessments on the website, and explain your reasoning as well as giving the final equations.</a:t>
            </a:r>
          </a:p>
          <a:p xmlns:a="http://schemas.openxmlformats.org/drawingml/2006/main">
            <a:r>
              <a:t/>
            </a:r>
          </a:p>
          <a:p xmlns:a="http://schemas.openxmlformats.org/drawingml/2006/main">
            <a:r>
              <a:t>POINTER OR DRAWING</a:t>
            </a:r>
          </a:p>
          <a:p xmlns:a="http://schemas.openxmlformats.org/drawingml/2006/main">
            <a:r>
              <a:t>Keep the givens visible. Reveal each equation before explaining the reason for that step.</a:t>
            </a:r>
          </a:p>
          <a:p xmlns:a="http://schemas.openxmlformats.org/drawingml/2006/main">
            <a:r>
              <a:t/>
            </a:r>
          </a:p>
          <a:p xmlns:a="http://schemas.openxmlformats.org/drawingml/2006/main">
            <a:r>
              <a:t>EQUATIONS IN LATEX</a:t>
            </a:r>
          </a:p>
          <a:p xmlns:a="http://schemas.openxmlformats.org/drawingml/2006/main">
            <a:r>
              <a:t>\vec r=\vec r_0+s\vec a+t\vec b,\quad\vec a\times\vec b\ne\vec0</a:t>
            </a:r>
          </a:p>
          <a:p xmlns:a="http://schemas.openxmlformats.org/drawingml/2006/main">
            <a:r>
              <a:t>\vec n\cdot(\vec r-\vec r_0)=0\quad\Longleftrightarrow\quad Ax+By+Cz+D=0</a:t>
            </a:r>
          </a:p>
          <a:p xmlns:a="http://schemas.openxmlformats.org/drawingml/2006/main">
            <a:r>
              <a:t>\text{Sketch: labelled axes, intercepts or traces, an infinite plane}</a:t>
            </a:r>
          </a:p>
          <a:p xmlns:a="http://schemas.openxmlformats.org/drawingml/2006/main">
            <a:r>
              <a:t/>
            </a:r>
          </a:p>
          <a:p xmlns:a="http://schemas.openxmlformats.org/drawingml/2006/main">
            <a:r>
              <a:t>SOURCE</a:t>
            </a:r>
          </a:p>
          <a:p xmlns:a="http://schemas.openxmlformats.org/drawingml/2006/main">
            <a:r>
              <a:t>Supplied Chapter 8 Equations of Lines and Planes, Chapter8 Slides and CCT Rubric 2026. Sections 8.4 to 8.6. Additional worked examples and practice follow these class methods.</a:t>
            </a:r>
          </a:p>
          <a:p xmlns:a="http://schemas.openxmlformats.org/drawingml/2006/main">
            <a:r>
              <a:t/>
            </a:r>
          </a:p>
          <a:p xmlns:a="http://schemas.openxmlformats.org/drawingml/2006/main">
            <a:r>
              <a:t>POWERPOINT ALTERNATIVE</a:t>
            </a:r>
          </a:p>
          <a:p xmlns:a="http://schemas.openxmlformats.org/drawingml/2006/main">
            <a:r>
              <a:t>Use Slide Show. Each click reveals the next step while earlier working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20265f70634b8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9070b4ddb6c406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b571bbc7714432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785bf6c4f144d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06efaeca477434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8528a8c549149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25C17B-5388-4A2E-A4D5-517464734C3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D08DEAA-4CF3-4F2E-9F40-C693DEA3F46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3B6F603-CE55-4F45-BB5B-C858ADA2415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A558CF-A216-4410-B1AD-E166832493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4901FEF-76E0-4E6C-8DBE-C0B059FA6A5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FEC20EB-9506-4E19-A38A-0D395C707E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553B0B-2B3A-4B5F-8F1A-EF40E1953A6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FAF9701-D4CF-4AEA-AC1F-A26402F1B6D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8C9CB4-DDD5-4A4C-8444-B25CBF7AB1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E442F4D-DEDA-4DD1-9C23-FFC271741DE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31fde92f8249b9" /><Relationship Type="http://schemas.openxmlformats.org/officeDocument/2006/relationships/slideLayout" Target="/ppt/slideLayouts/slideLayout1.xml" Id="Rf9a7f5265df34b3d" /><Relationship Type="http://schemas.openxmlformats.org/officeDocument/2006/relationships/slideLayout" Target="/ppt/slideLayouts/slideLayout2.xml" Id="R593bbda56e364036" /><Relationship Type="http://schemas.openxmlformats.org/officeDocument/2006/relationships/slideLayout" Target="/ppt/slideLayouts/slideLayout3.xml" Id="Rd4a2acdb1c914ae8" /><Relationship Type="http://schemas.openxmlformats.org/officeDocument/2006/relationships/slideLayout" Target="/ppt/slideLayouts/slideLayout4.xml" Id="R75319472b3ce4c66" /><Relationship Type="http://schemas.openxmlformats.org/officeDocument/2006/relationships/slideLayout" Target="/ppt/slideLayouts/slideLayout5.xml" Id="R9eee6d50e73b413a" /><Relationship Type="http://schemas.openxmlformats.org/officeDocument/2006/relationships/slideLayout" Target="/ppt/slideLayouts/slideLayout6.xml" Id="R54296d699e62455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a7f5265df34b3d"/>
    <p:sldLayoutId xmlns:r="http://schemas.openxmlformats.org/officeDocument/2006/relationships" id="2147483650" r:id="R593bbda56e364036"/>
    <p:sldLayoutId xmlns:r="http://schemas.openxmlformats.org/officeDocument/2006/relationships" id="2147483651" r:id="Rd4a2acdb1c914ae8"/>
    <p:sldLayoutId xmlns:r="http://schemas.openxmlformats.org/officeDocument/2006/relationships" id="2147483652" r:id="R75319472b3ce4c66"/>
    <p:sldLayoutId xmlns:r="http://schemas.openxmlformats.org/officeDocument/2006/relationships" id="2147483653" r:id="R9eee6d50e73b413a"/>
    <p:sldLayoutId xmlns:r="http://schemas.openxmlformats.org/officeDocument/2006/relationships" id="2147483654" r:id="R54296d699e62455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6423b0b99dc4d95" /><Relationship Type="http://schemas.openxmlformats.org/officeDocument/2006/relationships/image" Target="/ppt/media/image.png" Id="R8f2f34c0a83e408a" /><Relationship Type="http://schemas.openxmlformats.org/officeDocument/2006/relationships/image" Target="/ppt/media/image.svg" Id="Ra4e47b37321940e5" /><Relationship Type="http://schemas.openxmlformats.org/officeDocument/2006/relationships/image" Target="/ppt/media/image2.png" Id="R67fcf121f88f49e9" /><Relationship Type="http://schemas.openxmlformats.org/officeDocument/2006/relationships/image" Target="/ppt/media/image2.svg" Id="Rf9452dfe7d4f4168" /><Relationship Type="http://schemas.openxmlformats.org/officeDocument/2006/relationships/notesSlide" Target="/ppt/notesSlides/notesSlide1.xml" Id="Rde4cc0ec294a4a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00b075bcce94cae" /><Relationship Type="http://schemas.openxmlformats.org/officeDocument/2006/relationships/image" Target="/ppt/media/image3.png" Id="R8aeb1546cefe40b9" /><Relationship Type="http://schemas.openxmlformats.org/officeDocument/2006/relationships/image" Target="/ppt/media/image3.svg" Id="R70f3d5e2cbfd4928" /><Relationship Type="http://schemas.openxmlformats.org/officeDocument/2006/relationships/image" Target="/ppt/media/image4.png" Id="R40d1eab559b84e66" /><Relationship Type="http://schemas.openxmlformats.org/officeDocument/2006/relationships/image" Target="/ppt/media/image4.svg" Id="R39565fdf2d984fa8" /><Relationship Type="http://schemas.openxmlformats.org/officeDocument/2006/relationships/image" Target="/ppt/media/image5.png" Id="R020154dae27e4ae2" /><Relationship Type="http://schemas.openxmlformats.org/officeDocument/2006/relationships/image" Target="/ppt/media/image5.svg" Id="Raabd27cbd9494a25" /><Relationship Type="http://schemas.openxmlformats.org/officeDocument/2006/relationships/notesSlide" Target="/ppt/notesSlides/notesSlide2.xml" Id="R69b6fb0568ab4e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49dc59f4ac4415a" /><Relationship Type="http://schemas.openxmlformats.org/officeDocument/2006/relationships/image" Target="/ppt/media/image6.png" Id="Rb7b53ce3ba6f45be" /><Relationship Type="http://schemas.openxmlformats.org/officeDocument/2006/relationships/image" Target="/ppt/media/image6.svg" Id="Ra7f6692184354c4d" /><Relationship Type="http://schemas.openxmlformats.org/officeDocument/2006/relationships/image" Target="/ppt/media/image7.png" Id="R434f8b3d2c794708" /><Relationship Type="http://schemas.openxmlformats.org/officeDocument/2006/relationships/image" Target="/ppt/media/image7.svg" Id="Rdf78acfc5ef640c5" /><Relationship Type="http://schemas.openxmlformats.org/officeDocument/2006/relationships/image" Target="/ppt/media/image8.png" Id="R09d51513d9cf4687" /><Relationship Type="http://schemas.openxmlformats.org/officeDocument/2006/relationships/image" Target="/ppt/media/image8.svg" Id="R7b053c18e30746cf" /><Relationship Type="http://schemas.openxmlformats.org/officeDocument/2006/relationships/image" Target="/ppt/media/image9.png" Id="R7d8157ae48e84148" /><Relationship Type="http://schemas.openxmlformats.org/officeDocument/2006/relationships/image" Target="/ppt/media/image9.svg" Id="R955580ccf59a4929" /><Relationship Type="http://schemas.openxmlformats.org/officeDocument/2006/relationships/notesSlide" Target="/ppt/notesSlides/notesSlide3.xml" Id="R64b43289955840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497327c14be4a67" /><Relationship Type="http://schemas.openxmlformats.org/officeDocument/2006/relationships/image" Target="/ppt/media/image10.png" Id="R1f0f9d72a5b54cd0" /><Relationship Type="http://schemas.openxmlformats.org/officeDocument/2006/relationships/image" Target="/ppt/media/image10.svg" Id="R2b91121f3ec4456e" /><Relationship Type="http://schemas.openxmlformats.org/officeDocument/2006/relationships/image" Target="/ppt/media/image11.png" Id="Raa55f34a8af544ca" /><Relationship Type="http://schemas.openxmlformats.org/officeDocument/2006/relationships/image" Target="/ppt/media/image11.svg" Id="Rc442c37e2abc45fd" /><Relationship Type="http://schemas.openxmlformats.org/officeDocument/2006/relationships/image" Target="/ppt/media/image12.png" Id="R719dc3da26724f8b" /><Relationship Type="http://schemas.openxmlformats.org/officeDocument/2006/relationships/image" Target="/ppt/media/image12.svg" Id="R67987d8ee2d0416f" /><Relationship Type="http://schemas.openxmlformats.org/officeDocument/2006/relationships/notesSlide" Target="/ppt/notesSlides/notesSlide4.xml" Id="R09c66a612e4c43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100ebd929fd4220" /><Relationship Type="http://schemas.openxmlformats.org/officeDocument/2006/relationships/image" Target="/ppt/media/image13.png" Id="Re0758567c3b04b42" /><Relationship Type="http://schemas.openxmlformats.org/officeDocument/2006/relationships/image" Target="/ppt/media/image13.svg" Id="R08323930ecf44fe9" /><Relationship Type="http://schemas.openxmlformats.org/officeDocument/2006/relationships/image" Target="/ppt/media/image14.png" Id="R9b897b78fa7248ce" /><Relationship Type="http://schemas.openxmlformats.org/officeDocument/2006/relationships/image" Target="/ppt/media/image14.svg" Id="Rf4ca531565d6417b" /><Relationship Type="http://schemas.openxmlformats.org/officeDocument/2006/relationships/image" Target="/ppt/media/image15.png" Id="Rdd0968f204234590" /><Relationship Type="http://schemas.openxmlformats.org/officeDocument/2006/relationships/image" Target="/ppt/media/image15.svg" Id="R86bbd4d4a49d43e5" /><Relationship Type="http://schemas.openxmlformats.org/officeDocument/2006/relationships/notesSlide" Target="/ppt/notesSlides/notesSlide5.xml" Id="R82d55ea12b2840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f6e58afa0754690" /><Relationship Type="http://schemas.openxmlformats.org/officeDocument/2006/relationships/image" Target="/ppt/media/image16.png" Id="R0c00a52490ff45ba" /><Relationship Type="http://schemas.openxmlformats.org/officeDocument/2006/relationships/image" Target="/ppt/media/image16.svg" Id="R6cfa41445aeb4ba5" /><Relationship Type="http://schemas.openxmlformats.org/officeDocument/2006/relationships/image" Target="/ppt/media/image17.png" Id="R95e79ad0a2114de8" /><Relationship Type="http://schemas.openxmlformats.org/officeDocument/2006/relationships/image" Target="/ppt/media/image17.svg" Id="Rcee164f1769642d7" /><Relationship Type="http://schemas.openxmlformats.org/officeDocument/2006/relationships/image" Target="/ppt/media/image18.png" Id="Ree5cda8d2601427a" /><Relationship Type="http://schemas.openxmlformats.org/officeDocument/2006/relationships/image" Target="/ppt/media/image18.svg" Id="R0862c9b3a9ff4981" /><Relationship Type="http://schemas.openxmlformats.org/officeDocument/2006/relationships/image" Target="/ppt/media/image19.png" Id="R3015fb240814489c" /><Relationship Type="http://schemas.openxmlformats.org/officeDocument/2006/relationships/image" Target="/ppt/media/image19.svg" Id="R5ac6a519f8514d00" /><Relationship Type="http://schemas.openxmlformats.org/officeDocument/2006/relationships/notesSlide" Target="/ppt/notesSlides/notesSlide6.xml" Id="Rd724c79ac1694e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546c8f2a76144b1" /><Relationship Type="http://schemas.openxmlformats.org/officeDocument/2006/relationships/image" Target="/ppt/media/image20.png" Id="R8a5179ba3eb64d68" /><Relationship Type="http://schemas.openxmlformats.org/officeDocument/2006/relationships/image" Target="/ppt/media/image20.svg" Id="R4317e123c5694a1c" /><Relationship Type="http://schemas.openxmlformats.org/officeDocument/2006/relationships/notesSlide" Target="/ppt/notesSlides/notesSlide7.xml" Id="Rb4d5e2b6d0cd4a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ebf5e57bdcc4cd9" /><Relationship Type="http://schemas.openxmlformats.org/officeDocument/2006/relationships/image" Target="/ppt/media/image21.png" Id="R907de3a04818446a" /><Relationship Type="http://schemas.openxmlformats.org/officeDocument/2006/relationships/image" Target="/ppt/media/image21.svg" Id="Rf5ac861140414290" /><Relationship Type="http://schemas.openxmlformats.org/officeDocument/2006/relationships/image" Target="/ppt/media/image22.png" Id="R63f65f5ebe4a4ad8" /><Relationship Type="http://schemas.openxmlformats.org/officeDocument/2006/relationships/image" Target="/ppt/media/image22.svg" Id="R8454e558ff004066" /><Relationship Type="http://schemas.openxmlformats.org/officeDocument/2006/relationships/image" Target="/ppt/media/image23.png" Id="R0ca314ab79db42a1" /><Relationship Type="http://schemas.openxmlformats.org/officeDocument/2006/relationships/image" Target="/ppt/media/image23.svg" Id="Rabe2538f55074c85" /><Relationship Type="http://schemas.openxmlformats.org/officeDocument/2006/relationships/image" Target="/ppt/media/image24.png" Id="Rcba09767d9d84f32" /><Relationship Type="http://schemas.openxmlformats.org/officeDocument/2006/relationships/image" Target="/ppt/media/image24.svg" Id="Rc6fb06bf911d4239" /><Relationship Type="http://schemas.openxmlformats.org/officeDocument/2006/relationships/notesSlide" Target="/ppt/notesSlides/notesSlide8.xml" Id="R177193cff6234c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ea5722dcce545d1" /><Relationship Type="http://schemas.openxmlformats.org/officeDocument/2006/relationships/image" Target="/ppt/media/image25.png" Id="R0fbe3c5776174709" /><Relationship Type="http://schemas.openxmlformats.org/officeDocument/2006/relationships/image" Target="/ppt/media/image25.svg" Id="R658402977e0c44f0" /><Relationship Type="http://schemas.openxmlformats.org/officeDocument/2006/relationships/notesSlide" Target="/ppt/notesSlides/notesSlide9.xml" Id="R790d90e07d9d44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78798e6a61b4291" /><Relationship Type="http://schemas.openxmlformats.org/officeDocument/2006/relationships/image" Target="/ppt/media/image26.png" Id="Rc71b9076a68a4010" /><Relationship Type="http://schemas.openxmlformats.org/officeDocument/2006/relationships/image" Target="/ppt/media/image26.svg" Id="Ra9a62a04f1cc4747" /><Relationship Type="http://schemas.openxmlformats.org/officeDocument/2006/relationships/image" Target="/ppt/media/image27.png" Id="R82404aa72de04c46" /><Relationship Type="http://schemas.openxmlformats.org/officeDocument/2006/relationships/image" Target="/ppt/media/image27.svg" Id="R57d2b5adeb5e41bb" /><Relationship Type="http://schemas.openxmlformats.org/officeDocument/2006/relationships/image" Target="/ppt/media/image28.png" Id="Ra000c86070af41e4" /><Relationship Type="http://schemas.openxmlformats.org/officeDocument/2006/relationships/image" Target="/ppt/media/image28.svg" Id="R936b200c984d4cf8" /><Relationship Type="http://schemas.openxmlformats.org/officeDocument/2006/relationships/notesSlide" Target="/ppt/notesSlides/notesSlide10.xml" Id="R041d88dd1d844ac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aea70ec934e46be" /><Relationship Type="http://schemas.openxmlformats.org/officeDocument/2006/relationships/image" Target="/ppt/media/image29.png" Id="R76329b1240c349b1" /><Relationship Type="http://schemas.openxmlformats.org/officeDocument/2006/relationships/image" Target="/ppt/media/image29.svg" Id="R96ae7ba68dd04f8c" /><Relationship Type="http://schemas.openxmlformats.org/officeDocument/2006/relationships/image" Target="/ppt/media/image30.png" Id="R8603a6f081a0470b" /><Relationship Type="http://schemas.openxmlformats.org/officeDocument/2006/relationships/image" Target="/ppt/media/image30.svg" Id="Ra46cd1b0a26d4d27" /><Relationship Type="http://schemas.openxmlformats.org/officeDocument/2006/relationships/image" Target="/ppt/media/image31.png" Id="Rb0b904066bc1406c" /><Relationship Type="http://schemas.openxmlformats.org/officeDocument/2006/relationships/image" Target="/ppt/media/image31.svg" Id="R23cbe32b45de4533" /><Relationship Type="http://schemas.openxmlformats.org/officeDocument/2006/relationships/notesSlide" Target="/ppt/notesSlides/notesSlide11.xml" Id="R3be2c8ee0ac6412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8a747e211a84a95" /><Relationship Type="http://schemas.openxmlformats.org/officeDocument/2006/relationships/image" Target="/ppt/media/image32.png" Id="R18a3281a3de2475b" /><Relationship Type="http://schemas.openxmlformats.org/officeDocument/2006/relationships/image" Target="/ppt/media/image32.svg" Id="R055da09c22de4412" /><Relationship Type="http://schemas.openxmlformats.org/officeDocument/2006/relationships/image" Target="/ppt/media/image33.png" Id="R5bb3af91b42a46c3" /><Relationship Type="http://schemas.openxmlformats.org/officeDocument/2006/relationships/image" Target="/ppt/media/image33.svg" Id="Rf868887f00ac4288" /><Relationship Type="http://schemas.openxmlformats.org/officeDocument/2006/relationships/image" Target="/ppt/media/image34.png" Id="Rb41ddceac2124cd6" /><Relationship Type="http://schemas.openxmlformats.org/officeDocument/2006/relationships/image" Target="/ppt/media/image34.svg" Id="Rb48923384f084ff7" /><Relationship Type="http://schemas.openxmlformats.org/officeDocument/2006/relationships/image" Target="/ppt/media/image35.png" Id="R02b1bd343fd14f79" /><Relationship Type="http://schemas.openxmlformats.org/officeDocument/2006/relationships/image" Target="/ppt/media/image35.svg" Id="R67a79d29e1864136" /><Relationship Type="http://schemas.openxmlformats.org/officeDocument/2006/relationships/notesSlide" Target="/ppt/notesSlides/notesSlide12.xml" Id="Rb271982807f04f4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63fc49f4a0346e8" /><Relationship Type="http://schemas.openxmlformats.org/officeDocument/2006/relationships/image" Target="/ppt/media/image36.png" Id="Re508816d03454518" /><Relationship Type="http://schemas.openxmlformats.org/officeDocument/2006/relationships/image" Target="/ppt/media/image36.svg" Id="R1000c80f4fbe4c3f" /><Relationship Type="http://schemas.openxmlformats.org/officeDocument/2006/relationships/image" Target="/ppt/media/image37.png" Id="R38d5b0c9915d49e4" /><Relationship Type="http://schemas.openxmlformats.org/officeDocument/2006/relationships/image" Target="/ppt/media/image37.svg" Id="Rc0c8e7d9ed05453e" /><Relationship Type="http://schemas.openxmlformats.org/officeDocument/2006/relationships/image" Target="/ppt/media/image38.png" Id="R98ab52684a364c32" /><Relationship Type="http://schemas.openxmlformats.org/officeDocument/2006/relationships/image" Target="/ppt/media/image38.svg" Id="Rc2eaf7e4629f4546" /><Relationship Type="http://schemas.openxmlformats.org/officeDocument/2006/relationships/notesSlide" Target="/ppt/notesSlides/notesSlide13.xml" Id="R6e03ae57ae4848c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6b61509c1cc43de" /><Relationship Type="http://schemas.openxmlformats.org/officeDocument/2006/relationships/image" Target="/ppt/media/image39.png" Id="R47907b695ab344b6" /><Relationship Type="http://schemas.openxmlformats.org/officeDocument/2006/relationships/image" Target="/ppt/media/image39.svg" Id="R0559e47ef3d34293" /><Relationship Type="http://schemas.openxmlformats.org/officeDocument/2006/relationships/image" Target="/ppt/media/image40.png" Id="Ra20ac7e5313a4a9f" /><Relationship Type="http://schemas.openxmlformats.org/officeDocument/2006/relationships/image" Target="/ppt/media/image40.svg" Id="R69def5f4d32e4150" /><Relationship Type="http://schemas.openxmlformats.org/officeDocument/2006/relationships/image" Target="/ppt/media/image41.png" Id="R16e3c68620174c90" /><Relationship Type="http://schemas.openxmlformats.org/officeDocument/2006/relationships/image" Target="/ppt/media/image41.svg" Id="Re3d49f296c1e40ce" /><Relationship Type="http://schemas.openxmlformats.org/officeDocument/2006/relationships/image" Target="/ppt/media/image42.png" Id="R9ce07453a5f1498f" /><Relationship Type="http://schemas.openxmlformats.org/officeDocument/2006/relationships/image" Target="/ppt/media/image42.svg" Id="R84986d2fda654186" /><Relationship Type="http://schemas.openxmlformats.org/officeDocument/2006/relationships/notesSlide" Target="/ppt/notesSlides/notesSlide14.xml" Id="Rf9ef488433c9420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fc8b34b417e4878" /><Relationship Type="http://schemas.openxmlformats.org/officeDocument/2006/relationships/image" Target="/ppt/media/image43.png" Id="R6c6cbf3884cf4ae6" /><Relationship Type="http://schemas.openxmlformats.org/officeDocument/2006/relationships/image" Target="/ppt/media/image43.svg" Id="R6ee670c7284846e0" /><Relationship Type="http://schemas.openxmlformats.org/officeDocument/2006/relationships/image" Target="/ppt/media/image44.png" Id="R193a8802ebbf4839" /><Relationship Type="http://schemas.openxmlformats.org/officeDocument/2006/relationships/image" Target="/ppt/media/image44.svg" Id="R25fca1cc9a194498" /><Relationship Type="http://schemas.openxmlformats.org/officeDocument/2006/relationships/image" Target="/ppt/media/image45.png" Id="Ra8f92a4dced944e5" /><Relationship Type="http://schemas.openxmlformats.org/officeDocument/2006/relationships/image" Target="/ppt/media/image45.svg" Id="R33f9a7529f4e458f" /><Relationship Type="http://schemas.openxmlformats.org/officeDocument/2006/relationships/image" Target="/ppt/media/image46.png" Id="R1944acb5968f4b6b" /><Relationship Type="http://schemas.openxmlformats.org/officeDocument/2006/relationships/image" Target="/ppt/media/image46.svg" Id="Rd2d4502be9084764" /><Relationship Type="http://schemas.openxmlformats.org/officeDocument/2006/relationships/image" Target="/ppt/media/image47.png" Id="Rbf93fdf77ae94016" /><Relationship Type="http://schemas.openxmlformats.org/officeDocument/2006/relationships/image" Target="/ppt/media/image47.svg" Id="R480952724b1d44b9" /><Relationship Type="http://schemas.openxmlformats.org/officeDocument/2006/relationships/notesSlide" Target="/ppt/notesSlides/notesSlide15.xml" Id="R29848185e85a479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7c17d77cf1a42f4" /><Relationship Type="http://schemas.openxmlformats.org/officeDocument/2006/relationships/image" Target="/ppt/media/image48.png" Id="R1e651ac1689d4789" /><Relationship Type="http://schemas.openxmlformats.org/officeDocument/2006/relationships/image" Target="/ppt/media/image48.svg" Id="R42e7a88978354558" /><Relationship Type="http://schemas.openxmlformats.org/officeDocument/2006/relationships/image" Target="/ppt/media/image49.png" Id="R525479269da74b08" /><Relationship Type="http://schemas.openxmlformats.org/officeDocument/2006/relationships/image" Target="/ppt/media/image49.svg" Id="R8db29208d4f948bd" /><Relationship Type="http://schemas.openxmlformats.org/officeDocument/2006/relationships/image" Target="/ppt/media/image50.png" Id="Rcca7943099074fa8" /><Relationship Type="http://schemas.openxmlformats.org/officeDocument/2006/relationships/image" Target="/ppt/media/image50.svg" Id="Ra105f3ad48044243" /><Relationship Type="http://schemas.openxmlformats.org/officeDocument/2006/relationships/image" Target="/ppt/media/image51.png" Id="R70ee218ceada4566" /><Relationship Type="http://schemas.openxmlformats.org/officeDocument/2006/relationships/image" Target="/ppt/media/image51.svg" Id="Rdf5cf7fb35624fdb" /><Relationship Type="http://schemas.openxmlformats.org/officeDocument/2006/relationships/notesSlide" Target="/ppt/notesSlides/notesSlide16.xml" Id="R65d74b766dd1476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19d44562897473f" /><Relationship Type="http://schemas.openxmlformats.org/officeDocument/2006/relationships/image" Target="/ppt/media/image52.png" Id="R2d698b73f5154be6" /><Relationship Type="http://schemas.openxmlformats.org/officeDocument/2006/relationships/image" Target="/ppt/media/image52.svg" Id="Ree1024749341480e" /><Relationship Type="http://schemas.openxmlformats.org/officeDocument/2006/relationships/image" Target="/ppt/media/image53.png" Id="R461cc62321dd498b" /><Relationship Type="http://schemas.openxmlformats.org/officeDocument/2006/relationships/image" Target="/ppt/media/image53.svg" Id="R5421f78eeaf54094" /><Relationship Type="http://schemas.openxmlformats.org/officeDocument/2006/relationships/image" Target="/ppt/media/image54.png" Id="R14896a408fd94089" /><Relationship Type="http://schemas.openxmlformats.org/officeDocument/2006/relationships/image" Target="/ppt/media/image54.svg" Id="R73a09488b0ae48e4" /><Relationship Type="http://schemas.openxmlformats.org/officeDocument/2006/relationships/notesSlide" Target="/ppt/notesSlides/notesSlide17.xml" Id="Rec8f62545fed43a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bc485740fe94163" /><Relationship Type="http://schemas.openxmlformats.org/officeDocument/2006/relationships/image" Target="/ppt/media/image55.png" Id="Rc6d41be9ad8a487c" /><Relationship Type="http://schemas.openxmlformats.org/officeDocument/2006/relationships/image" Target="/ppt/media/image55.svg" Id="R065a0191b4ed4233" /><Relationship Type="http://schemas.openxmlformats.org/officeDocument/2006/relationships/image" Target="/ppt/media/image56.png" Id="R1de4f2d86bdd4129" /><Relationship Type="http://schemas.openxmlformats.org/officeDocument/2006/relationships/image" Target="/ppt/media/image56.svg" Id="Rec07c6204a7b46b6" /><Relationship Type="http://schemas.openxmlformats.org/officeDocument/2006/relationships/image" Target="/ppt/media/image57.png" Id="Re127b467c5e44e86" /><Relationship Type="http://schemas.openxmlformats.org/officeDocument/2006/relationships/image" Target="/ppt/media/image57.svg" Id="R8599e820d7394fbc" /><Relationship Type="http://schemas.openxmlformats.org/officeDocument/2006/relationships/image" Target="/ppt/media/image58.png" Id="Rb4c2a69cedb449d5" /><Relationship Type="http://schemas.openxmlformats.org/officeDocument/2006/relationships/image" Target="/ppt/media/image58.svg" Id="Rb3c0ecbd1c65477f" /><Relationship Type="http://schemas.openxmlformats.org/officeDocument/2006/relationships/image" Target="/ppt/media/image59.png" Id="Re463caa96ed24e80" /><Relationship Type="http://schemas.openxmlformats.org/officeDocument/2006/relationships/image" Target="/ppt/media/image59.svg" Id="Re66aacf3b5af4929" /><Relationship Type="http://schemas.openxmlformats.org/officeDocument/2006/relationships/notesSlide" Target="/ppt/notesSlides/notesSlide18.xml" Id="Rcd1cc74925aa4cf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d0173956aa24536" /><Relationship Type="http://schemas.openxmlformats.org/officeDocument/2006/relationships/image" Target="/ppt/media/image60.png" Id="R1dc6e7cefd254fd1" /><Relationship Type="http://schemas.openxmlformats.org/officeDocument/2006/relationships/image" Target="/ppt/media/image60.svg" Id="Re7e691ec56c04e91" /><Relationship Type="http://schemas.openxmlformats.org/officeDocument/2006/relationships/image" Target="/ppt/media/image61.png" Id="Rb7b26cf570634ba0" /><Relationship Type="http://schemas.openxmlformats.org/officeDocument/2006/relationships/image" Target="/ppt/media/image61.svg" Id="Rc4400bf0d33348fe" /><Relationship Type="http://schemas.openxmlformats.org/officeDocument/2006/relationships/image" Target="/ppt/media/image62.png" Id="R12ebbd26c4c441ce" /><Relationship Type="http://schemas.openxmlformats.org/officeDocument/2006/relationships/image" Target="/ppt/media/image62.svg" Id="Re71602fc60704e40" /><Relationship Type="http://schemas.openxmlformats.org/officeDocument/2006/relationships/image" Target="/ppt/media/image63.png" Id="R9a59f1287fd3404f" /><Relationship Type="http://schemas.openxmlformats.org/officeDocument/2006/relationships/image" Target="/ppt/media/image63.svg" Id="R11aee51853c04191" /><Relationship Type="http://schemas.openxmlformats.org/officeDocument/2006/relationships/image" Target="/ppt/media/image64.png" Id="R2ea41a1dd4e044c3" /><Relationship Type="http://schemas.openxmlformats.org/officeDocument/2006/relationships/image" Target="/ppt/media/image64.svg" Id="R0cc3d541f8cd43eb" /><Relationship Type="http://schemas.openxmlformats.org/officeDocument/2006/relationships/notesSlide" Target="/ppt/notesSlides/notesSlide19.xml" Id="Rbbbd22bdbc26496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4f998b7e3c7474c" /><Relationship Type="http://schemas.openxmlformats.org/officeDocument/2006/relationships/image" Target="/ppt/media/image65.png" Id="Ra9428ec0c2dd444d" /><Relationship Type="http://schemas.openxmlformats.org/officeDocument/2006/relationships/image" Target="/ppt/media/image65.svg" Id="R3d33063c4b374075" /><Relationship Type="http://schemas.openxmlformats.org/officeDocument/2006/relationships/notesSlide" Target="/ppt/notesSlides/notesSlide20.xml" Id="R8ba25d4f43c24a9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b2dabcba6d14c21" /><Relationship Type="http://schemas.openxmlformats.org/officeDocument/2006/relationships/image" Target="/ppt/media/image66.png" Id="R9bbe4ae7342d4553" /><Relationship Type="http://schemas.openxmlformats.org/officeDocument/2006/relationships/image" Target="/ppt/media/image66.svg" Id="Rb5470ca92e9f4bdb" /><Relationship Type="http://schemas.openxmlformats.org/officeDocument/2006/relationships/image" Target="/ppt/media/image67.png" Id="R201600d0856d4509" /><Relationship Type="http://schemas.openxmlformats.org/officeDocument/2006/relationships/image" Target="/ppt/media/image67.svg" Id="R0783db9a96b1433f" /><Relationship Type="http://schemas.openxmlformats.org/officeDocument/2006/relationships/image" Target="/ppt/media/image68.png" Id="Re3316c12bfd34ce2" /><Relationship Type="http://schemas.openxmlformats.org/officeDocument/2006/relationships/image" Target="/ppt/media/image68.svg" Id="Rcbcb544806f442dd" /><Relationship Type="http://schemas.openxmlformats.org/officeDocument/2006/relationships/notesSlide" Target="/ppt/notesSlides/notesSlide21.xml" Id="R643122bab3ab4c9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f84e0e6e0944f28" /><Relationship Type="http://schemas.openxmlformats.org/officeDocument/2006/relationships/image" Target="/ppt/media/image69.png" Id="R4a8e3f531361408d" /><Relationship Type="http://schemas.openxmlformats.org/officeDocument/2006/relationships/image" Target="/ppt/media/image69.svg" Id="Rc19b934af7254d5d" /><Relationship Type="http://schemas.openxmlformats.org/officeDocument/2006/relationships/image" Target="/ppt/media/image70.png" Id="Ra88db236ac384542" /><Relationship Type="http://schemas.openxmlformats.org/officeDocument/2006/relationships/image" Target="/ppt/media/image70.svg" Id="R8482c1cfe6e14a91" /><Relationship Type="http://schemas.openxmlformats.org/officeDocument/2006/relationships/image" Target="/ppt/media/image71.png" Id="Re5bc8f0b41494d38" /><Relationship Type="http://schemas.openxmlformats.org/officeDocument/2006/relationships/image" Target="/ppt/media/image71.svg" Id="R4470760df24a4be3" /><Relationship Type="http://schemas.openxmlformats.org/officeDocument/2006/relationships/notesSlide" Target="/ppt/notesSlides/notesSlide22.xml" Id="R5b7bc2495c1a4cd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d783b730ead4090" /><Relationship Type="http://schemas.openxmlformats.org/officeDocument/2006/relationships/image" Target="/ppt/media/image72.png" Id="R10de415d2c244d37" /><Relationship Type="http://schemas.openxmlformats.org/officeDocument/2006/relationships/image" Target="/ppt/media/image72.svg" Id="R444eef17fafd4956" /><Relationship Type="http://schemas.openxmlformats.org/officeDocument/2006/relationships/image" Target="/ppt/media/image73.png" Id="Rd10757f2df1449c9" /><Relationship Type="http://schemas.openxmlformats.org/officeDocument/2006/relationships/image" Target="/ppt/media/image73.svg" Id="R46abbd1fca1e4888" /><Relationship Type="http://schemas.openxmlformats.org/officeDocument/2006/relationships/notesSlide" Target="/ppt/notesSlides/notesSlide23.xml" Id="Rc1ce9f38a73a40b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71ebc28c92a4846" /><Relationship Type="http://schemas.openxmlformats.org/officeDocument/2006/relationships/image" Target="/ppt/media/image74.png" Id="R1b3c0b35542c4a03" /><Relationship Type="http://schemas.openxmlformats.org/officeDocument/2006/relationships/image" Target="/ppt/media/image74.svg" Id="Rbd68f13bea44414c" /><Relationship Type="http://schemas.openxmlformats.org/officeDocument/2006/relationships/image" Target="/ppt/media/image75.png" Id="Rb379bc7461364672" /><Relationship Type="http://schemas.openxmlformats.org/officeDocument/2006/relationships/image" Target="/ppt/media/image75.svg" Id="R24a516e8d6274218" /><Relationship Type="http://schemas.openxmlformats.org/officeDocument/2006/relationships/image" Target="/ppt/media/image76.png" Id="R0f2e2a0352d74ead" /><Relationship Type="http://schemas.openxmlformats.org/officeDocument/2006/relationships/image" Target="/ppt/media/image76.svg" Id="R0673110d90274d8f" /><Relationship Type="http://schemas.openxmlformats.org/officeDocument/2006/relationships/image" Target="/ppt/media/image77.png" Id="Raa322603931b4c52" /><Relationship Type="http://schemas.openxmlformats.org/officeDocument/2006/relationships/image" Target="/ppt/media/image77.svg" Id="R4a50282648d24acc" /><Relationship Type="http://schemas.openxmlformats.org/officeDocument/2006/relationships/notesSlide" Target="/ppt/notesSlides/notesSlide24.xml" Id="R64d4636b864a407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fb7d8fba6714737" /><Relationship Type="http://schemas.openxmlformats.org/officeDocument/2006/relationships/image" Target="/ppt/media/image78.png" Id="Ra4dcd5c443474123" /><Relationship Type="http://schemas.openxmlformats.org/officeDocument/2006/relationships/image" Target="/ppt/media/image78.svg" Id="Ra94802438bb742f6" /><Relationship Type="http://schemas.openxmlformats.org/officeDocument/2006/relationships/image" Target="/ppt/media/image79.png" Id="R138c367b835c41d1" /><Relationship Type="http://schemas.openxmlformats.org/officeDocument/2006/relationships/image" Target="/ppt/media/image79.svg" Id="R6c32d6a41cf841e8" /><Relationship Type="http://schemas.openxmlformats.org/officeDocument/2006/relationships/image" Target="/ppt/media/image80.png" Id="Rea279fcc00b24c05" /><Relationship Type="http://schemas.openxmlformats.org/officeDocument/2006/relationships/image" Target="/ppt/media/image80.svg" Id="R5d4c996358724560" /><Relationship Type="http://schemas.openxmlformats.org/officeDocument/2006/relationships/notesSlide" Target="/ppt/notesSlides/notesSlide25.xml" Id="Rcbbbaca348c0444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a5704b2d4e34638" /><Relationship Type="http://schemas.openxmlformats.org/officeDocument/2006/relationships/image" Target="/ppt/media/image81.png" Id="R04687167b2814467" /><Relationship Type="http://schemas.openxmlformats.org/officeDocument/2006/relationships/image" Target="/ppt/media/image81.svg" Id="Rf0b6c1e44ca046fc" /><Relationship Type="http://schemas.openxmlformats.org/officeDocument/2006/relationships/notesSlide" Target="/ppt/notesSlides/notesSlide26.xml" Id="Rce4bea688bcc442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c72add7a8024fad" /><Relationship Type="http://schemas.openxmlformats.org/officeDocument/2006/relationships/image" Target="/ppt/media/image82.png" Id="Rc3adaf2e8b3f4322" /><Relationship Type="http://schemas.openxmlformats.org/officeDocument/2006/relationships/image" Target="/ppt/media/image82.svg" Id="R29266d78cf624c05" /><Relationship Type="http://schemas.openxmlformats.org/officeDocument/2006/relationships/image" Target="/ppt/media/image83.png" Id="Rf490f2436ea7461d" /><Relationship Type="http://schemas.openxmlformats.org/officeDocument/2006/relationships/image" Target="/ppt/media/image83.svg" Id="R061d43976eef478d" /><Relationship Type="http://schemas.openxmlformats.org/officeDocument/2006/relationships/image" Target="/ppt/media/image84.png" Id="Rb3a38c7d49934041" /><Relationship Type="http://schemas.openxmlformats.org/officeDocument/2006/relationships/image" Target="/ppt/media/image84.svg" Id="R87c610b393074413" /><Relationship Type="http://schemas.openxmlformats.org/officeDocument/2006/relationships/image" Target="/ppt/media/image85.png" Id="R55d44bce8a0d41f0" /><Relationship Type="http://schemas.openxmlformats.org/officeDocument/2006/relationships/image" Target="/ppt/media/image85.svg" Id="R857c686ca8f643f5" /><Relationship Type="http://schemas.openxmlformats.org/officeDocument/2006/relationships/notesSlide" Target="/ppt/notesSlides/notesSlide27.xml" Id="Ref7ebe702135469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4a698920a0d4843" /><Relationship Type="http://schemas.openxmlformats.org/officeDocument/2006/relationships/image" Target="/ppt/media/image86.png" Id="R524d627bec694835" /><Relationship Type="http://schemas.openxmlformats.org/officeDocument/2006/relationships/image" Target="/ppt/media/image86.svg" Id="R51bbe0666e764df6" /><Relationship Type="http://schemas.openxmlformats.org/officeDocument/2006/relationships/image" Target="/ppt/media/image87.png" Id="R57ed3cbdb3c846b2" /><Relationship Type="http://schemas.openxmlformats.org/officeDocument/2006/relationships/image" Target="/ppt/media/image87.svg" Id="R46b063c9433b4eb0" /><Relationship Type="http://schemas.openxmlformats.org/officeDocument/2006/relationships/image" Target="/ppt/media/image88.png" Id="Rda484d9bbda54a14" /><Relationship Type="http://schemas.openxmlformats.org/officeDocument/2006/relationships/image" Target="/ppt/media/image88.svg" Id="Rc51f9e15d6e54417" /><Relationship Type="http://schemas.openxmlformats.org/officeDocument/2006/relationships/image" Target="/ppt/media/image89.png" Id="R1dc9c347196c4c74" /><Relationship Type="http://schemas.openxmlformats.org/officeDocument/2006/relationships/image" Target="/ppt/media/image89.svg" Id="R5561735c194c45bb" /><Relationship Type="http://schemas.openxmlformats.org/officeDocument/2006/relationships/notesSlide" Target="/ppt/notesSlides/notesSlide28.xml" Id="R9e8a8fc0d4da48f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1bbc5592f7742e5" /><Relationship Type="http://schemas.openxmlformats.org/officeDocument/2006/relationships/image" Target="/ppt/media/image90.png" Id="R6234690d701e4bf9" /><Relationship Type="http://schemas.openxmlformats.org/officeDocument/2006/relationships/image" Target="/ppt/media/image90.svg" Id="Re1ff86dd15b34608" /><Relationship Type="http://schemas.openxmlformats.org/officeDocument/2006/relationships/notesSlide" Target="/ppt/notesSlides/notesSlide29.xml" Id="R72d607f547d546a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ee110dfa36a4a2e" /><Relationship Type="http://schemas.openxmlformats.org/officeDocument/2006/relationships/image" Target="/ppt/media/image91.png" Id="R0c91bbbd69044902" /><Relationship Type="http://schemas.openxmlformats.org/officeDocument/2006/relationships/image" Target="/ppt/media/image91.svg" Id="Rc2a0e663bbf148f7" /><Relationship Type="http://schemas.openxmlformats.org/officeDocument/2006/relationships/image" Target="/ppt/media/image92.png" Id="Rc9e46ca092b24975" /><Relationship Type="http://schemas.openxmlformats.org/officeDocument/2006/relationships/image" Target="/ppt/media/image92.svg" Id="R26c80210299f4486" /><Relationship Type="http://schemas.openxmlformats.org/officeDocument/2006/relationships/image" Target="/ppt/media/image93.png" Id="Re1bc22f3ad064c48" /><Relationship Type="http://schemas.openxmlformats.org/officeDocument/2006/relationships/image" Target="/ppt/media/image93.svg" Id="Rd07e11930f624d88" /><Relationship Type="http://schemas.openxmlformats.org/officeDocument/2006/relationships/notesSlide" Target="/ppt/notesSlides/notesSlide30.xml" Id="R21cc6361828b46b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1eb392ce3f7437e" /><Relationship Type="http://schemas.openxmlformats.org/officeDocument/2006/relationships/image" Target="/ppt/media/image94.png" Id="R1e2206b7f7b24b46" /><Relationship Type="http://schemas.openxmlformats.org/officeDocument/2006/relationships/image" Target="/ppt/media/image94.svg" Id="R2f40d4db462f4c58" /><Relationship Type="http://schemas.openxmlformats.org/officeDocument/2006/relationships/image" Target="/ppt/media/image95.png" Id="R39698ea7bfef4cb9" /><Relationship Type="http://schemas.openxmlformats.org/officeDocument/2006/relationships/image" Target="/ppt/media/image95.svg" Id="Rd768bc8deeb7475b" /><Relationship Type="http://schemas.openxmlformats.org/officeDocument/2006/relationships/image" Target="/ppt/media/image96.png" Id="Ra5dd44c26631477d" /><Relationship Type="http://schemas.openxmlformats.org/officeDocument/2006/relationships/image" Target="/ppt/media/image96.svg" Id="R64c77034bed2482a" /><Relationship Type="http://schemas.openxmlformats.org/officeDocument/2006/relationships/notesSlide" Target="/ppt/notesSlides/notesSlide31.xml" Id="R763a627bd39c44d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d23d1eaf7b846b1" /><Relationship Type="http://schemas.openxmlformats.org/officeDocument/2006/relationships/image" Target="/ppt/media/image97.png" Id="R06d22d6e1d7c4d46" /><Relationship Type="http://schemas.openxmlformats.org/officeDocument/2006/relationships/image" Target="/ppt/media/image97.svg" Id="R0d2e93175adc4556" /><Relationship Type="http://schemas.openxmlformats.org/officeDocument/2006/relationships/image" Target="/ppt/media/image98.png" Id="Rccac6efcd4a64fb6" /><Relationship Type="http://schemas.openxmlformats.org/officeDocument/2006/relationships/image" Target="/ppt/media/image98.svg" Id="R77783220012d4432" /><Relationship Type="http://schemas.openxmlformats.org/officeDocument/2006/relationships/image" Target="/ppt/media/image99.png" Id="R56ce82e3b5e44bc5" /><Relationship Type="http://schemas.openxmlformats.org/officeDocument/2006/relationships/image" Target="/ppt/media/image99.svg" Id="R21980df780be4487" /><Relationship Type="http://schemas.openxmlformats.org/officeDocument/2006/relationships/image" Target="/ppt/media/image100.png" Id="R288705bac67f4778" /><Relationship Type="http://schemas.openxmlformats.org/officeDocument/2006/relationships/image" Target="/ppt/media/image100.svg" Id="Ra911c063ee5d4b0c" /><Relationship Type="http://schemas.openxmlformats.org/officeDocument/2006/relationships/notesSlide" Target="/ppt/notesSlides/notesSlide32.xml" Id="R4d45639bdc6c4d8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0b0d963553248f2" /><Relationship Type="http://schemas.openxmlformats.org/officeDocument/2006/relationships/image" Target="/ppt/media/image101.png" Id="R86fe3c76dcd94e18" /><Relationship Type="http://schemas.openxmlformats.org/officeDocument/2006/relationships/image" Target="/ppt/media/image101.svg" Id="Rb71d2d5d7ca54486" /><Relationship Type="http://schemas.openxmlformats.org/officeDocument/2006/relationships/image" Target="/ppt/media/image102.png" Id="Rc3b0672c9c5d45bf" /><Relationship Type="http://schemas.openxmlformats.org/officeDocument/2006/relationships/image" Target="/ppt/media/image102.svg" Id="Ref957d5dc331431c" /><Relationship Type="http://schemas.openxmlformats.org/officeDocument/2006/relationships/notesSlide" Target="/ppt/notesSlides/notesSlide33.xml" Id="Rfecd4acb408044f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90dd891ea2342d5" /><Relationship Type="http://schemas.openxmlformats.org/officeDocument/2006/relationships/image" Target="/ppt/media/image103.png" Id="R151b12643c5c416d" /><Relationship Type="http://schemas.openxmlformats.org/officeDocument/2006/relationships/image" Target="/ppt/media/image103.svg" Id="Rf12fd5cd820e41dd" /><Relationship Type="http://schemas.openxmlformats.org/officeDocument/2006/relationships/image" Target="/ppt/media/image104.png" Id="R00a97633becf4486" /><Relationship Type="http://schemas.openxmlformats.org/officeDocument/2006/relationships/image" Target="/ppt/media/image104.svg" Id="R9fbfb986f0054917" /><Relationship Type="http://schemas.openxmlformats.org/officeDocument/2006/relationships/image" Target="/ppt/media/image105.png" Id="Rcf696c6dc1024926" /><Relationship Type="http://schemas.openxmlformats.org/officeDocument/2006/relationships/image" Target="/ppt/media/image105.svg" Id="R01e3feda542c4d2b" /><Relationship Type="http://schemas.openxmlformats.org/officeDocument/2006/relationships/notesSlide" Target="/ppt/notesSlides/notesSlide34.xml" Id="Rcaccc1e59883472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e977bf97c41449f5" /><Relationship Type="http://schemas.openxmlformats.org/officeDocument/2006/relationships/image" Target="/ppt/media/image106.png" Id="R0f74353f9abd4b33" /><Relationship Type="http://schemas.openxmlformats.org/officeDocument/2006/relationships/image" Target="/ppt/media/image106.svg" Id="R7ab33bfdd1cc4f93" /><Relationship Type="http://schemas.openxmlformats.org/officeDocument/2006/relationships/image" Target="/ppt/media/image107.png" Id="R29e23313469c4813" /><Relationship Type="http://schemas.openxmlformats.org/officeDocument/2006/relationships/image" Target="/ppt/media/image107.svg" Id="Raa3bfaef28c246d8" /><Relationship Type="http://schemas.openxmlformats.org/officeDocument/2006/relationships/notesSlide" Target="/ppt/notesSlides/notesSlide35.xml" Id="Rfe21d3828f12407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a259c4e1b564bd7" /><Relationship Type="http://schemas.openxmlformats.org/officeDocument/2006/relationships/image" Target="/ppt/media/image108.png" Id="R76969315ef19459f" /><Relationship Type="http://schemas.openxmlformats.org/officeDocument/2006/relationships/image" Target="/ppt/media/image108.svg" Id="Rf15b192349cc4134" /><Relationship Type="http://schemas.openxmlformats.org/officeDocument/2006/relationships/image" Target="/ppt/media/image109.png" Id="R86a0c1f2ff7c4f70" /><Relationship Type="http://schemas.openxmlformats.org/officeDocument/2006/relationships/image" Target="/ppt/media/image109.svg" Id="R305b2eab40404407" /><Relationship Type="http://schemas.openxmlformats.org/officeDocument/2006/relationships/image" Target="/ppt/media/image110.png" Id="R20c533d8ab0f496c" /><Relationship Type="http://schemas.openxmlformats.org/officeDocument/2006/relationships/image" Target="/ppt/media/image110.svg" Id="R8cc19d2b77474123" /><Relationship Type="http://schemas.openxmlformats.org/officeDocument/2006/relationships/image" Target="/ppt/media/image111.png" Id="R25b4227ce554444a" /><Relationship Type="http://schemas.openxmlformats.org/officeDocument/2006/relationships/image" Target="/ppt/media/image111.svg" Id="R33e7a69da4c040f5" /><Relationship Type="http://schemas.openxmlformats.org/officeDocument/2006/relationships/image" Target="/ppt/media/image112.png" Id="Re5d97b2b17b14125" /><Relationship Type="http://schemas.openxmlformats.org/officeDocument/2006/relationships/image" Target="/ppt/media/image112.svg" Id="R49de690f80484309" /><Relationship Type="http://schemas.openxmlformats.org/officeDocument/2006/relationships/notesSlide" Target="/ppt/notesSlides/notesSlide36.xml" Id="R097e5332c5694f4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68a118c912f34340" /><Relationship Type="http://schemas.openxmlformats.org/officeDocument/2006/relationships/image" Target="/ppt/media/image113.png" Id="R068e6c2ecbc04648" /><Relationship Type="http://schemas.openxmlformats.org/officeDocument/2006/relationships/image" Target="/ppt/media/image113.svg" Id="R182a628096c44a6f" /><Relationship Type="http://schemas.openxmlformats.org/officeDocument/2006/relationships/notesSlide" Target="/ppt/notesSlides/notesSlide37.xml" Id="Rfe8a44c262b4441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1c21cfc01d174fd6" /><Relationship Type="http://schemas.openxmlformats.org/officeDocument/2006/relationships/image" Target="/ppt/media/image114.png" Id="R42f7c3ebea5c4a41" /><Relationship Type="http://schemas.openxmlformats.org/officeDocument/2006/relationships/image" Target="/ppt/media/image114.svg" Id="R39e1b7d124e344d9" /><Relationship Type="http://schemas.openxmlformats.org/officeDocument/2006/relationships/image" Target="/ppt/media/image115.png" Id="Rc57c273ea4de40cb" /><Relationship Type="http://schemas.openxmlformats.org/officeDocument/2006/relationships/image" Target="/ppt/media/image115.svg" Id="Rb5fd49622ead4b95" /><Relationship Type="http://schemas.openxmlformats.org/officeDocument/2006/relationships/image" Target="/ppt/media/image116.png" Id="R4a729b1677a94636" /><Relationship Type="http://schemas.openxmlformats.org/officeDocument/2006/relationships/image" Target="/ppt/media/image116.svg" Id="R657bea56fbef4ab6" /><Relationship Type="http://schemas.openxmlformats.org/officeDocument/2006/relationships/image" Target="/ppt/media/image117.png" Id="R8def00289f844d28" /><Relationship Type="http://schemas.openxmlformats.org/officeDocument/2006/relationships/image" Target="/ppt/media/image117.svg" Id="R8e9a5e7ba3804ba0" /><Relationship Type="http://schemas.openxmlformats.org/officeDocument/2006/relationships/notesSlide" Target="/ppt/notesSlides/notesSlide38.xml" Id="R613e3b0a6c7041b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c1ba0e120d294fd9" /><Relationship Type="http://schemas.openxmlformats.org/officeDocument/2006/relationships/image" Target="/ppt/media/image118.png" Id="Rdaf13ff8bdde4f6b" /><Relationship Type="http://schemas.openxmlformats.org/officeDocument/2006/relationships/image" Target="/ppt/media/image118.svg" Id="R19ae3bd06c6d48d9" /><Relationship Type="http://schemas.openxmlformats.org/officeDocument/2006/relationships/image" Target="/ppt/media/image119.png" Id="R3d18b67f87c84359" /><Relationship Type="http://schemas.openxmlformats.org/officeDocument/2006/relationships/image" Target="/ppt/media/image119.svg" Id="R3fd768f8ba044394" /><Relationship Type="http://schemas.openxmlformats.org/officeDocument/2006/relationships/image" Target="/ppt/media/image120.png" Id="R22fcc9469dd64581" /><Relationship Type="http://schemas.openxmlformats.org/officeDocument/2006/relationships/image" Target="/ppt/media/image120.svg" Id="Rfe062d08c70a4050" /><Relationship Type="http://schemas.openxmlformats.org/officeDocument/2006/relationships/notesSlide" Target="/ppt/notesSlides/notesSlide39.xml" Id="Rb148f4f064a74794" /></Relationships>
</file>

<file path=ppt/slides/slide1.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EE3561F2-5CCE-43EC-BCB3-3C79E99BEC12}"/>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A point and two directions</a:t>
            </a:r>
          </a:p>
        </p:txBody>
      </p:sp>
      <p:sp>
        <p:nvSpPr>
          <p:cNvPr id="2" name="lead">
            <a:extLst xmlns:a="http://schemas.openxmlformats.org/drawingml/2006/main">
              <a:ext uri="{FF2B5EF4-FFF2-40B4-BE49-F238E27FC236}">
                <a16:creationId xmlns:a16="http://schemas.microsoft.com/office/drawing/2014/main" id="{2504352D-2839-49E9-89EF-9EC45ABEE1EC}"/>
              </a:ext>
            </a:extLst>
          </p:cNvPr>
          <p:cNvSpPr>
            <a:spLocks xmlns:a="http://schemas.openxmlformats.org/drawingml/2006/main" noGrp="1"/>
          </p:cNvSpPr>
          <p:nvPr/>
        </p:nvSpPr>
        <p:spPr>
          <a:xfrm xmlns:a="http://schemas.openxmlformats.org/drawingml/2006/main">
            <a:off x="685800" y="1552575"/>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A known point and two independent directions determine a plane.</a:t>
            </a:r>
          </a:p>
        </p:txBody>
      </p:sp>
      <p:pic>
        <p:nvPicPr>
          <p:cNvPr id="3" name="equation-0" descr="LaTeX: A\in\Pi,\qquad\vec a\not\parallel\vec b">
            <a:extLst xmlns:a="http://schemas.openxmlformats.org/drawingml/2006/main">
              <a:ext uri="{FF2B5EF4-FFF2-40B4-BE49-F238E27FC236}">
                <a16:creationId xmlns:a16="http://schemas.microsoft.com/office/drawing/2014/main" id="{FA7846FB-6ED3-4578-920B-ECD008D342A4}"/>
              </a:ext>
            </a:extLst>
          </p:cNvPr>
          <p:cNvPicPr>
            <a:picLocks xmlns:a="http://schemas.openxmlformats.org/drawingml/2006/main" noChangeAspect="1"/>
          </p:cNvPicPr>
          <p:nvPr/>
        </p:nvPicPr>
        <p:blipFill>
          <a:blip xmlns:r="http://schemas.openxmlformats.org/officeDocument/2006/relationships" xmlns:a="http://schemas.openxmlformats.org/drawingml/2006/main" r:embed="R8f2f34c0a83e408a">
            <a:extLst>
              <a:ext uri="{96DAC541-7B7A-43D3-8B79-37D633B846F1}">
                <asvg:svgBlip xmlns:asvg="http://schemas.microsoft.com/office/drawing/2016/SVG/main" r:embed="Ra4e47b37321940e5"/>
              </a:ext>
            </a:extLst>
          </a:blip>
          <a:stretch xmlns:a="http://schemas.openxmlformats.org/drawingml/2006/main"/>
        </p:blipFill>
        <p:spPr>
          <a:xfrm xmlns:a="http://schemas.openxmlformats.org/drawingml/2006/main">
            <a:off x="685800" y="2524125"/>
            <a:ext cx="2489325" cy="477117"/>
          </a:xfrm>
          <a:prstGeom xmlns:a="http://schemas.openxmlformats.org/drawingml/2006/main" prst="rect">
            <a:avLst/>
          </a:prstGeom>
        </p:spPr>
      </p:pic>
      <p:pic>
        <p:nvPicPr>
          <p:cNvPr id="4" name="equation-1" descr="LaTeX: \vec a\times\vec b\ne\vec0">
            <a:extLst xmlns:a="http://schemas.openxmlformats.org/drawingml/2006/main">
              <a:ext uri="{FF2B5EF4-FFF2-40B4-BE49-F238E27FC236}">
                <a16:creationId xmlns:a16="http://schemas.microsoft.com/office/drawing/2014/main" id="{C1980761-9F1A-4673-99B1-1CC51038EE3F}"/>
              </a:ext>
            </a:extLst>
          </p:cNvPr>
          <p:cNvPicPr>
            <a:picLocks xmlns:a="http://schemas.openxmlformats.org/drawingml/2006/main" noChangeAspect="1"/>
          </p:cNvPicPr>
          <p:nvPr/>
        </p:nvPicPr>
        <p:blipFill>
          <a:blip xmlns:r="http://schemas.openxmlformats.org/officeDocument/2006/relationships" xmlns:a="http://schemas.openxmlformats.org/drawingml/2006/main" r:embed="R67fcf121f88f49e9">
            <a:extLst>
              <a:ext uri="{96DAC541-7B7A-43D3-8B79-37D633B846F1}">
                <asvg:svgBlip xmlns:asvg="http://schemas.microsoft.com/office/drawing/2016/SVG/main" r:embed="Rf9452dfe7d4f4168"/>
              </a:ext>
            </a:extLst>
          </a:blip>
          <a:stretch xmlns:a="http://schemas.openxmlformats.org/drawingml/2006/main"/>
        </p:blipFill>
        <p:spPr>
          <a:xfrm xmlns:a="http://schemas.openxmlformats.org/drawingml/2006/main">
            <a:off x="685800" y="3286992"/>
            <a:ext cx="1419106" cy="457443"/>
          </a:xfrm>
          <a:prstGeom xmlns:a="http://schemas.openxmlformats.org/drawingml/2006/main" prst="rect">
            <a:avLst/>
          </a:prstGeom>
        </p:spPr>
      </p:pic>
      <p:sp>
        <p:nvSpPr>
          <p:cNvPr id="5" name="plane-patch">
            <a:extLst xmlns:a="http://schemas.openxmlformats.org/drawingml/2006/main">
              <a:ext uri="{FF2B5EF4-FFF2-40B4-BE49-F238E27FC236}">
                <a16:creationId xmlns:a16="http://schemas.microsoft.com/office/drawing/2014/main" id="{C2B36746-AA44-4149-8073-AB73050780EE}"/>
              </a:ext>
            </a:extLst>
          </p:cNvPr>
          <p:cNvSpPr>
            <a:spLocks xmlns:a="http://schemas.openxmlformats.org/drawingml/2006/main" noGrp="1"/>
          </p:cNvSpPr>
          <p:nvPr/>
        </p:nvSpPr>
        <p:spPr>
          <a:xfrm xmlns:a="http://schemas.openxmlformats.org/drawingml/2006/main">
            <a:off x="7694295" y="3228975"/>
            <a:ext cx="3638074" cy="1859756"/>
          </a:xfrm>
          <a:custGeom xmlns:a="http://schemas.openxmlformats.org/drawingml/2006/main">
            <a:pathLst>
              <a:path w="3638074" h="1859756">
                <a:moveTo>
                  <a:pt x="0" y="916781"/>
                </a:moveTo>
                <a:lnTo>
                  <a:pt x="2333625" y="0"/>
                </a:lnTo>
                <a:lnTo>
                  <a:pt x="3638074" y="942975"/>
                </a:lnTo>
                <a:lnTo>
                  <a:pt x="1304449" y="1859756"/>
                </a:lnTo>
                <a:close/>
              </a:path>
            </a:pathLst>
          </a:custGeom>
          <a:solidFill xmlns:a="http://schemas.openxmlformats.org/drawingml/2006/main">
            <a:srgbClr val="11232E"/>
          </a:solidFill>
          <a:ln xmlns:a="http://schemas.openxmlformats.org/drawingml/2006/main" w="14288">
            <a:solidFill>
              <a:srgbClr val="385E73"/>
            </a:solidFill>
            <a:prstDash val="solid"/>
          </a:ln>
        </p:spPr>
      </p:sp>
      <p:sp>
        <p:nvSpPr>
          <p:cNvPr id="6" name="A">
            <a:extLst xmlns:a="http://schemas.openxmlformats.org/drawingml/2006/main">
              <a:ext uri="{FF2B5EF4-FFF2-40B4-BE49-F238E27FC236}">
                <a16:creationId xmlns:a16="http://schemas.microsoft.com/office/drawing/2014/main" id="{79DBD82C-12C8-4870-B685-A49E6A37FAD9}"/>
              </a:ext>
            </a:extLst>
          </p:cNvPr>
          <p:cNvSpPr>
            <a:spLocks xmlns:a="http://schemas.openxmlformats.org/drawingml/2006/main" noGrp="1"/>
          </p:cNvSpPr>
          <p:nvPr/>
        </p:nvSpPr>
        <p:spPr>
          <a:xfrm xmlns:a="http://schemas.openxmlformats.org/drawingml/2006/main">
            <a:off x="8439150" y="4152900"/>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7" name="A-label">
            <a:extLst xmlns:a="http://schemas.openxmlformats.org/drawingml/2006/main">
              <a:ext uri="{FF2B5EF4-FFF2-40B4-BE49-F238E27FC236}">
                <a16:creationId xmlns:a16="http://schemas.microsoft.com/office/drawing/2014/main" id="{425C9E51-1301-4433-A573-16D0566A28EC}"/>
              </a:ext>
            </a:extLst>
          </p:cNvPr>
          <p:cNvSpPr>
            <a:spLocks xmlns:a="http://schemas.openxmlformats.org/drawingml/2006/main" noGrp="1"/>
          </p:cNvSpPr>
          <p:nvPr/>
        </p:nvSpPr>
        <p:spPr>
          <a:xfrm xmlns:a="http://schemas.openxmlformats.org/drawingml/2006/main">
            <a:off x="8001000" y="42862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buNone/>
              <a:defRPr sz="1875" b="0">
                <a:solidFill>
                  <a:srgbClr val="7DD3FC"/>
                </a:solidFill>
                <a:latin typeface="DejaVu Sans"/>
                <a:ea typeface="DejaVu Sans"/>
                <a:cs typeface="DejaVu Sans"/>
              </a:defRPr>
            </a:lvl1pPr>
            <a:lvl2pPr>
              <a:buNone/>
              <a:defRPr sz="1875" b="0">
                <a:solidFill>
                  <a:srgbClr val="7DD3FC"/>
                </a:solidFill>
                <a:latin typeface="DejaVu Sans"/>
                <a:ea typeface="DejaVu Sans"/>
                <a:cs typeface="DejaVu Sans"/>
              </a:defRPr>
            </a:lvl2pPr>
            <a:lvl3pPr>
              <a:buNone/>
              <a:defRPr sz="1875" b="0">
                <a:solidFill>
                  <a:srgbClr val="7DD3FC"/>
                </a:solidFill>
                <a:latin typeface="DejaVu Sans"/>
                <a:ea typeface="DejaVu Sans"/>
                <a:cs typeface="DejaVu Sans"/>
              </a:defRPr>
            </a:lvl3pPr>
            <a:lvl4pPr>
              <a:buNone/>
              <a:defRPr sz="1875" b="0">
                <a:solidFill>
                  <a:srgbClr val="7DD3FC"/>
                </a:solidFill>
                <a:latin typeface="DejaVu Sans"/>
                <a:ea typeface="DejaVu Sans"/>
                <a:cs typeface="DejaVu Sans"/>
              </a:defRPr>
            </a:lvl4pPr>
            <a:lvl5pPr>
              <a:buNone/>
              <a:defRPr sz="1875" b="0">
                <a:solidFill>
                  <a:srgbClr val="7DD3FC"/>
                </a:solidFill>
                <a:latin typeface="DejaVu Sans"/>
                <a:ea typeface="DejaVu Sans"/>
                <a:cs typeface="DejaVu Sans"/>
              </a:defRPr>
            </a:lvl5pPr>
            <a:lvl6pPr>
              <a:buNone/>
              <a:defRPr sz="1875" b="0">
                <a:solidFill>
                  <a:srgbClr val="7DD3FC"/>
                </a:solidFill>
                <a:latin typeface="DejaVu Sans"/>
                <a:ea typeface="DejaVu Sans"/>
                <a:cs typeface="DejaVu Sans"/>
              </a:defRPr>
            </a:lvl6pPr>
            <a:lvl7pPr>
              <a:buNone/>
              <a:defRPr sz="1875" b="0">
                <a:solidFill>
                  <a:srgbClr val="7DD3FC"/>
                </a:solidFill>
                <a:latin typeface="DejaVu Sans"/>
                <a:ea typeface="DejaVu Sans"/>
                <a:cs typeface="DejaVu Sans"/>
              </a:defRPr>
            </a:lvl7pPr>
            <a:lvl8pPr>
              <a:buNone/>
              <a:defRPr sz="1875" b="0">
                <a:solidFill>
                  <a:srgbClr val="7DD3FC"/>
                </a:solidFill>
                <a:latin typeface="DejaVu Sans"/>
                <a:ea typeface="DejaVu Sans"/>
                <a:cs typeface="DejaVu Sans"/>
              </a:defRPr>
            </a:lvl8pPr>
            <a:lvl9pPr>
              <a:buNone/>
              <a:defRPr sz="1875" b="0">
                <a:solidFill>
                  <a:srgbClr val="7DD3FC"/>
                </a:solidFill>
                <a:latin typeface="DejaVu Sans"/>
                <a:ea typeface="DejaVu Sans"/>
                <a:cs typeface="DejaVu Sans"/>
              </a:defRPr>
            </a:lvl9pPr>
          </a:lstStyle>
          <a:p xmlns:a="http://schemas.openxmlformats.org/drawingml/2006/main">
            <a:pPr>
              <a:buNone/>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A</a:t>
            </a:r>
          </a:p>
        </p:txBody>
      </p:sp>
      <p:cxnSp>
        <p:nvCxnSpPr>
          <p:cNvPr id="8" name="direction-a">
            <a:extLst xmlns:a="http://schemas.openxmlformats.org/drawingml/2006/main">
              <a:ext uri="{FF2B5EF4-FFF2-40B4-BE49-F238E27FC236}">
                <a16:creationId xmlns:a16="http://schemas.microsoft.com/office/drawing/2014/main" id="{95A9D1D9-B7B3-4336-8616-2B9B06F50033}"/>
              </a:ext>
            </a:extLst>
          </p:cNvPr>
          <p:cNvCxnSpPr/>
          <p:nvPr/>
        </p:nvCxnSpPr>
        <p:spPr>
          <a:xfrm xmlns:a="http://schemas.openxmlformats.org/drawingml/2006/main" rot="-1286864">
            <a:off x="8427643" y="3929063"/>
            <a:ext cx="1432713" cy="0"/>
          </a:xfrm>
          <a:prstGeom xmlns:a="http://schemas.openxmlformats.org/drawingml/2006/main" prst="straightConnector1">
            <a:avLst/>
          </a:prstGeom>
          <a:ln xmlns:a="http://schemas.openxmlformats.org/drawingml/2006/main" w="38100">
            <a:solidFill>
              <a:srgbClr val="86EFAC"/>
            </a:solidFill>
            <a:prstDash val="solid"/>
            <a:tailEnd type="triangle" w="med" len="med"/>
          </a:ln>
        </p:spPr>
      </p:cxnSp>
      <p:sp>
        <p:nvSpPr>
          <p:cNvPr id="9" name="a-label">
            <a:extLst xmlns:a="http://schemas.openxmlformats.org/drawingml/2006/main">
              <a:ext uri="{FF2B5EF4-FFF2-40B4-BE49-F238E27FC236}">
                <a16:creationId xmlns:a16="http://schemas.microsoft.com/office/drawing/2014/main" id="{4BACFD61-DB33-474B-94CA-061A39D9B7D3}"/>
              </a:ext>
            </a:extLst>
          </p:cNvPr>
          <p:cNvSpPr>
            <a:spLocks xmlns:a="http://schemas.openxmlformats.org/drawingml/2006/main" noGrp="1"/>
          </p:cNvSpPr>
          <p:nvPr/>
        </p:nvSpPr>
        <p:spPr>
          <a:xfrm xmlns:a="http://schemas.openxmlformats.org/drawingml/2006/main">
            <a:off x="9620250" y="33337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86EFAC"/>
                </a:solidFill>
                <a:latin typeface="DejaVu Sans"/>
                <a:ea typeface="DejaVu Sans"/>
                <a:cs typeface="DejaVu Sans"/>
              </a:defRPr>
            </a:defPPr>
            <a:lvl1pPr>
              <a:buNone/>
              <a:defRPr sz="1875" b="0">
                <a:solidFill>
                  <a:srgbClr val="86EFAC"/>
                </a:solidFill>
                <a:latin typeface="DejaVu Sans"/>
                <a:ea typeface="DejaVu Sans"/>
                <a:cs typeface="DejaVu Sans"/>
              </a:defRPr>
            </a:lvl1pPr>
            <a:lvl2pPr>
              <a:buNone/>
              <a:defRPr sz="1875" b="0">
                <a:solidFill>
                  <a:srgbClr val="86EFAC"/>
                </a:solidFill>
                <a:latin typeface="DejaVu Sans"/>
                <a:ea typeface="DejaVu Sans"/>
                <a:cs typeface="DejaVu Sans"/>
              </a:defRPr>
            </a:lvl2pPr>
            <a:lvl3pPr>
              <a:buNone/>
              <a:defRPr sz="1875" b="0">
                <a:solidFill>
                  <a:srgbClr val="86EFAC"/>
                </a:solidFill>
                <a:latin typeface="DejaVu Sans"/>
                <a:ea typeface="DejaVu Sans"/>
                <a:cs typeface="DejaVu Sans"/>
              </a:defRPr>
            </a:lvl3pPr>
            <a:lvl4pPr>
              <a:buNone/>
              <a:defRPr sz="1875" b="0">
                <a:solidFill>
                  <a:srgbClr val="86EFAC"/>
                </a:solidFill>
                <a:latin typeface="DejaVu Sans"/>
                <a:ea typeface="DejaVu Sans"/>
                <a:cs typeface="DejaVu Sans"/>
              </a:defRPr>
            </a:lvl4pPr>
            <a:lvl5pPr>
              <a:buNone/>
              <a:defRPr sz="1875" b="0">
                <a:solidFill>
                  <a:srgbClr val="86EFAC"/>
                </a:solidFill>
                <a:latin typeface="DejaVu Sans"/>
                <a:ea typeface="DejaVu Sans"/>
                <a:cs typeface="DejaVu Sans"/>
              </a:defRPr>
            </a:lvl5pPr>
            <a:lvl6pPr>
              <a:buNone/>
              <a:defRPr sz="1875" b="0">
                <a:solidFill>
                  <a:srgbClr val="86EFAC"/>
                </a:solidFill>
                <a:latin typeface="DejaVu Sans"/>
                <a:ea typeface="DejaVu Sans"/>
                <a:cs typeface="DejaVu Sans"/>
              </a:defRPr>
            </a:lvl6pPr>
            <a:lvl7pPr>
              <a:buNone/>
              <a:defRPr sz="1875" b="0">
                <a:solidFill>
                  <a:srgbClr val="86EFAC"/>
                </a:solidFill>
                <a:latin typeface="DejaVu Sans"/>
                <a:ea typeface="DejaVu Sans"/>
                <a:cs typeface="DejaVu Sans"/>
              </a:defRPr>
            </a:lvl7pPr>
            <a:lvl8pPr>
              <a:buNone/>
              <a:defRPr sz="1875" b="0">
                <a:solidFill>
                  <a:srgbClr val="86EFAC"/>
                </a:solidFill>
                <a:latin typeface="DejaVu Sans"/>
                <a:ea typeface="DejaVu Sans"/>
                <a:cs typeface="DejaVu Sans"/>
              </a:defRPr>
            </a:lvl8pPr>
            <a:lvl9pPr>
              <a:buNone/>
              <a:defRPr sz="1875" b="0">
                <a:solidFill>
                  <a:srgbClr val="86EFAC"/>
                </a:solidFill>
                <a:latin typeface="DejaVu Sans"/>
                <a:ea typeface="DejaVu Sans"/>
                <a:cs typeface="DejaVu Sans"/>
              </a:defRPr>
            </a:lvl9pPr>
          </a:lstStyle>
          <a:p xmlns:a="http://schemas.openxmlformats.org/drawingml/2006/main">
            <a:pPr>
              <a:buNone/>
              <a:defRPr sz="1875" b="0">
                <a:solidFill>
                  <a:srgbClr val="86EFAC"/>
                </a:solidFill>
                <a:latin typeface="DejaVu Sans"/>
                <a:ea typeface="DejaVu Sans"/>
                <a:cs typeface="DejaVu Sans"/>
              </a:defRPr>
            </a:pPr>
            <a:r>
              <a:rPr sz="1875" b="0">
                <a:solidFill>
                  <a:srgbClr val="86EFAC"/>
                </a:solidFill>
                <a:latin typeface="DejaVu Sans"/>
                <a:ea typeface="DejaVu Sans"/>
                <a:cs typeface="DejaVu Sans"/>
              </a:rPr>
              <a:t>a</a:t>
            </a:r>
          </a:p>
        </p:txBody>
      </p:sp>
      <p:cxnSp>
        <p:nvCxnSpPr>
          <p:cNvPr id="10" name="direction-b">
            <a:extLst xmlns:a="http://schemas.openxmlformats.org/drawingml/2006/main">
              <a:ext uri="{FF2B5EF4-FFF2-40B4-BE49-F238E27FC236}">
                <a16:creationId xmlns:a16="http://schemas.microsoft.com/office/drawing/2014/main" id="{F8507CE4-FB32-4CA0-82A2-FF1077AB00D9}"/>
              </a:ext>
            </a:extLst>
          </p:cNvPr>
          <p:cNvCxnSpPr/>
          <p:nvPr/>
        </p:nvCxnSpPr>
        <p:spPr>
          <a:xfrm xmlns:a="http://schemas.openxmlformats.org/drawingml/2006/main" rot="2151771">
            <a:off x="8384782" y="4476750"/>
            <a:ext cx="975511" cy="0"/>
          </a:xfrm>
          <a:prstGeom xmlns:a="http://schemas.openxmlformats.org/drawingml/2006/main" prst="straightConnector1">
            <a:avLst/>
          </a:prstGeom>
          <a:ln xmlns:a="http://schemas.openxmlformats.org/drawingml/2006/main" w="38100">
            <a:solidFill>
              <a:srgbClr val="C4B5FD"/>
            </a:solidFill>
            <a:prstDash val="solid"/>
            <a:tailEnd type="triangle" w="med" len="med"/>
          </a:ln>
        </p:spPr>
      </p:cxnSp>
      <p:sp>
        <p:nvSpPr>
          <p:cNvPr id="11" name="b-label">
            <a:extLst xmlns:a="http://schemas.openxmlformats.org/drawingml/2006/main">
              <a:ext uri="{FF2B5EF4-FFF2-40B4-BE49-F238E27FC236}">
                <a16:creationId xmlns:a16="http://schemas.microsoft.com/office/drawing/2014/main" id="{9CCE9144-AEBD-4825-A310-DD06CDAAF02A}"/>
              </a:ext>
            </a:extLst>
          </p:cNvPr>
          <p:cNvSpPr>
            <a:spLocks xmlns:a="http://schemas.openxmlformats.org/drawingml/2006/main" noGrp="1"/>
          </p:cNvSpPr>
          <p:nvPr/>
        </p:nvSpPr>
        <p:spPr>
          <a:xfrm xmlns:a="http://schemas.openxmlformats.org/drawingml/2006/main">
            <a:off x="9315450" y="48101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C4B5FD"/>
                </a:solidFill>
                <a:latin typeface="DejaVu Sans"/>
                <a:ea typeface="DejaVu Sans"/>
                <a:cs typeface="DejaVu Sans"/>
              </a:defRPr>
            </a:defPPr>
            <a:lvl1pPr>
              <a:buNone/>
              <a:defRPr sz="1875" b="0">
                <a:solidFill>
                  <a:srgbClr val="C4B5FD"/>
                </a:solidFill>
                <a:latin typeface="DejaVu Sans"/>
                <a:ea typeface="DejaVu Sans"/>
                <a:cs typeface="DejaVu Sans"/>
              </a:defRPr>
            </a:lvl1pPr>
            <a:lvl2pPr>
              <a:buNone/>
              <a:defRPr sz="1875" b="0">
                <a:solidFill>
                  <a:srgbClr val="C4B5FD"/>
                </a:solidFill>
                <a:latin typeface="DejaVu Sans"/>
                <a:ea typeface="DejaVu Sans"/>
                <a:cs typeface="DejaVu Sans"/>
              </a:defRPr>
            </a:lvl2pPr>
            <a:lvl3pPr>
              <a:buNone/>
              <a:defRPr sz="1875" b="0">
                <a:solidFill>
                  <a:srgbClr val="C4B5FD"/>
                </a:solidFill>
                <a:latin typeface="DejaVu Sans"/>
                <a:ea typeface="DejaVu Sans"/>
                <a:cs typeface="DejaVu Sans"/>
              </a:defRPr>
            </a:lvl3pPr>
            <a:lvl4pPr>
              <a:buNone/>
              <a:defRPr sz="1875" b="0">
                <a:solidFill>
                  <a:srgbClr val="C4B5FD"/>
                </a:solidFill>
                <a:latin typeface="DejaVu Sans"/>
                <a:ea typeface="DejaVu Sans"/>
                <a:cs typeface="DejaVu Sans"/>
              </a:defRPr>
            </a:lvl4pPr>
            <a:lvl5pPr>
              <a:buNone/>
              <a:defRPr sz="1875" b="0">
                <a:solidFill>
                  <a:srgbClr val="C4B5FD"/>
                </a:solidFill>
                <a:latin typeface="DejaVu Sans"/>
                <a:ea typeface="DejaVu Sans"/>
                <a:cs typeface="DejaVu Sans"/>
              </a:defRPr>
            </a:lvl5pPr>
            <a:lvl6pPr>
              <a:buNone/>
              <a:defRPr sz="1875" b="0">
                <a:solidFill>
                  <a:srgbClr val="C4B5FD"/>
                </a:solidFill>
                <a:latin typeface="DejaVu Sans"/>
                <a:ea typeface="DejaVu Sans"/>
                <a:cs typeface="DejaVu Sans"/>
              </a:defRPr>
            </a:lvl6pPr>
            <a:lvl7pPr>
              <a:buNone/>
              <a:defRPr sz="1875" b="0">
                <a:solidFill>
                  <a:srgbClr val="C4B5FD"/>
                </a:solidFill>
                <a:latin typeface="DejaVu Sans"/>
                <a:ea typeface="DejaVu Sans"/>
                <a:cs typeface="DejaVu Sans"/>
              </a:defRPr>
            </a:lvl7pPr>
            <a:lvl8pPr>
              <a:buNone/>
              <a:defRPr sz="1875" b="0">
                <a:solidFill>
                  <a:srgbClr val="C4B5FD"/>
                </a:solidFill>
                <a:latin typeface="DejaVu Sans"/>
                <a:ea typeface="DejaVu Sans"/>
                <a:cs typeface="DejaVu Sans"/>
              </a:defRPr>
            </a:lvl8pPr>
            <a:lvl9pPr>
              <a:buNone/>
              <a:defRPr sz="1875" b="0">
                <a:solidFill>
                  <a:srgbClr val="C4B5FD"/>
                </a:solidFill>
                <a:latin typeface="DejaVu Sans"/>
                <a:ea typeface="DejaVu Sans"/>
                <a:cs typeface="DejaVu Sans"/>
              </a:defRPr>
            </a:lvl9pPr>
          </a:lstStyle>
          <a:p xmlns:a="http://schemas.openxmlformats.org/drawingml/2006/main">
            <a:pPr>
              <a:buNone/>
              <a:defRPr sz="1875" b="0">
                <a:solidFill>
                  <a:srgbClr val="C4B5FD"/>
                </a:solidFill>
                <a:latin typeface="DejaVu Sans"/>
                <a:ea typeface="DejaVu Sans"/>
                <a:cs typeface="DejaVu Sans"/>
              </a:defRPr>
            </a:pPr>
            <a:r>
              <a:rPr sz="1875" b="0">
                <a:solidFill>
                  <a:srgbClr val="C4B5FD"/>
                </a:solidFill>
                <a:latin typeface="DejaVu Sans"/>
                <a:ea typeface="DejaVu Sans"/>
                <a:cs typeface="DejaVu Sans"/>
              </a:rPr>
              <a:t>b</a:t>
            </a:r>
          </a:p>
        </p:txBody>
      </p:sp>
      <p:sp>
        <p:nvSpPr>
          <p:cNvPr id="12" name="page-number">
            <a:extLst xmlns:a="http://schemas.openxmlformats.org/drawingml/2006/main">
              <a:ext uri="{FF2B5EF4-FFF2-40B4-BE49-F238E27FC236}">
                <a16:creationId xmlns:a16="http://schemas.microsoft.com/office/drawing/2014/main" id="{49EABA12-058F-474C-B8D9-A1931F675B1A}"/>
              </a:ext>
            </a:extLst>
          </p:cNvPr>
          <p:cNvSpPr>
            <a:spLocks xmlns:a="http://schemas.openxmlformats.org/drawingml/2006/main" noGrp="1"/>
          </p:cNvSpPr>
          <p:nvPr/>
        </p:nvSpPr>
        <p:spPr>
          <a:xfrm xmlns:a="http://schemas.openxmlformats.org/drawingml/2006/main">
            <a:off x="11125200" y="641032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01</a:t>
            </a:r>
          </a:p>
        </p:txBody>
      </p:sp>
    </p:spTree>
    <p:extLst>
      <p:ext uri="{BB962C8B-B14F-4D97-AF65-F5344CB8AC3E}">
        <p14:creationId xmlns:p14="http://schemas.microsoft.com/office/powerpoint/2010/main" val="34370246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400" fill="hold"/>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22" name="title">
            <a:extLst xmlns:a="http://schemas.openxmlformats.org/drawingml/2006/main">
              <a:ext uri="{FF2B5EF4-FFF2-40B4-BE49-F238E27FC236}">
                <a16:creationId xmlns:a16="http://schemas.microsoft.com/office/drawing/2014/main" id="{A442A588-853A-4C3D-B9AC-A2121D8330B8}"/>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Deriving vector form</a:t>
            </a:r>
          </a:p>
        </p:txBody>
      </p:sp>
      <p:sp>
        <p:nvSpPr>
          <p:cNvPr id="2" name="lead">
            <a:extLst xmlns:a="http://schemas.openxmlformats.org/drawingml/2006/main">
              <a:ext uri="{FF2B5EF4-FFF2-40B4-BE49-F238E27FC236}">
                <a16:creationId xmlns:a16="http://schemas.microsoft.com/office/drawing/2014/main" id="{42B9F6E2-C3E7-4370-A758-4FFFE9DE158B}"/>
              </a:ext>
            </a:extLst>
          </p:cNvPr>
          <p:cNvSpPr>
            <a:spLocks xmlns:a="http://schemas.openxmlformats.org/drawingml/2006/main" noGrp="1"/>
          </p:cNvSpPr>
          <p:nvPr/>
        </p:nvSpPr>
        <p:spPr>
          <a:xfrm xmlns:a="http://schemas.openxmlformats.org/drawingml/2006/main">
            <a:off x="685800" y="1552575"/>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Reach P by moving to A, then moving within the plane.</a:t>
            </a:r>
          </a:p>
        </p:txBody>
      </p:sp>
      <p:pic>
        <p:nvPicPr>
          <p:cNvPr id="3" name="equation-0" descr="LaTeX: \overrightarrow{OP}=\overrightarrow{OA}+\overrightarrow{AP}">
            <a:extLst xmlns:a="http://schemas.openxmlformats.org/drawingml/2006/main">
              <a:ext uri="{FF2B5EF4-FFF2-40B4-BE49-F238E27FC236}">
                <a16:creationId xmlns:a16="http://schemas.microsoft.com/office/drawing/2014/main" id="{61ADB7B1-F886-4172-8780-FF07CB136401}"/>
              </a:ext>
            </a:extLst>
          </p:cNvPr>
          <p:cNvPicPr>
            <a:picLocks xmlns:a="http://schemas.openxmlformats.org/drawingml/2006/main" noChangeAspect="1"/>
          </p:cNvPicPr>
          <p:nvPr/>
        </p:nvPicPr>
        <p:blipFill>
          <a:blip xmlns:r="http://schemas.openxmlformats.org/officeDocument/2006/relationships" xmlns:a="http://schemas.openxmlformats.org/drawingml/2006/main" r:embed="R8aeb1546cefe40b9">
            <a:extLst>
              <a:ext uri="{96DAC541-7B7A-43D3-8B79-37D633B846F1}">
                <asvg:svgBlip xmlns:asvg="http://schemas.microsoft.com/office/drawing/2016/SVG/main" r:embed="R70f3d5e2cbfd4928"/>
              </a:ext>
            </a:extLst>
          </a:blip>
          <a:stretch xmlns:a="http://schemas.openxmlformats.org/drawingml/2006/main"/>
        </p:blipFill>
        <p:spPr>
          <a:xfrm xmlns:a="http://schemas.openxmlformats.org/drawingml/2006/main">
            <a:off x="685800" y="2524125"/>
            <a:ext cx="2519229" cy="437112"/>
          </a:xfrm>
          <a:prstGeom xmlns:a="http://schemas.openxmlformats.org/drawingml/2006/main" prst="rect">
            <a:avLst/>
          </a:prstGeom>
        </p:spPr>
      </p:pic>
      <p:pic>
        <p:nvPicPr>
          <p:cNvPr id="4" name="equation-1" descr="LaTeX: \overrightarrow{AP}=s\vec a+t\vec b">
            <a:extLst xmlns:a="http://schemas.openxmlformats.org/drawingml/2006/main">
              <a:ext uri="{FF2B5EF4-FFF2-40B4-BE49-F238E27FC236}">
                <a16:creationId xmlns:a16="http://schemas.microsoft.com/office/drawing/2014/main" id="{1AA99662-AC44-4A60-9AAA-FAA7C23A282D}"/>
              </a:ext>
            </a:extLst>
          </p:cNvPr>
          <p:cNvPicPr>
            <a:picLocks xmlns:a="http://schemas.openxmlformats.org/drawingml/2006/main" noChangeAspect="1"/>
          </p:cNvPicPr>
          <p:nvPr/>
        </p:nvPicPr>
        <p:blipFill>
          <a:blip xmlns:r="http://schemas.openxmlformats.org/officeDocument/2006/relationships" xmlns:a="http://schemas.openxmlformats.org/drawingml/2006/main" r:embed="R40d1eab559b84e66">
            <a:extLst>
              <a:ext uri="{96DAC541-7B7A-43D3-8B79-37D633B846F1}">
                <asvg:svgBlip xmlns:asvg="http://schemas.microsoft.com/office/drawing/2016/SVG/main" r:embed="R39565fdf2d984fa8"/>
              </a:ext>
            </a:extLst>
          </a:blip>
          <a:stretch xmlns:a="http://schemas.openxmlformats.org/drawingml/2006/main"/>
        </p:blipFill>
        <p:spPr>
          <a:xfrm xmlns:a="http://schemas.openxmlformats.org/drawingml/2006/main">
            <a:off x="685800" y="3246987"/>
            <a:ext cx="2056343" cy="437112"/>
          </a:xfrm>
          <a:prstGeom xmlns:a="http://schemas.openxmlformats.org/drawingml/2006/main" prst="rect">
            <a:avLst/>
          </a:prstGeom>
        </p:spPr>
      </p:pic>
      <p:pic>
        <p:nvPicPr>
          <p:cNvPr id="5" name="equation-2" descr="LaTeX: \vec r=\vec r_0+s\vec a+t\vec b,\qquad s,t\in\mathbb R">
            <a:extLst xmlns:a="http://schemas.openxmlformats.org/drawingml/2006/main">
              <a:ext uri="{FF2B5EF4-FFF2-40B4-BE49-F238E27FC236}">
                <a16:creationId xmlns:a16="http://schemas.microsoft.com/office/drawing/2014/main" id="{8DFE9175-6169-4293-8EE7-0F353473C174}"/>
              </a:ext>
            </a:extLst>
          </p:cNvPr>
          <p:cNvPicPr>
            <a:picLocks xmlns:a="http://schemas.openxmlformats.org/drawingml/2006/main" noChangeAspect="1"/>
          </p:cNvPicPr>
          <p:nvPr/>
        </p:nvPicPr>
        <p:blipFill>
          <a:blip xmlns:r="http://schemas.openxmlformats.org/officeDocument/2006/relationships" xmlns:a="http://schemas.openxmlformats.org/drawingml/2006/main" r:embed="R020154dae27e4ae2">
            <a:extLst>
              <a:ext uri="{96DAC541-7B7A-43D3-8B79-37D633B846F1}">
                <asvg:svgBlip xmlns:asvg="http://schemas.microsoft.com/office/drawing/2016/SVG/main" r:embed="Raabd27cbd9494a25"/>
              </a:ext>
            </a:extLst>
          </a:blip>
          <a:stretch xmlns:a="http://schemas.openxmlformats.org/drawingml/2006/main"/>
        </p:blipFill>
        <p:spPr>
          <a:xfrm xmlns:a="http://schemas.openxmlformats.org/drawingml/2006/main">
            <a:off x="685800" y="3969849"/>
            <a:ext cx="4328198" cy="457443"/>
          </a:xfrm>
          <a:prstGeom xmlns:a="http://schemas.openxmlformats.org/drawingml/2006/main" prst="rect">
            <a:avLst/>
          </a:prstGeom>
        </p:spPr>
      </p:pic>
      <p:sp>
        <p:nvSpPr>
          <p:cNvPr id="6" name="plane-patch">
            <a:extLst xmlns:a="http://schemas.openxmlformats.org/drawingml/2006/main">
              <a:ext uri="{FF2B5EF4-FFF2-40B4-BE49-F238E27FC236}">
                <a16:creationId xmlns:a16="http://schemas.microsoft.com/office/drawing/2014/main" id="{A74B01CE-273A-46DA-BBB8-1701E5A3AA6E}"/>
              </a:ext>
            </a:extLst>
          </p:cNvPr>
          <p:cNvSpPr>
            <a:spLocks xmlns:a="http://schemas.openxmlformats.org/drawingml/2006/main" noGrp="1"/>
          </p:cNvSpPr>
          <p:nvPr/>
        </p:nvSpPr>
        <p:spPr>
          <a:xfrm xmlns:a="http://schemas.openxmlformats.org/drawingml/2006/main">
            <a:off x="7694295" y="3228975"/>
            <a:ext cx="3638074" cy="1859756"/>
          </a:xfrm>
          <a:custGeom xmlns:a="http://schemas.openxmlformats.org/drawingml/2006/main">
            <a:pathLst>
              <a:path w="3638074" h="1859756">
                <a:moveTo>
                  <a:pt x="0" y="916781"/>
                </a:moveTo>
                <a:lnTo>
                  <a:pt x="2333625" y="0"/>
                </a:lnTo>
                <a:lnTo>
                  <a:pt x="3638074" y="942975"/>
                </a:lnTo>
                <a:lnTo>
                  <a:pt x="1304449" y="1859756"/>
                </a:lnTo>
                <a:close/>
              </a:path>
            </a:pathLst>
          </a:custGeom>
          <a:solidFill xmlns:a="http://schemas.openxmlformats.org/drawingml/2006/main">
            <a:srgbClr val="11232E"/>
          </a:solidFill>
          <a:ln xmlns:a="http://schemas.openxmlformats.org/drawingml/2006/main" w="14288">
            <a:solidFill>
              <a:srgbClr val="385E73"/>
            </a:solidFill>
            <a:prstDash val="solid"/>
          </a:ln>
        </p:spPr>
      </p:sp>
      <p:sp>
        <p:nvSpPr>
          <p:cNvPr id="7" name="A">
            <a:extLst xmlns:a="http://schemas.openxmlformats.org/drawingml/2006/main">
              <a:ext uri="{FF2B5EF4-FFF2-40B4-BE49-F238E27FC236}">
                <a16:creationId xmlns:a16="http://schemas.microsoft.com/office/drawing/2014/main" id="{B3702FE4-6A63-4FDF-842E-61FFEFF83A68}"/>
              </a:ext>
            </a:extLst>
          </p:cNvPr>
          <p:cNvSpPr>
            <a:spLocks xmlns:a="http://schemas.openxmlformats.org/drawingml/2006/main" noGrp="1"/>
          </p:cNvSpPr>
          <p:nvPr/>
        </p:nvSpPr>
        <p:spPr>
          <a:xfrm xmlns:a="http://schemas.openxmlformats.org/drawingml/2006/main">
            <a:off x="8439150" y="4152900"/>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8" name="A-label">
            <a:extLst xmlns:a="http://schemas.openxmlformats.org/drawingml/2006/main">
              <a:ext uri="{FF2B5EF4-FFF2-40B4-BE49-F238E27FC236}">
                <a16:creationId xmlns:a16="http://schemas.microsoft.com/office/drawing/2014/main" id="{9C1F7A66-38C6-4814-9DE6-B4E4DFDC7637}"/>
              </a:ext>
            </a:extLst>
          </p:cNvPr>
          <p:cNvSpPr>
            <a:spLocks xmlns:a="http://schemas.openxmlformats.org/drawingml/2006/main" noGrp="1"/>
          </p:cNvSpPr>
          <p:nvPr/>
        </p:nvSpPr>
        <p:spPr>
          <a:xfrm xmlns:a="http://schemas.openxmlformats.org/drawingml/2006/main">
            <a:off x="8210550" y="42862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buNone/>
              <a:defRPr sz="1875" b="0">
                <a:solidFill>
                  <a:srgbClr val="7DD3FC"/>
                </a:solidFill>
                <a:latin typeface="DejaVu Sans"/>
                <a:ea typeface="DejaVu Sans"/>
                <a:cs typeface="DejaVu Sans"/>
              </a:defRPr>
            </a:lvl1pPr>
            <a:lvl2pPr>
              <a:buNone/>
              <a:defRPr sz="1875" b="0">
                <a:solidFill>
                  <a:srgbClr val="7DD3FC"/>
                </a:solidFill>
                <a:latin typeface="DejaVu Sans"/>
                <a:ea typeface="DejaVu Sans"/>
                <a:cs typeface="DejaVu Sans"/>
              </a:defRPr>
            </a:lvl2pPr>
            <a:lvl3pPr>
              <a:buNone/>
              <a:defRPr sz="1875" b="0">
                <a:solidFill>
                  <a:srgbClr val="7DD3FC"/>
                </a:solidFill>
                <a:latin typeface="DejaVu Sans"/>
                <a:ea typeface="DejaVu Sans"/>
                <a:cs typeface="DejaVu Sans"/>
              </a:defRPr>
            </a:lvl3pPr>
            <a:lvl4pPr>
              <a:buNone/>
              <a:defRPr sz="1875" b="0">
                <a:solidFill>
                  <a:srgbClr val="7DD3FC"/>
                </a:solidFill>
                <a:latin typeface="DejaVu Sans"/>
                <a:ea typeface="DejaVu Sans"/>
                <a:cs typeface="DejaVu Sans"/>
              </a:defRPr>
            </a:lvl4pPr>
            <a:lvl5pPr>
              <a:buNone/>
              <a:defRPr sz="1875" b="0">
                <a:solidFill>
                  <a:srgbClr val="7DD3FC"/>
                </a:solidFill>
                <a:latin typeface="DejaVu Sans"/>
                <a:ea typeface="DejaVu Sans"/>
                <a:cs typeface="DejaVu Sans"/>
              </a:defRPr>
            </a:lvl5pPr>
            <a:lvl6pPr>
              <a:buNone/>
              <a:defRPr sz="1875" b="0">
                <a:solidFill>
                  <a:srgbClr val="7DD3FC"/>
                </a:solidFill>
                <a:latin typeface="DejaVu Sans"/>
                <a:ea typeface="DejaVu Sans"/>
                <a:cs typeface="DejaVu Sans"/>
              </a:defRPr>
            </a:lvl6pPr>
            <a:lvl7pPr>
              <a:buNone/>
              <a:defRPr sz="1875" b="0">
                <a:solidFill>
                  <a:srgbClr val="7DD3FC"/>
                </a:solidFill>
                <a:latin typeface="DejaVu Sans"/>
                <a:ea typeface="DejaVu Sans"/>
                <a:cs typeface="DejaVu Sans"/>
              </a:defRPr>
            </a:lvl7pPr>
            <a:lvl8pPr>
              <a:buNone/>
              <a:defRPr sz="1875" b="0">
                <a:solidFill>
                  <a:srgbClr val="7DD3FC"/>
                </a:solidFill>
                <a:latin typeface="DejaVu Sans"/>
                <a:ea typeface="DejaVu Sans"/>
                <a:cs typeface="DejaVu Sans"/>
              </a:defRPr>
            </a:lvl8pPr>
            <a:lvl9pPr>
              <a:buNone/>
              <a:defRPr sz="1875" b="0">
                <a:solidFill>
                  <a:srgbClr val="7DD3FC"/>
                </a:solidFill>
                <a:latin typeface="DejaVu Sans"/>
                <a:ea typeface="DejaVu Sans"/>
                <a:cs typeface="DejaVu Sans"/>
              </a:defRPr>
            </a:lvl9pPr>
          </a:lstStyle>
          <a:p xmlns:a="http://schemas.openxmlformats.org/drawingml/2006/main">
            <a:pPr>
              <a:buNone/>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A</a:t>
            </a:r>
          </a:p>
        </p:txBody>
      </p:sp>
      <p:sp>
        <p:nvSpPr>
          <p:cNvPr id="9" name="O">
            <a:extLst xmlns:a="http://schemas.openxmlformats.org/drawingml/2006/main">
              <a:ext uri="{FF2B5EF4-FFF2-40B4-BE49-F238E27FC236}">
                <a16:creationId xmlns:a16="http://schemas.microsoft.com/office/drawing/2014/main" id="{7FD8FBCC-E432-4E5B-B9CE-127554751840}"/>
              </a:ext>
            </a:extLst>
          </p:cNvPr>
          <p:cNvSpPr>
            <a:spLocks xmlns:a="http://schemas.openxmlformats.org/drawingml/2006/main" noGrp="1"/>
          </p:cNvSpPr>
          <p:nvPr/>
        </p:nvSpPr>
        <p:spPr>
          <a:xfrm xmlns:a="http://schemas.openxmlformats.org/drawingml/2006/main">
            <a:off x="7581900" y="5581650"/>
            <a:ext cx="76200" cy="76200"/>
          </a:xfrm>
          <a:prstGeom xmlns:a="http://schemas.openxmlformats.org/drawingml/2006/main" prst="ellipse">
            <a:avLst/>
          </a:prstGeom>
          <a:solidFill xmlns:a="http://schemas.openxmlformats.org/drawingml/2006/main">
            <a:srgbClr val="ADB5BF"/>
          </a:solidFill>
          <a:ln xmlns:a="http://schemas.openxmlformats.org/drawingml/2006/main" w="0">
            <a:solidFill>
              <a:srgbClr val="ADB5BF"/>
            </a:solidFill>
            <a:prstDash val="solid"/>
          </a:ln>
        </p:spPr>
      </p:sp>
      <p:sp>
        <p:nvSpPr>
          <p:cNvPr id="10" name="O-label">
            <a:extLst xmlns:a="http://schemas.openxmlformats.org/drawingml/2006/main">
              <a:ext uri="{FF2B5EF4-FFF2-40B4-BE49-F238E27FC236}">
                <a16:creationId xmlns:a16="http://schemas.microsoft.com/office/drawing/2014/main" id="{5B1B5188-1091-4334-B3D4-B49C41A37B9C}"/>
              </a:ext>
            </a:extLst>
          </p:cNvPr>
          <p:cNvSpPr>
            <a:spLocks xmlns:a="http://schemas.openxmlformats.org/drawingml/2006/main" noGrp="1"/>
          </p:cNvSpPr>
          <p:nvPr/>
        </p:nvSpPr>
        <p:spPr>
          <a:xfrm xmlns:a="http://schemas.openxmlformats.org/drawingml/2006/main">
            <a:off x="7334250" y="54768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O</a:t>
            </a:r>
          </a:p>
        </p:txBody>
      </p:sp>
      <p:cxnSp>
        <p:nvCxnSpPr>
          <p:cNvPr id="11" name="OA">
            <a:extLst xmlns:a="http://schemas.openxmlformats.org/drawingml/2006/main">
              <a:ext uri="{FF2B5EF4-FFF2-40B4-BE49-F238E27FC236}">
                <a16:creationId xmlns:a16="http://schemas.microsoft.com/office/drawing/2014/main" id="{CDD7F426-E8BA-443E-95BD-40E5248354CA}"/>
              </a:ext>
            </a:extLst>
          </p:cNvPr>
          <p:cNvCxnSpPr/>
          <p:nvPr/>
        </p:nvCxnSpPr>
        <p:spPr>
          <a:xfrm xmlns:a="http://schemas.openxmlformats.org/drawingml/2006/main" rot="-3542175">
            <a:off x="7215528" y="4905375"/>
            <a:ext cx="1666195" cy="0"/>
          </a:xfrm>
          <a:prstGeom xmlns:a="http://schemas.openxmlformats.org/drawingml/2006/main" prst="straightConnector1">
            <a:avLst/>
          </a:prstGeom>
          <a:ln xmlns:a="http://schemas.openxmlformats.org/drawingml/2006/main" w="28575">
            <a:solidFill>
              <a:srgbClr val="7DD3FC"/>
            </a:solidFill>
            <a:prstDash val="solid"/>
            <a:tailEnd type="triangle" w="med" len="med"/>
          </a:ln>
        </p:spPr>
      </p:cxnSp>
      <p:sp>
        <p:nvSpPr>
          <p:cNvPr id="12" name="OA-label">
            <a:extLst xmlns:a="http://schemas.openxmlformats.org/drawingml/2006/main">
              <a:ext uri="{FF2B5EF4-FFF2-40B4-BE49-F238E27FC236}">
                <a16:creationId xmlns:a16="http://schemas.microsoft.com/office/drawing/2014/main" id="{E761EAFB-0430-4F1B-804D-2DD67FD2A26A}"/>
              </a:ext>
            </a:extLst>
          </p:cNvPr>
          <p:cNvSpPr>
            <a:spLocks xmlns:a="http://schemas.openxmlformats.org/drawingml/2006/main" noGrp="1"/>
          </p:cNvSpPr>
          <p:nvPr/>
        </p:nvSpPr>
        <p:spPr>
          <a:xfrm xmlns:a="http://schemas.openxmlformats.org/drawingml/2006/main">
            <a:off x="7286625" y="4786313"/>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buNone/>
              <a:defRPr sz="1875" b="0">
                <a:solidFill>
                  <a:srgbClr val="7DD3FC"/>
                </a:solidFill>
                <a:latin typeface="DejaVu Sans"/>
                <a:ea typeface="DejaVu Sans"/>
                <a:cs typeface="DejaVu Sans"/>
              </a:defRPr>
            </a:lvl1pPr>
            <a:lvl2pPr>
              <a:buNone/>
              <a:defRPr sz="1875" b="0">
                <a:solidFill>
                  <a:srgbClr val="7DD3FC"/>
                </a:solidFill>
                <a:latin typeface="DejaVu Sans"/>
                <a:ea typeface="DejaVu Sans"/>
                <a:cs typeface="DejaVu Sans"/>
              </a:defRPr>
            </a:lvl2pPr>
            <a:lvl3pPr>
              <a:buNone/>
              <a:defRPr sz="1875" b="0">
                <a:solidFill>
                  <a:srgbClr val="7DD3FC"/>
                </a:solidFill>
                <a:latin typeface="DejaVu Sans"/>
                <a:ea typeface="DejaVu Sans"/>
                <a:cs typeface="DejaVu Sans"/>
              </a:defRPr>
            </a:lvl3pPr>
            <a:lvl4pPr>
              <a:buNone/>
              <a:defRPr sz="1875" b="0">
                <a:solidFill>
                  <a:srgbClr val="7DD3FC"/>
                </a:solidFill>
                <a:latin typeface="DejaVu Sans"/>
                <a:ea typeface="DejaVu Sans"/>
                <a:cs typeface="DejaVu Sans"/>
              </a:defRPr>
            </a:lvl4pPr>
            <a:lvl5pPr>
              <a:buNone/>
              <a:defRPr sz="1875" b="0">
                <a:solidFill>
                  <a:srgbClr val="7DD3FC"/>
                </a:solidFill>
                <a:latin typeface="DejaVu Sans"/>
                <a:ea typeface="DejaVu Sans"/>
                <a:cs typeface="DejaVu Sans"/>
              </a:defRPr>
            </a:lvl5pPr>
            <a:lvl6pPr>
              <a:buNone/>
              <a:defRPr sz="1875" b="0">
                <a:solidFill>
                  <a:srgbClr val="7DD3FC"/>
                </a:solidFill>
                <a:latin typeface="DejaVu Sans"/>
                <a:ea typeface="DejaVu Sans"/>
                <a:cs typeface="DejaVu Sans"/>
              </a:defRPr>
            </a:lvl6pPr>
            <a:lvl7pPr>
              <a:buNone/>
              <a:defRPr sz="1875" b="0">
                <a:solidFill>
                  <a:srgbClr val="7DD3FC"/>
                </a:solidFill>
                <a:latin typeface="DejaVu Sans"/>
                <a:ea typeface="DejaVu Sans"/>
                <a:cs typeface="DejaVu Sans"/>
              </a:defRPr>
            </a:lvl7pPr>
            <a:lvl8pPr>
              <a:buNone/>
              <a:defRPr sz="1875" b="0">
                <a:solidFill>
                  <a:srgbClr val="7DD3FC"/>
                </a:solidFill>
                <a:latin typeface="DejaVu Sans"/>
                <a:ea typeface="DejaVu Sans"/>
                <a:cs typeface="DejaVu Sans"/>
              </a:defRPr>
            </a:lvl8pPr>
            <a:lvl9pPr>
              <a:buNone/>
              <a:defRPr sz="1875" b="0">
                <a:solidFill>
                  <a:srgbClr val="7DD3FC"/>
                </a:solidFill>
                <a:latin typeface="DejaVu Sans"/>
                <a:ea typeface="DejaVu Sans"/>
                <a:cs typeface="DejaVu Sans"/>
              </a:defRPr>
            </a:lvl9pPr>
          </a:lstStyle>
          <a:p xmlns:a="http://schemas.openxmlformats.org/drawingml/2006/main">
            <a:pPr>
              <a:buNone/>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r₀</a:t>
            </a:r>
          </a:p>
        </p:txBody>
      </p:sp>
      <p:cxnSp>
        <p:nvCxnSpPr>
          <p:cNvPr id="13" name="OP">
            <a:extLst xmlns:a="http://schemas.openxmlformats.org/drawingml/2006/main">
              <a:ext uri="{FF2B5EF4-FFF2-40B4-BE49-F238E27FC236}">
                <a16:creationId xmlns:a16="http://schemas.microsoft.com/office/drawing/2014/main" id="{7F67B915-013D-4582-A991-05A7340FEF29}"/>
              </a:ext>
            </a:extLst>
          </p:cNvPr>
          <p:cNvCxnSpPr/>
          <p:nvPr/>
        </p:nvCxnSpPr>
        <p:spPr>
          <a:xfrm xmlns:a="http://schemas.openxmlformats.org/drawingml/2006/main" rot="-1702471">
            <a:off x="7440909" y="4911328"/>
            <a:ext cx="2981366" cy="0"/>
          </a:xfrm>
          <a:prstGeom xmlns:a="http://schemas.openxmlformats.org/drawingml/2006/main" prst="straightConnector1">
            <a:avLst/>
          </a:prstGeom>
          <a:ln xmlns:a="http://schemas.openxmlformats.org/drawingml/2006/main" w="23813">
            <a:solidFill>
              <a:srgbClr val="F5F5F5"/>
            </a:solidFill>
            <a:prstDash val="solid"/>
            <a:tailEnd type="triangle" w="med" len="med"/>
          </a:ln>
        </p:spPr>
      </p:cxnSp>
      <p:sp>
        <p:nvSpPr>
          <p:cNvPr id="14" name="OP-label">
            <a:extLst xmlns:a="http://schemas.openxmlformats.org/drawingml/2006/main">
              <a:ext uri="{FF2B5EF4-FFF2-40B4-BE49-F238E27FC236}">
                <a16:creationId xmlns:a16="http://schemas.microsoft.com/office/drawing/2014/main" id="{0066A440-778E-4CB5-8810-C16435118D54}"/>
              </a:ext>
            </a:extLst>
          </p:cNvPr>
          <p:cNvSpPr>
            <a:spLocks xmlns:a="http://schemas.openxmlformats.org/drawingml/2006/main" noGrp="1"/>
          </p:cNvSpPr>
          <p:nvPr/>
        </p:nvSpPr>
        <p:spPr>
          <a:xfrm xmlns:a="http://schemas.openxmlformats.org/drawingml/2006/main">
            <a:off x="9289161" y="4817269"/>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F5F5F5"/>
                </a:solidFill>
                <a:latin typeface="DejaVu Sans"/>
                <a:ea typeface="DejaVu Sans"/>
                <a:cs typeface="DejaVu Sans"/>
              </a:defRPr>
            </a:defPPr>
            <a:lvl1pPr>
              <a:buNone/>
              <a:defRPr sz="1875" b="0">
                <a:solidFill>
                  <a:srgbClr val="F5F5F5"/>
                </a:solidFill>
                <a:latin typeface="DejaVu Sans"/>
                <a:ea typeface="DejaVu Sans"/>
                <a:cs typeface="DejaVu Sans"/>
              </a:defRPr>
            </a:lvl1pPr>
            <a:lvl2pPr>
              <a:buNone/>
              <a:defRPr sz="1875" b="0">
                <a:solidFill>
                  <a:srgbClr val="F5F5F5"/>
                </a:solidFill>
                <a:latin typeface="DejaVu Sans"/>
                <a:ea typeface="DejaVu Sans"/>
                <a:cs typeface="DejaVu Sans"/>
              </a:defRPr>
            </a:lvl2pPr>
            <a:lvl3pPr>
              <a:buNone/>
              <a:defRPr sz="1875" b="0">
                <a:solidFill>
                  <a:srgbClr val="F5F5F5"/>
                </a:solidFill>
                <a:latin typeface="DejaVu Sans"/>
                <a:ea typeface="DejaVu Sans"/>
                <a:cs typeface="DejaVu Sans"/>
              </a:defRPr>
            </a:lvl3pPr>
            <a:lvl4pPr>
              <a:buNone/>
              <a:defRPr sz="1875" b="0">
                <a:solidFill>
                  <a:srgbClr val="F5F5F5"/>
                </a:solidFill>
                <a:latin typeface="DejaVu Sans"/>
                <a:ea typeface="DejaVu Sans"/>
                <a:cs typeface="DejaVu Sans"/>
              </a:defRPr>
            </a:lvl4pPr>
            <a:lvl5pPr>
              <a:buNone/>
              <a:defRPr sz="1875" b="0">
                <a:solidFill>
                  <a:srgbClr val="F5F5F5"/>
                </a:solidFill>
                <a:latin typeface="DejaVu Sans"/>
                <a:ea typeface="DejaVu Sans"/>
                <a:cs typeface="DejaVu Sans"/>
              </a:defRPr>
            </a:lvl5pPr>
            <a:lvl6pPr>
              <a:buNone/>
              <a:defRPr sz="1875" b="0">
                <a:solidFill>
                  <a:srgbClr val="F5F5F5"/>
                </a:solidFill>
                <a:latin typeface="DejaVu Sans"/>
                <a:ea typeface="DejaVu Sans"/>
                <a:cs typeface="DejaVu Sans"/>
              </a:defRPr>
            </a:lvl6pPr>
            <a:lvl7pPr>
              <a:buNone/>
              <a:defRPr sz="1875" b="0">
                <a:solidFill>
                  <a:srgbClr val="F5F5F5"/>
                </a:solidFill>
                <a:latin typeface="DejaVu Sans"/>
                <a:ea typeface="DejaVu Sans"/>
                <a:cs typeface="DejaVu Sans"/>
              </a:defRPr>
            </a:lvl7pPr>
            <a:lvl8pPr>
              <a:buNone/>
              <a:defRPr sz="1875" b="0">
                <a:solidFill>
                  <a:srgbClr val="F5F5F5"/>
                </a:solidFill>
                <a:latin typeface="DejaVu Sans"/>
                <a:ea typeface="DejaVu Sans"/>
                <a:cs typeface="DejaVu Sans"/>
              </a:defRPr>
            </a:lvl8pPr>
            <a:lvl9pPr>
              <a:buNone/>
              <a:defRPr sz="1875" b="0">
                <a:solidFill>
                  <a:srgbClr val="F5F5F5"/>
                </a:solidFill>
                <a:latin typeface="DejaVu Sans"/>
                <a:ea typeface="DejaVu Sans"/>
                <a:cs typeface="DejaVu Sans"/>
              </a:defRPr>
            </a:lvl9pPr>
          </a:lstStyle>
          <a:p xmlns:a="http://schemas.openxmlformats.org/drawingml/2006/main">
            <a:pPr>
              <a:buNone/>
              <a:defRPr sz="1875" b="0">
                <a:solidFill>
                  <a:srgbClr val="F5F5F5"/>
                </a:solidFill>
                <a:latin typeface="DejaVu Sans"/>
                <a:ea typeface="DejaVu Sans"/>
                <a:cs typeface="DejaVu Sans"/>
              </a:defRPr>
            </a:pPr>
            <a:r>
              <a:rPr sz="1875" b="0">
                <a:solidFill>
                  <a:srgbClr val="F5F5F5"/>
                </a:solidFill>
                <a:latin typeface="DejaVu Sans"/>
                <a:ea typeface="DejaVu Sans"/>
                <a:cs typeface="DejaVu Sans"/>
              </a:rPr>
              <a:t>r</a:t>
            </a:r>
          </a:p>
        </p:txBody>
      </p:sp>
      <p:cxnSp>
        <p:nvCxnSpPr>
          <p:cNvPr id="15" name="sa">
            <a:extLst xmlns:a="http://schemas.openxmlformats.org/drawingml/2006/main">
              <a:ext uri="{FF2B5EF4-FFF2-40B4-BE49-F238E27FC236}">
                <a16:creationId xmlns:a16="http://schemas.microsoft.com/office/drawing/2014/main" id="{5F2B2CFB-3ACF-4CC9-A8EB-DD83C1AC8151}"/>
              </a:ext>
            </a:extLst>
          </p:cNvPr>
          <p:cNvCxnSpPr/>
          <p:nvPr/>
        </p:nvCxnSpPr>
        <p:spPr>
          <a:xfrm xmlns:a="http://schemas.openxmlformats.org/drawingml/2006/main" rot="-1286864">
            <a:off x="8435084" y="3968353"/>
            <a:ext cx="1217806" cy="0"/>
          </a:xfrm>
          <a:prstGeom xmlns:a="http://schemas.openxmlformats.org/drawingml/2006/main" prst="straightConnector1">
            <a:avLst/>
          </a:prstGeom>
          <a:ln xmlns:a="http://schemas.openxmlformats.org/drawingml/2006/main" w="38100">
            <a:solidFill>
              <a:srgbClr val="86EFAC"/>
            </a:solidFill>
            <a:prstDash val="solid"/>
            <a:tailEnd type="triangle" w="med" len="med"/>
          </a:ln>
        </p:spPr>
      </p:cxnSp>
      <p:sp>
        <p:nvSpPr>
          <p:cNvPr id="16" name="sa-label">
            <a:extLst xmlns:a="http://schemas.openxmlformats.org/drawingml/2006/main">
              <a:ext uri="{FF2B5EF4-FFF2-40B4-BE49-F238E27FC236}">
                <a16:creationId xmlns:a16="http://schemas.microsoft.com/office/drawing/2014/main" id="{E0126967-12AF-4EC9-A270-3E5EC6523451}"/>
              </a:ext>
            </a:extLst>
          </p:cNvPr>
          <p:cNvSpPr>
            <a:spLocks xmlns:a="http://schemas.openxmlformats.org/drawingml/2006/main" noGrp="1"/>
          </p:cNvSpPr>
          <p:nvPr/>
        </p:nvSpPr>
        <p:spPr>
          <a:xfrm xmlns:a="http://schemas.openxmlformats.org/drawingml/2006/main">
            <a:off x="9324975" y="3412331"/>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86EFAC"/>
                </a:solidFill>
                <a:latin typeface="DejaVu Sans"/>
                <a:ea typeface="DejaVu Sans"/>
                <a:cs typeface="DejaVu Sans"/>
              </a:defRPr>
            </a:defPPr>
            <a:lvl1pPr>
              <a:buNone/>
              <a:defRPr sz="1875" b="0">
                <a:solidFill>
                  <a:srgbClr val="86EFAC"/>
                </a:solidFill>
                <a:latin typeface="DejaVu Sans"/>
                <a:ea typeface="DejaVu Sans"/>
                <a:cs typeface="DejaVu Sans"/>
              </a:defRPr>
            </a:lvl1pPr>
            <a:lvl2pPr>
              <a:buNone/>
              <a:defRPr sz="1875" b="0">
                <a:solidFill>
                  <a:srgbClr val="86EFAC"/>
                </a:solidFill>
                <a:latin typeface="DejaVu Sans"/>
                <a:ea typeface="DejaVu Sans"/>
                <a:cs typeface="DejaVu Sans"/>
              </a:defRPr>
            </a:lvl2pPr>
            <a:lvl3pPr>
              <a:buNone/>
              <a:defRPr sz="1875" b="0">
                <a:solidFill>
                  <a:srgbClr val="86EFAC"/>
                </a:solidFill>
                <a:latin typeface="DejaVu Sans"/>
                <a:ea typeface="DejaVu Sans"/>
                <a:cs typeface="DejaVu Sans"/>
              </a:defRPr>
            </a:lvl3pPr>
            <a:lvl4pPr>
              <a:buNone/>
              <a:defRPr sz="1875" b="0">
                <a:solidFill>
                  <a:srgbClr val="86EFAC"/>
                </a:solidFill>
                <a:latin typeface="DejaVu Sans"/>
                <a:ea typeface="DejaVu Sans"/>
                <a:cs typeface="DejaVu Sans"/>
              </a:defRPr>
            </a:lvl4pPr>
            <a:lvl5pPr>
              <a:buNone/>
              <a:defRPr sz="1875" b="0">
                <a:solidFill>
                  <a:srgbClr val="86EFAC"/>
                </a:solidFill>
                <a:latin typeface="DejaVu Sans"/>
                <a:ea typeface="DejaVu Sans"/>
                <a:cs typeface="DejaVu Sans"/>
              </a:defRPr>
            </a:lvl5pPr>
            <a:lvl6pPr>
              <a:buNone/>
              <a:defRPr sz="1875" b="0">
                <a:solidFill>
                  <a:srgbClr val="86EFAC"/>
                </a:solidFill>
                <a:latin typeface="DejaVu Sans"/>
                <a:ea typeface="DejaVu Sans"/>
                <a:cs typeface="DejaVu Sans"/>
              </a:defRPr>
            </a:lvl6pPr>
            <a:lvl7pPr>
              <a:buNone/>
              <a:defRPr sz="1875" b="0">
                <a:solidFill>
                  <a:srgbClr val="86EFAC"/>
                </a:solidFill>
                <a:latin typeface="DejaVu Sans"/>
                <a:ea typeface="DejaVu Sans"/>
                <a:cs typeface="DejaVu Sans"/>
              </a:defRPr>
            </a:lvl7pPr>
            <a:lvl8pPr>
              <a:buNone/>
              <a:defRPr sz="1875" b="0">
                <a:solidFill>
                  <a:srgbClr val="86EFAC"/>
                </a:solidFill>
                <a:latin typeface="DejaVu Sans"/>
                <a:ea typeface="DejaVu Sans"/>
                <a:cs typeface="DejaVu Sans"/>
              </a:defRPr>
            </a:lvl8pPr>
            <a:lvl9pPr>
              <a:buNone/>
              <a:defRPr sz="1875" b="0">
                <a:solidFill>
                  <a:srgbClr val="86EFAC"/>
                </a:solidFill>
                <a:latin typeface="DejaVu Sans"/>
                <a:ea typeface="DejaVu Sans"/>
                <a:cs typeface="DejaVu Sans"/>
              </a:defRPr>
            </a:lvl9pPr>
          </a:lstStyle>
          <a:p xmlns:a="http://schemas.openxmlformats.org/drawingml/2006/main">
            <a:pPr>
              <a:buNone/>
              <a:defRPr sz="1875" b="0">
                <a:solidFill>
                  <a:srgbClr val="86EFAC"/>
                </a:solidFill>
                <a:latin typeface="DejaVu Sans"/>
                <a:ea typeface="DejaVu Sans"/>
                <a:cs typeface="DejaVu Sans"/>
              </a:defRPr>
            </a:pPr>
            <a:r>
              <a:rPr sz="1875" b="0">
                <a:solidFill>
                  <a:srgbClr val="86EFAC"/>
                </a:solidFill>
                <a:latin typeface="DejaVu Sans"/>
                <a:ea typeface="DejaVu Sans"/>
                <a:cs typeface="DejaVu Sans"/>
              </a:rPr>
              <a:t>sa</a:t>
            </a:r>
          </a:p>
        </p:txBody>
      </p:sp>
      <p:cxnSp>
        <p:nvCxnSpPr>
          <p:cNvPr id="17" name="tb">
            <a:extLst xmlns:a="http://schemas.openxmlformats.org/drawingml/2006/main">
              <a:ext uri="{FF2B5EF4-FFF2-40B4-BE49-F238E27FC236}">
                <a16:creationId xmlns:a16="http://schemas.microsoft.com/office/drawing/2014/main" id="{51CE25C7-B110-4345-9165-9463F2D7005E}"/>
              </a:ext>
            </a:extLst>
          </p:cNvPr>
          <p:cNvCxnSpPr/>
          <p:nvPr/>
        </p:nvCxnSpPr>
        <p:spPr>
          <a:xfrm xmlns:a="http://schemas.openxmlformats.org/drawingml/2006/main" rot="2151771">
            <a:off x="9536751" y="3974306"/>
            <a:ext cx="780409" cy="0"/>
          </a:xfrm>
          <a:prstGeom xmlns:a="http://schemas.openxmlformats.org/drawingml/2006/main" prst="straightConnector1">
            <a:avLst/>
          </a:prstGeom>
          <a:ln xmlns:a="http://schemas.openxmlformats.org/drawingml/2006/main" w="38100">
            <a:solidFill>
              <a:srgbClr val="C4B5FD"/>
            </a:solidFill>
            <a:prstDash val="solid"/>
            <a:tailEnd type="triangle" w="med" len="med"/>
          </a:ln>
        </p:spPr>
      </p:cxnSp>
      <p:sp>
        <p:nvSpPr>
          <p:cNvPr id="18" name="tb-label">
            <a:extLst xmlns:a="http://schemas.openxmlformats.org/drawingml/2006/main">
              <a:ext uri="{FF2B5EF4-FFF2-40B4-BE49-F238E27FC236}">
                <a16:creationId xmlns:a16="http://schemas.microsoft.com/office/drawing/2014/main" id="{534809CA-25C8-421F-96BC-71D514A1E731}"/>
              </a:ext>
            </a:extLst>
          </p:cNvPr>
          <p:cNvSpPr>
            <a:spLocks xmlns:a="http://schemas.openxmlformats.org/drawingml/2006/main" noGrp="1"/>
          </p:cNvSpPr>
          <p:nvPr/>
        </p:nvSpPr>
        <p:spPr>
          <a:xfrm xmlns:a="http://schemas.openxmlformats.org/drawingml/2006/main">
            <a:off x="10195560" y="4279106"/>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C4B5FD"/>
                </a:solidFill>
                <a:latin typeface="DejaVu Sans"/>
                <a:ea typeface="DejaVu Sans"/>
                <a:cs typeface="DejaVu Sans"/>
              </a:defRPr>
            </a:defPPr>
            <a:lvl1pPr>
              <a:buNone/>
              <a:defRPr sz="1875" b="0">
                <a:solidFill>
                  <a:srgbClr val="C4B5FD"/>
                </a:solidFill>
                <a:latin typeface="DejaVu Sans"/>
                <a:ea typeface="DejaVu Sans"/>
                <a:cs typeface="DejaVu Sans"/>
              </a:defRPr>
            </a:lvl1pPr>
            <a:lvl2pPr>
              <a:buNone/>
              <a:defRPr sz="1875" b="0">
                <a:solidFill>
                  <a:srgbClr val="C4B5FD"/>
                </a:solidFill>
                <a:latin typeface="DejaVu Sans"/>
                <a:ea typeface="DejaVu Sans"/>
                <a:cs typeface="DejaVu Sans"/>
              </a:defRPr>
            </a:lvl2pPr>
            <a:lvl3pPr>
              <a:buNone/>
              <a:defRPr sz="1875" b="0">
                <a:solidFill>
                  <a:srgbClr val="C4B5FD"/>
                </a:solidFill>
                <a:latin typeface="DejaVu Sans"/>
                <a:ea typeface="DejaVu Sans"/>
                <a:cs typeface="DejaVu Sans"/>
              </a:defRPr>
            </a:lvl3pPr>
            <a:lvl4pPr>
              <a:buNone/>
              <a:defRPr sz="1875" b="0">
                <a:solidFill>
                  <a:srgbClr val="C4B5FD"/>
                </a:solidFill>
                <a:latin typeface="DejaVu Sans"/>
                <a:ea typeface="DejaVu Sans"/>
                <a:cs typeface="DejaVu Sans"/>
              </a:defRPr>
            </a:lvl4pPr>
            <a:lvl5pPr>
              <a:buNone/>
              <a:defRPr sz="1875" b="0">
                <a:solidFill>
                  <a:srgbClr val="C4B5FD"/>
                </a:solidFill>
                <a:latin typeface="DejaVu Sans"/>
                <a:ea typeface="DejaVu Sans"/>
                <a:cs typeface="DejaVu Sans"/>
              </a:defRPr>
            </a:lvl5pPr>
            <a:lvl6pPr>
              <a:buNone/>
              <a:defRPr sz="1875" b="0">
                <a:solidFill>
                  <a:srgbClr val="C4B5FD"/>
                </a:solidFill>
                <a:latin typeface="DejaVu Sans"/>
                <a:ea typeface="DejaVu Sans"/>
                <a:cs typeface="DejaVu Sans"/>
              </a:defRPr>
            </a:lvl6pPr>
            <a:lvl7pPr>
              <a:buNone/>
              <a:defRPr sz="1875" b="0">
                <a:solidFill>
                  <a:srgbClr val="C4B5FD"/>
                </a:solidFill>
                <a:latin typeface="DejaVu Sans"/>
                <a:ea typeface="DejaVu Sans"/>
                <a:cs typeface="DejaVu Sans"/>
              </a:defRPr>
            </a:lvl7pPr>
            <a:lvl8pPr>
              <a:buNone/>
              <a:defRPr sz="1875" b="0">
                <a:solidFill>
                  <a:srgbClr val="C4B5FD"/>
                </a:solidFill>
                <a:latin typeface="DejaVu Sans"/>
                <a:ea typeface="DejaVu Sans"/>
                <a:cs typeface="DejaVu Sans"/>
              </a:defRPr>
            </a:lvl8pPr>
            <a:lvl9pPr>
              <a:buNone/>
              <a:defRPr sz="1875" b="0">
                <a:solidFill>
                  <a:srgbClr val="C4B5FD"/>
                </a:solidFill>
                <a:latin typeface="DejaVu Sans"/>
                <a:ea typeface="DejaVu Sans"/>
                <a:cs typeface="DejaVu Sans"/>
              </a:defRPr>
            </a:lvl9pPr>
          </a:lstStyle>
          <a:p xmlns:a="http://schemas.openxmlformats.org/drawingml/2006/main">
            <a:pPr>
              <a:buNone/>
              <a:defRPr sz="1875" b="0">
                <a:solidFill>
                  <a:srgbClr val="C4B5FD"/>
                </a:solidFill>
                <a:latin typeface="DejaVu Sans"/>
                <a:ea typeface="DejaVu Sans"/>
                <a:cs typeface="DejaVu Sans"/>
              </a:defRPr>
            </a:pPr>
            <a:r>
              <a:rPr sz="1875" b="0">
                <a:solidFill>
                  <a:srgbClr val="C4B5FD"/>
                </a:solidFill>
                <a:latin typeface="DejaVu Sans"/>
                <a:ea typeface="DejaVu Sans"/>
                <a:cs typeface="DejaVu Sans"/>
              </a:rPr>
              <a:t>tb</a:t>
            </a:r>
          </a:p>
        </p:txBody>
      </p:sp>
      <p:sp>
        <p:nvSpPr>
          <p:cNvPr id="19" name="P">
            <a:extLst xmlns:a="http://schemas.openxmlformats.org/drawingml/2006/main">
              <a:ext uri="{FF2B5EF4-FFF2-40B4-BE49-F238E27FC236}">
                <a16:creationId xmlns:a16="http://schemas.microsoft.com/office/drawing/2014/main" id="{35E7B367-7672-4108-91BF-6247095B4940}"/>
              </a:ext>
            </a:extLst>
          </p:cNvPr>
          <p:cNvSpPr>
            <a:spLocks xmlns:a="http://schemas.openxmlformats.org/drawingml/2006/main" noGrp="1"/>
          </p:cNvSpPr>
          <p:nvPr/>
        </p:nvSpPr>
        <p:spPr>
          <a:xfrm xmlns:a="http://schemas.openxmlformats.org/drawingml/2006/main">
            <a:off x="10205085" y="4164806"/>
            <a:ext cx="76200" cy="76200"/>
          </a:xfrm>
          <a:prstGeom xmlns:a="http://schemas.openxmlformats.org/drawingml/2006/main" prst="ellipse">
            <a:avLst/>
          </a:prstGeom>
          <a:solidFill xmlns:a="http://schemas.openxmlformats.org/drawingml/2006/main">
            <a:srgbClr val="F5F5F5"/>
          </a:solidFill>
          <a:ln xmlns:a="http://schemas.openxmlformats.org/drawingml/2006/main" w="0">
            <a:solidFill>
              <a:srgbClr val="F5F5F5"/>
            </a:solidFill>
            <a:prstDash val="solid"/>
          </a:ln>
        </p:spPr>
      </p:sp>
      <p:sp>
        <p:nvSpPr>
          <p:cNvPr id="20" name="P-label">
            <a:extLst xmlns:a="http://schemas.openxmlformats.org/drawingml/2006/main">
              <a:ext uri="{FF2B5EF4-FFF2-40B4-BE49-F238E27FC236}">
                <a16:creationId xmlns:a16="http://schemas.microsoft.com/office/drawing/2014/main" id="{D2CDDA43-8832-42EC-BDCA-ED2E04AFFD54}"/>
              </a:ext>
            </a:extLst>
          </p:cNvPr>
          <p:cNvSpPr>
            <a:spLocks xmlns:a="http://schemas.openxmlformats.org/drawingml/2006/main" noGrp="1"/>
          </p:cNvSpPr>
          <p:nvPr/>
        </p:nvSpPr>
        <p:spPr>
          <a:xfrm xmlns:a="http://schemas.openxmlformats.org/drawingml/2006/main">
            <a:off x="10338435" y="3898106"/>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F5F5F5"/>
                </a:solidFill>
                <a:latin typeface="DejaVu Sans"/>
                <a:ea typeface="DejaVu Sans"/>
                <a:cs typeface="DejaVu Sans"/>
              </a:defRPr>
            </a:defPPr>
            <a:lvl1pPr>
              <a:buNone/>
              <a:defRPr sz="1875" b="0">
                <a:solidFill>
                  <a:srgbClr val="F5F5F5"/>
                </a:solidFill>
                <a:latin typeface="DejaVu Sans"/>
                <a:ea typeface="DejaVu Sans"/>
                <a:cs typeface="DejaVu Sans"/>
              </a:defRPr>
            </a:lvl1pPr>
            <a:lvl2pPr>
              <a:buNone/>
              <a:defRPr sz="1875" b="0">
                <a:solidFill>
                  <a:srgbClr val="F5F5F5"/>
                </a:solidFill>
                <a:latin typeface="DejaVu Sans"/>
                <a:ea typeface="DejaVu Sans"/>
                <a:cs typeface="DejaVu Sans"/>
              </a:defRPr>
            </a:lvl2pPr>
            <a:lvl3pPr>
              <a:buNone/>
              <a:defRPr sz="1875" b="0">
                <a:solidFill>
                  <a:srgbClr val="F5F5F5"/>
                </a:solidFill>
                <a:latin typeface="DejaVu Sans"/>
                <a:ea typeface="DejaVu Sans"/>
                <a:cs typeface="DejaVu Sans"/>
              </a:defRPr>
            </a:lvl3pPr>
            <a:lvl4pPr>
              <a:buNone/>
              <a:defRPr sz="1875" b="0">
                <a:solidFill>
                  <a:srgbClr val="F5F5F5"/>
                </a:solidFill>
                <a:latin typeface="DejaVu Sans"/>
                <a:ea typeface="DejaVu Sans"/>
                <a:cs typeface="DejaVu Sans"/>
              </a:defRPr>
            </a:lvl4pPr>
            <a:lvl5pPr>
              <a:buNone/>
              <a:defRPr sz="1875" b="0">
                <a:solidFill>
                  <a:srgbClr val="F5F5F5"/>
                </a:solidFill>
                <a:latin typeface="DejaVu Sans"/>
                <a:ea typeface="DejaVu Sans"/>
                <a:cs typeface="DejaVu Sans"/>
              </a:defRPr>
            </a:lvl5pPr>
            <a:lvl6pPr>
              <a:buNone/>
              <a:defRPr sz="1875" b="0">
                <a:solidFill>
                  <a:srgbClr val="F5F5F5"/>
                </a:solidFill>
                <a:latin typeface="DejaVu Sans"/>
                <a:ea typeface="DejaVu Sans"/>
                <a:cs typeface="DejaVu Sans"/>
              </a:defRPr>
            </a:lvl6pPr>
            <a:lvl7pPr>
              <a:buNone/>
              <a:defRPr sz="1875" b="0">
                <a:solidFill>
                  <a:srgbClr val="F5F5F5"/>
                </a:solidFill>
                <a:latin typeface="DejaVu Sans"/>
                <a:ea typeface="DejaVu Sans"/>
                <a:cs typeface="DejaVu Sans"/>
              </a:defRPr>
            </a:lvl7pPr>
            <a:lvl8pPr>
              <a:buNone/>
              <a:defRPr sz="1875" b="0">
                <a:solidFill>
                  <a:srgbClr val="F5F5F5"/>
                </a:solidFill>
                <a:latin typeface="DejaVu Sans"/>
                <a:ea typeface="DejaVu Sans"/>
                <a:cs typeface="DejaVu Sans"/>
              </a:defRPr>
            </a:lvl8pPr>
            <a:lvl9pPr>
              <a:buNone/>
              <a:defRPr sz="1875" b="0">
                <a:solidFill>
                  <a:srgbClr val="F5F5F5"/>
                </a:solidFill>
                <a:latin typeface="DejaVu Sans"/>
                <a:ea typeface="DejaVu Sans"/>
                <a:cs typeface="DejaVu Sans"/>
              </a:defRPr>
            </a:lvl9pPr>
          </a:lstStyle>
          <a:p xmlns:a="http://schemas.openxmlformats.org/drawingml/2006/main">
            <a:pPr>
              <a:buNone/>
              <a:defRPr sz="1875" b="0">
                <a:solidFill>
                  <a:srgbClr val="F5F5F5"/>
                </a:solidFill>
                <a:latin typeface="DejaVu Sans"/>
                <a:ea typeface="DejaVu Sans"/>
                <a:cs typeface="DejaVu Sans"/>
              </a:defRPr>
            </a:pPr>
            <a:r>
              <a:rPr sz="1875" b="0">
                <a:solidFill>
                  <a:srgbClr val="F5F5F5"/>
                </a:solidFill>
                <a:latin typeface="DejaVu Sans"/>
                <a:ea typeface="DejaVu Sans"/>
                <a:cs typeface="DejaVu Sans"/>
              </a:rPr>
              <a:t>P</a:t>
            </a:r>
          </a:p>
        </p:txBody>
      </p:sp>
      <p:sp>
        <p:nvSpPr>
          <p:cNvPr id="21" name="page-number">
            <a:extLst xmlns:a="http://schemas.openxmlformats.org/drawingml/2006/main">
              <a:ext uri="{FF2B5EF4-FFF2-40B4-BE49-F238E27FC236}">
                <a16:creationId xmlns:a16="http://schemas.microsoft.com/office/drawing/2014/main" id="{A3098903-1391-412B-BF7A-AC5CACA5CF9D}"/>
              </a:ext>
            </a:extLst>
          </p:cNvPr>
          <p:cNvSpPr>
            <a:spLocks xmlns:a="http://schemas.openxmlformats.org/drawingml/2006/main" noGrp="1"/>
          </p:cNvSpPr>
          <p:nvPr/>
        </p:nvSpPr>
        <p:spPr>
          <a:xfrm xmlns:a="http://schemas.openxmlformats.org/drawingml/2006/main">
            <a:off x="11125200" y="641032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02</a:t>
            </a:r>
          </a:p>
        </p:txBody>
      </p:sp>
    </p:spTree>
    <p:extLst>
      <p:ext uri="{BB962C8B-B14F-4D97-AF65-F5344CB8AC3E}">
        <p14:creationId xmlns:p14="http://schemas.microsoft.com/office/powerpoint/2010/main" val="82577422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400" fill="hold"/>
                                        <p:tgtEl>
                                          <p:spTgt spid="4"/>
                                        </p:tgtEl>
                                      </p:cBhvr>
                                    </p:animEffect>
                                  </p:childTnLst>
                                </p:cTn>
                              </p:par>
                              <p:par>
                                <p:cTn id="8" presetID="10" presetClass="entr" presetSubtype="0" fill="hold" grpId="0" nodeType="withEffect">
                                  <p:stCondLst>
                                    <p:cond delay="0"/>
                                  </p:stCondLst>
                                  <p:childTnLst>
                                    <p:set>
                                      <p:cBhvr>
                                        <p:cTn id="9" dur="1" fill="hold"/>
                                        <p:tgtEl>
                                          <p:spTgt spid="15"/>
                                        </p:tgtEl>
                                        <p:attrNameLst>
                                          <p:attrName>style.visibility</p:attrName>
                                        </p:attrNameLst>
                                      </p:cBhvr>
                                      <p:to>
                                        <p:strVal val="visible"/>
                                      </p:to>
                                    </p:set>
                                    <p:animEffect transition="in" filter="fade">
                                      <p:cBhvr>
                                        <p:cTn id="10" dur="400" fill="hold"/>
                                        <p:tgtEl>
                                          <p:spTgt spid="15"/>
                                        </p:tgtEl>
                                      </p:cBhvr>
                                    </p:animEffect>
                                  </p:childTnLst>
                                </p:cTn>
                              </p:par>
                              <p:par>
                                <p:cTn id="11" presetID="10" presetClass="entr" presetSubtype="0" fill="hold" grpId="0" nodeType="withEffect">
                                  <p:stCondLst>
                                    <p:cond delay="0"/>
                                  </p:stCondLst>
                                  <p:childTnLst>
                                    <p:set>
                                      <p:cBhvr>
                                        <p:cTn id="12" dur="1" fill="hold"/>
                                        <p:tgtEl>
                                          <p:spTgt spid="16"/>
                                        </p:tgtEl>
                                        <p:attrNameLst>
                                          <p:attrName>style.visibility</p:attrName>
                                        </p:attrNameLst>
                                      </p:cBhvr>
                                      <p:to>
                                        <p:strVal val="visible"/>
                                      </p:to>
                                    </p:set>
                                    <p:animEffect transition="in" filter="fade">
                                      <p:cBhvr>
                                        <p:cTn id="13" dur="400" fill="hold"/>
                                        <p:tgtEl>
                                          <p:spTgt spid="16"/>
                                        </p:tgtEl>
                                      </p:cBhvr>
                                    </p:animEffect>
                                  </p:childTnLst>
                                </p:cTn>
                              </p:par>
                              <p:par>
                                <p:cTn id="14" presetID="10" presetClass="entr" presetSubtype="0" fill="hold" grpId="0" nodeType="withEffect">
                                  <p:stCondLst>
                                    <p:cond delay="0"/>
                                  </p:stCondLst>
                                  <p:childTnLst>
                                    <p:set>
                                      <p:cBhvr>
                                        <p:cTn id="15" dur="1" fill="hold"/>
                                        <p:tgtEl>
                                          <p:spTgt spid="17"/>
                                        </p:tgtEl>
                                        <p:attrNameLst>
                                          <p:attrName>style.visibility</p:attrName>
                                        </p:attrNameLst>
                                      </p:cBhvr>
                                      <p:to>
                                        <p:strVal val="visible"/>
                                      </p:to>
                                    </p:set>
                                    <p:animEffect transition="in" filter="fade">
                                      <p:cBhvr>
                                        <p:cTn id="16" dur="400" fill="hold"/>
                                        <p:tgtEl>
                                          <p:spTgt spid="17"/>
                                        </p:tgtEl>
                                      </p:cBhvr>
                                    </p:animEffect>
                                  </p:childTnLst>
                                </p:cTn>
                              </p:par>
                              <p:par>
                                <p:cTn id="17" presetID="10" presetClass="entr" presetSubtype="0" fill="hold" grpId="0" nodeType="withEffect">
                                  <p:stCondLst>
                                    <p:cond delay="0"/>
                                  </p:stCondLst>
                                  <p:childTnLst>
                                    <p:set>
                                      <p:cBhvr>
                                        <p:cTn id="18" dur="1" fill="hold"/>
                                        <p:tgtEl>
                                          <p:spTgt spid="18"/>
                                        </p:tgtEl>
                                        <p:attrNameLst>
                                          <p:attrName>style.visibility</p:attrName>
                                        </p:attrNameLst>
                                      </p:cBhvr>
                                      <p:to>
                                        <p:strVal val="visible"/>
                                      </p:to>
                                    </p:set>
                                    <p:animEffect transition="in" filter="fade">
                                      <p:cBhvr>
                                        <p:cTn id="19" dur="400" fill="hold"/>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tgtEl>
                                          <p:spTgt spid="5"/>
                                        </p:tgtEl>
                                        <p:attrNameLst>
                                          <p:attrName>style.visibility</p:attrName>
                                        </p:attrNameLst>
                                      </p:cBhvr>
                                      <p:to>
                                        <p:strVal val="visible"/>
                                      </p:to>
                                    </p:set>
                                    <p:animEffect transition="in" filter="fade">
                                      <p:cBhvr>
                                        <p:cTn id="24" dur="400" fill="hold"/>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04AC63C4-0042-4668-AC70-B20D620E86E9}"/>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Deriving the parametric equations</a:t>
            </a:r>
          </a:p>
        </p:txBody>
      </p:sp>
      <p:sp>
        <p:nvSpPr>
          <p:cNvPr id="2" name="page-number">
            <a:extLst xmlns:a="http://schemas.openxmlformats.org/drawingml/2006/main">
              <a:ext uri="{FF2B5EF4-FFF2-40B4-BE49-F238E27FC236}">
                <a16:creationId xmlns:a16="http://schemas.microsoft.com/office/drawing/2014/main" id="{4FA7BDDA-ADE3-4260-A028-5A9677F863FC}"/>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03</a:t>
            </a:r>
          </a:p>
        </p:txBody>
      </p:sp>
      <p:sp>
        <p:nvSpPr>
          <p:cNvPr id="3" name="lead">
            <a:extLst xmlns:a="http://schemas.openxmlformats.org/drawingml/2006/main">
              <a:ext uri="{FF2B5EF4-FFF2-40B4-BE49-F238E27FC236}">
                <a16:creationId xmlns:a16="http://schemas.microsoft.com/office/drawing/2014/main" id="{91DABFC2-ECE9-4145-9B94-354A85809CEC}"/>
              </a:ext>
            </a:extLst>
          </p:cNvPr>
          <p:cNvSpPr>
            <a:spLocks xmlns:a="http://schemas.openxmlformats.org/drawingml/2006/main" noGrp="1"/>
          </p:cNvSpPr>
          <p:nvPr/>
        </p:nvSpPr>
        <p:spPr>
          <a:xfrm xmlns:a="http://schemas.openxmlformats.org/drawingml/2006/main">
            <a:off x="685800" y="1552575"/>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Read matching components using two independent parameters.</a:t>
            </a:r>
          </a:p>
        </p:txBody>
      </p:sp>
      <p:pic>
        <p:nvPicPr>
          <p:cNvPr id="4" name="equation-0" descr="LaTeX: [x,y,z]=[x_0,y_0,z_0]+s[a_1,a_2,a_3]+t[b_1,b_2,b_3]">
            <a:extLst xmlns:a="http://schemas.openxmlformats.org/drawingml/2006/main">
              <a:ext uri="{FF2B5EF4-FFF2-40B4-BE49-F238E27FC236}">
                <a16:creationId xmlns:a16="http://schemas.microsoft.com/office/drawing/2014/main" id="{1FEC9CA4-5AE1-4E5B-97F4-8042FF37A513}"/>
              </a:ext>
            </a:extLst>
          </p:cNvPr>
          <p:cNvPicPr>
            <a:picLocks xmlns:a="http://schemas.openxmlformats.org/drawingml/2006/main" noChangeAspect="1"/>
          </p:cNvPicPr>
          <p:nvPr/>
        </p:nvPicPr>
        <p:blipFill>
          <a:blip xmlns:r="http://schemas.openxmlformats.org/officeDocument/2006/relationships" xmlns:a="http://schemas.openxmlformats.org/drawingml/2006/main" r:embed="Rb7b53ce3ba6f45be">
            <a:extLst>
              <a:ext uri="{96DAC541-7B7A-43D3-8B79-37D633B846F1}">
                <asvg:svgBlip xmlns:asvg="http://schemas.microsoft.com/office/drawing/2016/SVG/main" r:embed="Ra7f6692184354c4d"/>
              </a:ext>
            </a:extLst>
          </a:blip>
          <a:stretch xmlns:a="http://schemas.openxmlformats.org/drawingml/2006/main"/>
        </p:blipFill>
        <p:spPr>
          <a:xfrm xmlns:a="http://schemas.openxmlformats.org/drawingml/2006/main">
            <a:off x="685800" y="2879557"/>
            <a:ext cx="7396263" cy="436875"/>
          </a:xfrm>
          <a:prstGeom xmlns:a="http://schemas.openxmlformats.org/drawingml/2006/main" prst="rect">
            <a:avLst/>
          </a:prstGeom>
        </p:spPr>
      </p:pic>
      <p:pic>
        <p:nvPicPr>
          <p:cNvPr id="5" name="equation-1" descr="LaTeX: x=x_0+sa_1+tb_1">
            <a:extLst xmlns:a="http://schemas.openxmlformats.org/drawingml/2006/main">
              <a:ext uri="{FF2B5EF4-FFF2-40B4-BE49-F238E27FC236}">
                <a16:creationId xmlns:a16="http://schemas.microsoft.com/office/drawing/2014/main" id="{2EDDE470-196A-431F-8DCB-45E9FEEB4867}"/>
              </a:ext>
            </a:extLst>
          </p:cNvPr>
          <p:cNvPicPr>
            <a:picLocks xmlns:a="http://schemas.openxmlformats.org/drawingml/2006/main" noChangeAspect="1"/>
          </p:cNvPicPr>
          <p:nvPr/>
        </p:nvPicPr>
        <p:blipFill>
          <a:blip xmlns:r="http://schemas.openxmlformats.org/officeDocument/2006/relationships" xmlns:a="http://schemas.openxmlformats.org/drawingml/2006/main" r:embed="R434f8b3d2c794708">
            <a:extLst>
              <a:ext uri="{96DAC541-7B7A-43D3-8B79-37D633B846F1}">
                <asvg:svgBlip xmlns:asvg="http://schemas.microsoft.com/office/drawing/2016/SVG/main" r:embed="Rdf78acfc5ef640c5"/>
              </a:ext>
            </a:extLst>
          </a:blip>
          <a:stretch xmlns:a="http://schemas.openxmlformats.org/drawingml/2006/main"/>
        </p:blipFill>
        <p:spPr>
          <a:xfrm xmlns:a="http://schemas.openxmlformats.org/drawingml/2006/main">
            <a:off x="685800" y="3583132"/>
            <a:ext cx="2966914" cy="376809"/>
          </a:xfrm>
          <a:prstGeom xmlns:a="http://schemas.openxmlformats.org/drawingml/2006/main" prst="rect">
            <a:avLst/>
          </a:prstGeom>
        </p:spPr>
      </p:pic>
      <p:pic>
        <p:nvPicPr>
          <p:cNvPr id="6" name="equation-2" descr="LaTeX: y=y_0+sa_2+tb_2">
            <a:extLst xmlns:a="http://schemas.openxmlformats.org/drawingml/2006/main">
              <a:ext uri="{FF2B5EF4-FFF2-40B4-BE49-F238E27FC236}">
                <a16:creationId xmlns:a16="http://schemas.microsoft.com/office/drawing/2014/main" id="{0D9D4C78-9E9E-400B-B909-24521AF5D52B}"/>
              </a:ext>
            </a:extLst>
          </p:cNvPr>
          <p:cNvPicPr>
            <a:picLocks xmlns:a="http://schemas.openxmlformats.org/drawingml/2006/main" noChangeAspect="1"/>
          </p:cNvPicPr>
          <p:nvPr/>
        </p:nvPicPr>
        <p:blipFill>
          <a:blip xmlns:r="http://schemas.openxmlformats.org/officeDocument/2006/relationships" xmlns:a="http://schemas.openxmlformats.org/drawingml/2006/main" r:embed="R09d51513d9cf4687">
            <a:extLst>
              <a:ext uri="{96DAC541-7B7A-43D3-8B79-37D633B846F1}">
                <asvg:svgBlip xmlns:asvg="http://schemas.microsoft.com/office/drawing/2016/SVG/main" r:embed="R7b053c18e30746cf"/>
              </a:ext>
            </a:extLst>
          </a:blip>
          <a:stretch xmlns:a="http://schemas.openxmlformats.org/drawingml/2006/main"/>
        </p:blipFill>
        <p:spPr>
          <a:xfrm xmlns:a="http://schemas.openxmlformats.org/drawingml/2006/main">
            <a:off x="685800" y="4226641"/>
            <a:ext cx="2919230" cy="394169"/>
          </a:xfrm>
          <a:prstGeom xmlns:a="http://schemas.openxmlformats.org/drawingml/2006/main" prst="rect">
            <a:avLst/>
          </a:prstGeom>
        </p:spPr>
      </p:pic>
      <p:pic>
        <p:nvPicPr>
          <p:cNvPr id="7" name="equation-3" descr="LaTeX: z=z_0+sa_3+tb_3">
            <a:extLst xmlns:a="http://schemas.openxmlformats.org/drawingml/2006/main">
              <a:ext uri="{FF2B5EF4-FFF2-40B4-BE49-F238E27FC236}">
                <a16:creationId xmlns:a16="http://schemas.microsoft.com/office/drawing/2014/main" id="{CA8F45EE-CF10-4BF9-9435-046F53ADDA57}"/>
              </a:ext>
            </a:extLst>
          </p:cNvPr>
          <p:cNvPicPr>
            <a:picLocks xmlns:a="http://schemas.openxmlformats.org/drawingml/2006/main" noChangeAspect="1"/>
          </p:cNvPicPr>
          <p:nvPr/>
        </p:nvPicPr>
        <p:blipFill>
          <a:blip xmlns:r="http://schemas.openxmlformats.org/officeDocument/2006/relationships" xmlns:a="http://schemas.openxmlformats.org/drawingml/2006/main" r:embed="R7d8157ae48e84148">
            <a:extLst>
              <a:ext uri="{96DAC541-7B7A-43D3-8B79-37D633B846F1}">
                <asvg:svgBlip xmlns:asvg="http://schemas.microsoft.com/office/drawing/2016/SVG/main" r:embed="R955580ccf59a4929"/>
              </a:ext>
            </a:extLst>
          </a:blip>
          <a:stretch xmlns:a="http://schemas.openxmlformats.org/drawingml/2006/main"/>
        </p:blipFill>
        <p:spPr>
          <a:xfrm xmlns:a="http://schemas.openxmlformats.org/drawingml/2006/main">
            <a:off x="685800" y="4887509"/>
            <a:ext cx="2904989" cy="376809"/>
          </a:xfrm>
          <a:prstGeom xmlns:a="http://schemas.openxmlformats.org/drawingml/2006/main" prst="rect">
            <a:avLst/>
          </a:prstGeom>
        </p:spPr>
      </p:pic>
    </p:spTree>
    <p:extLst>
      <p:ext uri="{BB962C8B-B14F-4D97-AF65-F5344CB8AC3E}">
        <p14:creationId xmlns:p14="http://schemas.microsoft.com/office/powerpoint/2010/main" val="111792816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59AE4FC9-D15D-4BBD-A660-6F322C6BB95F}"/>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A plane through three points</a:t>
            </a:r>
          </a:p>
        </p:txBody>
      </p:sp>
      <p:sp>
        <p:nvSpPr>
          <p:cNvPr id="2" name="lead">
            <a:extLst xmlns:a="http://schemas.openxmlformats.org/drawingml/2006/main">
              <a:ext uri="{FF2B5EF4-FFF2-40B4-BE49-F238E27FC236}">
                <a16:creationId xmlns:a16="http://schemas.microsoft.com/office/drawing/2014/main" id="{374D9DBF-84FE-4E6B-A386-DDE6171F90EE}"/>
              </a:ext>
            </a:extLst>
          </p:cNvPr>
          <p:cNvSpPr>
            <a:spLocks xmlns:a="http://schemas.openxmlformats.org/drawingml/2006/main" noGrp="1"/>
          </p:cNvSpPr>
          <p:nvPr/>
        </p:nvSpPr>
        <p:spPr>
          <a:xfrm xmlns:a="http://schemas.openxmlformats.org/drawingml/2006/main">
            <a:off x="685800" y="1552575"/>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A(1, 0, 2), B(2, 1, 2), and C(1, 1, 3) determine two directions.</a:t>
            </a:r>
          </a:p>
        </p:txBody>
      </p:sp>
      <p:pic>
        <p:nvPicPr>
          <p:cNvPr id="3" name="equation-0" descr="LaTeX: A(1,0,2),\quad B(2,1,2),\quad C(1,1,3)">
            <a:extLst xmlns:a="http://schemas.openxmlformats.org/drawingml/2006/main">
              <a:ext uri="{FF2B5EF4-FFF2-40B4-BE49-F238E27FC236}">
                <a16:creationId xmlns:a16="http://schemas.microsoft.com/office/drawing/2014/main" id="{3555774E-1934-4D87-8243-D67EEC9D1A6C}"/>
              </a:ext>
            </a:extLst>
          </p:cNvPr>
          <p:cNvPicPr>
            <a:picLocks xmlns:a="http://schemas.openxmlformats.org/drawingml/2006/main" noChangeAspect="1"/>
          </p:cNvPicPr>
          <p:nvPr/>
        </p:nvPicPr>
        <p:blipFill>
          <a:blip xmlns:r="http://schemas.openxmlformats.org/officeDocument/2006/relationships" xmlns:a="http://schemas.openxmlformats.org/drawingml/2006/main" r:embed="R1f0f9d72a5b54cd0">
            <a:extLst>
              <a:ext uri="{96DAC541-7B7A-43D3-8B79-37D633B846F1}">
                <asvg:svgBlip xmlns:asvg="http://schemas.microsoft.com/office/drawing/2016/SVG/main" r:embed="R2b91121f3ec4456e"/>
              </a:ext>
            </a:extLst>
          </a:blip>
          <a:stretch xmlns:a="http://schemas.openxmlformats.org/drawingml/2006/main"/>
        </p:blipFill>
        <p:spPr>
          <a:xfrm xmlns:a="http://schemas.openxmlformats.org/drawingml/2006/main">
            <a:off x="685800" y="2524125"/>
            <a:ext cx="4964163" cy="396235"/>
          </a:xfrm>
          <a:prstGeom xmlns:a="http://schemas.openxmlformats.org/drawingml/2006/main" prst="rect">
            <a:avLst/>
          </a:prstGeom>
        </p:spPr>
      </p:pic>
      <p:pic>
        <p:nvPicPr>
          <p:cNvPr id="4" name="equation-1" descr="LaTeX: \overrightarrow{AB}=[2-1,1-0,2-2]=[1,1,0]">
            <a:extLst xmlns:a="http://schemas.openxmlformats.org/drawingml/2006/main">
              <a:ext uri="{FF2B5EF4-FFF2-40B4-BE49-F238E27FC236}">
                <a16:creationId xmlns:a16="http://schemas.microsoft.com/office/drawing/2014/main" id="{F4974C5C-AF20-4064-9D4C-B9B995D1C416}"/>
              </a:ext>
            </a:extLst>
          </p:cNvPr>
          <p:cNvPicPr>
            <a:picLocks xmlns:a="http://schemas.openxmlformats.org/drawingml/2006/main" noChangeAspect="1"/>
          </p:cNvPicPr>
          <p:nvPr/>
        </p:nvPicPr>
        <p:blipFill>
          <a:blip xmlns:r="http://schemas.openxmlformats.org/officeDocument/2006/relationships" xmlns:a="http://schemas.openxmlformats.org/drawingml/2006/main" r:embed="Raa55f34a8af544ca">
            <a:extLst>
              <a:ext uri="{96DAC541-7B7A-43D3-8B79-37D633B846F1}">
                <asvg:svgBlip xmlns:asvg="http://schemas.microsoft.com/office/drawing/2016/SVG/main" r:embed="Rc442c37e2abc45fd"/>
              </a:ext>
            </a:extLst>
          </a:blip>
          <a:stretch xmlns:a="http://schemas.openxmlformats.org/drawingml/2006/main"/>
        </p:blipFill>
        <p:spPr>
          <a:xfrm xmlns:a="http://schemas.openxmlformats.org/drawingml/2006/main">
            <a:off x="685800" y="3206110"/>
            <a:ext cx="5222624" cy="502863"/>
          </a:xfrm>
          <a:prstGeom xmlns:a="http://schemas.openxmlformats.org/drawingml/2006/main" prst="rect">
            <a:avLst/>
          </a:prstGeom>
        </p:spPr>
      </p:pic>
      <p:pic>
        <p:nvPicPr>
          <p:cNvPr id="5" name="equation-2" descr="LaTeX: \overrightarrow{AC}=[1-1,1-0,3-2]=[0,1,1]">
            <a:extLst xmlns:a="http://schemas.openxmlformats.org/drawingml/2006/main">
              <a:ext uri="{FF2B5EF4-FFF2-40B4-BE49-F238E27FC236}">
                <a16:creationId xmlns:a16="http://schemas.microsoft.com/office/drawing/2014/main" id="{E6717025-EDEB-4AA2-9E53-4880DC577197}"/>
              </a:ext>
            </a:extLst>
          </p:cNvPr>
          <p:cNvPicPr>
            <a:picLocks xmlns:a="http://schemas.openxmlformats.org/drawingml/2006/main" noChangeAspect="1"/>
          </p:cNvPicPr>
          <p:nvPr/>
        </p:nvPicPr>
        <p:blipFill>
          <a:blip xmlns:r="http://schemas.openxmlformats.org/officeDocument/2006/relationships" xmlns:a="http://schemas.openxmlformats.org/drawingml/2006/main" r:embed="R719dc3da26724f8b">
            <a:extLst>
              <a:ext uri="{96DAC541-7B7A-43D3-8B79-37D633B846F1}">
                <asvg:svgBlip xmlns:asvg="http://schemas.microsoft.com/office/drawing/2016/SVG/main" r:embed="R67987d8ee2d0416f"/>
              </a:ext>
            </a:extLst>
          </a:blip>
          <a:stretch xmlns:a="http://schemas.openxmlformats.org/drawingml/2006/main"/>
        </p:blipFill>
        <p:spPr>
          <a:xfrm xmlns:a="http://schemas.openxmlformats.org/drawingml/2006/main">
            <a:off x="685800" y="3994723"/>
            <a:ext cx="5214837" cy="502863"/>
          </a:xfrm>
          <a:prstGeom xmlns:a="http://schemas.openxmlformats.org/drawingml/2006/main" prst="rect">
            <a:avLst/>
          </a:prstGeom>
        </p:spPr>
      </p:pic>
      <p:sp>
        <p:nvSpPr>
          <p:cNvPr id="6" name="plane-patch">
            <a:extLst xmlns:a="http://schemas.openxmlformats.org/drawingml/2006/main">
              <a:ext uri="{FF2B5EF4-FFF2-40B4-BE49-F238E27FC236}">
                <a16:creationId xmlns:a16="http://schemas.microsoft.com/office/drawing/2014/main" id="{F238DAE0-9A92-4046-978F-392008BEE5A2}"/>
              </a:ext>
            </a:extLst>
          </p:cNvPr>
          <p:cNvSpPr>
            <a:spLocks xmlns:a="http://schemas.openxmlformats.org/drawingml/2006/main" noGrp="1"/>
          </p:cNvSpPr>
          <p:nvPr/>
        </p:nvSpPr>
        <p:spPr>
          <a:xfrm xmlns:a="http://schemas.openxmlformats.org/drawingml/2006/main">
            <a:off x="7477125" y="3312380"/>
            <a:ext cx="3810000" cy="1328615"/>
          </a:xfrm>
          <a:custGeom xmlns:a="http://schemas.openxmlformats.org/drawingml/2006/main">
            <a:pathLst>
              <a:path w="3810000" h="1328615">
                <a:moveTo>
                  <a:pt x="0" y="976923"/>
                </a:moveTo>
                <a:lnTo>
                  <a:pt x="2715846" y="1328615"/>
                </a:lnTo>
                <a:lnTo>
                  <a:pt x="3810000" y="351692"/>
                </a:lnTo>
                <a:lnTo>
                  <a:pt x="1094154" y="0"/>
                </a:lnTo>
                <a:close/>
              </a:path>
            </a:pathLst>
          </a:custGeom>
          <a:solidFill xmlns:a="http://schemas.openxmlformats.org/drawingml/2006/main">
            <a:srgbClr val="11232E"/>
          </a:solidFill>
          <a:ln xmlns:a="http://schemas.openxmlformats.org/drawingml/2006/main" w="14288">
            <a:solidFill>
              <a:srgbClr val="385E73"/>
            </a:solidFill>
            <a:prstDash val="solid"/>
          </a:ln>
        </p:spPr>
      </p:sp>
      <p:cxnSp>
        <p:nvCxnSpPr>
          <p:cNvPr id="7" name="AB">
            <a:extLst xmlns:a="http://schemas.openxmlformats.org/drawingml/2006/main">
              <a:ext uri="{FF2B5EF4-FFF2-40B4-BE49-F238E27FC236}">
                <a16:creationId xmlns:a16="http://schemas.microsoft.com/office/drawing/2014/main" id="{BA395237-962A-4D5D-BCF0-1C060B581E46}"/>
              </a:ext>
            </a:extLst>
          </p:cNvPr>
          <p:cNvCxnSpPr/>
          <p:nvPr/>
        </p:nvCxnSpPr>
        <p:spPr>
          <a:xfrm xmlns:a="http://schemas.openxmlformats.org/drawingml/2006/main" rot="442712">
            <a:off x="8317493" y="4248055"/>
            <a:ext cx="1521402" cy="0"/>
          </a:xfrm>
          <a:prstGeom xmlns:a="http://schemas.openxmlformats.org/drawingml/2006/main" prst="straightConnector1">
            <a:avLst/>
          </a:prstGeom>
          <a:ln xmlns:a="http://schemas.openxmlformats.org/drawingml/2006/main" w="31433">
            <a:solidFill>
              <a:srgbClr val="86EFAC"/>
            </a:solidFill>
            <a:prstDash val="solid"/>
            <a:tailEnd type="triangle" w="med" len="med"/>
          </a:ln>
        </p:spPr>
      </p:cxnSp>
      <p:cxnSp>
        <p:nvCxnSpPr>
          <p:cNvPr id="8" name="AC">
            <a:extLst xmlns:a="http://schemas.openxmlformats.org/drawingml/2006/main">
              <a:ext uri="{FF2B5EF4-FFF2-40B4-BE49-F238E27FC236}">
                <a16:creationId xmlns:a16="http://schemas.microsoft.com/office/drawing/2014/main" id="{02A5BB94-CE75-4D9B-BB26-32A697FB0096}"/>
              </a:ext>
            </a:extLst>
          </p:cNvPr>
          <p:cNvCxnSpPr/>
          <p:nvPr/>
        </p:nvCxnSpPr>
        <p:spPr>
          <a:xfrm xmlns:a="http://schemas.openxmlformats.org/drawingml/2006/main" rot="-2505618">
            <a:off x="8220274" y="3878995"/>
            <a:ext cx="814898" cy="0"/>
          </a:xfrm>
          <a:prstGeom xmlns:a="http://schemas.openxmlformats.org/drawingml/2006/main" prst="straightConnector1">
            <a:avLst/>
          </a:prstGeom>
          <a:ln xmlns:a="http://schemas.openxmlformats.org/drawingml/2006/main" w="31433">
            <a:solidFill>
              <a:srgbClr val="C4B5FD"/>
            </a:solidFill>
            <a:prstDash val="solid"/>
            <a:tailEnd type="triangle" w="med" len="med"/>
          </a:ln>
        </p:spPr>
      </p:cxnSp>
      <p:sp>
        <p:nvSpPr>
          <p:cNvPr id="9" name="A">
            <a:extLst xmlns:a="http://schemas.openxmlformats.org/drawingml/2006/main">
              <a:ext uri="{FF2B5EF4-FFF2-40B4-BE49-F238E27FC236}">
                <a16:creationId xmlns:a16="http://schemas.microsoft.com/office/drawing/2014/main" id="{9371C43E-80DC-4229-A948-944474C57974}"/>
              </a:ext>
            </a:extLst>
          </p:cNvPr>
          <p:cNvSpPr>
            <a:spLocks xmlns:a="http://schemas.openxmlformats.org/drawingml/2006/main" noGrp="1"/>
          </p:cNvSpPr>
          <p:nvPr/>
        </p:nvSpPr>
        <p:spPr>
          <a:xfrm xmlns:a="http://schemas.openxmlformats.org/drawingml/2006/main">
            <a:off x="8285692" y="4112263"/>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0" name="A-label">
            <a:extLst xmlns:a="http://schemas.openxmlformats.org/drawingml/2006/main">
              <a:ext uri="{FF2B5EF4-FFF2-40B4-BE49-F238E27FC236}">
                <a16:creationId xmlns:a16="http://schemas.microsoft.com/office/drawing/2014/main" id="{F9E506F2-4868-40DD-8EFE-5835786F205E}"/>
              </a:ext>
            </a:extLst>
          </p:cNvPr>
          <p:cNvSpPr>
            <a:spLocks xmlns:a="http://schemas.openxmlformats.org/drawingml/2006/main" noGrp="1"/>
          </p:cNvSpPr>
          <p:nvPr/>
        </p:nvSpPr>
        <p:spPr>
          <a:xfrm xmlns:a="http://schemas.openxmlformats.org/drawingml/2006/main">
            <a:off x="8057092" y="4264663"/>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buNone/>
              <a:defRPr sz="1875" b="0">
                <a:solidFill>
                  <a:srgbClr val="7DD3FC"/>
                </a:solidFill>
                <a:latin typeface="DejaVu Sans"/>
                <a:ea typeface="DejaVu Sans"/>
                <a:cs typeface="DejaVu Sans"/>
              </a:defRPr>
            </a:lvl1pPr>
            <a:lvl2pPr>
              <a:buNone/>
              <a:defRPr sz="1875" b="0">
                <a:solidFill>
                  <a:srgbClr val="7DD3FC"/>
                </a:solidFill>
                <a:latin typeface="DejaVu Sans"/>
                <a:ea typeface="DejaVu Sans"/>
                <a:cs typeface="DejaVu Sans"/>
              </a:defRPr>
            </a:lvl2pPr>
            <a:lvl3pPr>
              <a:buNone/>
              <a:defRPr sz="1875" b="0">
                <a:solidFill>
                  <a:srgbClr val="7DD3FC"/>
                </a:solidFill>
                <a:latin typeface="DejaVu Sans"/>
                <a:ea typeface="DejaVu Sans"/>
                <a:cs typeface="DejaVu Sans"/>
              </a:defRPr>
            </a:lvl3pPr>
            <a:lvl4pPr>
              <a:buNone/>
              <a:defRPr sz="1875" b="0">
                <a:solidFill>
                  <a:srgbClr val="7DD3FC"/>
                </a:solidFill>
                <a:latin typeface="DejaVu Sans"/>
                <a:ea typeface="DejaVu Sans"/>
                <a:cs typeface="DejaVu Sans"/>
              </a:defRPr>
            </a:lvl4pPr>
            <a:lvl5pPr>
              <a:buNone/>
              <a:defRPr sz="1875" b="0">
                <a:solidFill>
                  <a:srgbClr val="7DD3FC"/>
                </a:solidFill>
                <a:latin typeface="DejaVu Sans"/>
                <a:ea typeface="DejaVu Sans"/>
                <a:cs typeface="DejaVu Sans"/>
              </a:defRPr>
            </a:lvl5pPr>
            <a:lvl6pPr>
              <a:buNone/>
              <a:defRPr sz="1875" b="0">
                <a:solidFill>
                  <a:srgbClr val="7DD3FC"/>
                </a:solidFill>
                <a:latin typeface="DejaVu Sans"/>
                <a:ea typeface="DejaVu Sans"/>
                <a:cs typeface="DejaVu Sans"/>
              </a:defRPr>
            </a:lvl6pPr>
            <a:lvl7pPr>
              <a:buNone/>
              <a:defRPr sz="1875" b="0">
                <a:solidFill>
                  <a:srgbClr val="7DD3FC"/>
                </a:solidFill>
                <a:latin typeface="DejaVu Sans"/>
                <a:ea typeface="DejaVu Sans"/>
                <a:cs typeface="DejaVu Sans"/>
              </a:defRPr>
            </a:lvl7pPr>
            <a:lvl8pPr>
              <a:buNone/>
              <a:defRPr sz="1875" b="0">
                <a:solidFill>
                  <a:srgbClr val="7DD3FC"/>
                </a:solidFill>
                <a:latin typeface="DejaVu Sans"/>
                <a:ea typeface="DejaVu Sans"/>
                <a:cs typeface="DejaVu Sans"/>
              </a:defRPr>
            </a:lvl8pPr>
            <a:lvl9pPr>
              <a:buNone/>
              <a:defRPr sz="1875" b="0">
                <a:solidFill>
                  <a:srgbClr val="7DD3FC"/>
                </a:solidFill>
                <a:latin typeface="DejaVu Sans"/>
                <a:ea typeface="DejaVu Sans"/>
                <a:cs typeface="DejaVu Sans"/>
              </a:defRPr>
            </a:lvl9pPr>
          </a:lstStyle>
          <a:p xmlns:a="http://schemas.openxmlformats.org/drawingml/2006/main">
            <a:pPr>
              <a:buNone/>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A</a:t>
            </a:r>
          </a:p>
        </p:txBody>
      </p:sp>
      <p:sp>
        <p:nvSpPr>
          <p:cNvPr id="11" name="B">
            <a:extLst xmlns:a="http://schemas.openxmlformats.org/drawingml/2006/main">
              <a:ext uri="{FF2B5EF4-FFF2-40B4-BE49-F238E27FC236}">
                <a16:creationId xmlns:a16="http://schemas.microsoft.com/office/drawing/2014/main" id="{5493568F-700E-48AA-B458-9DD708D8270D}"/>
              </a:ext>
            </a:extLst>
          </p:cNvPr>
          <p:cNvSpPr>
            <a:spLocks xmlns:a="http://schemas.openxmlformats.org/drawingml/2006/main" noGrp="1"/>
          </p:cNvSpPr>
          <p:nvPr/>
        </p:nvSpPr>
        <p:spPr>
          <a:xfrm xmlns:a="http://schemas.openxmlformats.org/drawingml/2006/main">
            <a:off x="9794495" y="4307647"/>
            <a:ext cx="76200" cy="76200"/>
          </a:xfrm>
          <a:prstGeom xmlns:a="http://schemas.openxmlformats.org/drawingml/2006/main" prst="ellipse">
            <a:avLst/>
          </a:prstGeom>
          <a:solidFill xmlns:a="http://schemas.openxmlformats.org/drawingml/2006/main">
            <a:srgbClr val="86EFAC"/>
          </a:solidFill>
          <a:ln xmlns:a="http://schemas.openxmlformats.org/drawingml/2006/main" w="0">
            <a:solidFill>
              <a:srgbClr val="86EFAC"/>
            </a:solidFill>
            <a:prstDash val="solid"/>
          </a:ln>
        </p:spPr>
      </p:sp>
      <p:sp>
        <p:nvSpPr>
          <p:cNvPr id="12" name="B-label">
            <a:extLst xmlns:a="http://schemas.openxmlformats.org/drawingml/2006/main">
              <a:ext uri="{FF2B5EF4-FFF2-40B4-BE49-F238E27FC236}">
                <a16:creationId xmlns:a16="http://schemas.microsoft.com/office/drawing/2014/main" id="{67D884F7-84D8-45D5-9A29-D10CC3EBA2C7}"/>
              </a:ext>
            </a:extLst>
          </p:cNvPr>
          <p:cNvSpPr>
            <a:spLocks xmlns:a="http://schemas.openxmlformats.org/drawingml/2006/main" noGrp="1"/>
          </p:cNvSpPr>
          <p:nvPr/>
        </p:nvSpPr>
        <p:spPr>
          <a:xfrm xmlns:a="http://schemas.openxmlformats.org/drawingml/2006/main">
            <a:off x="9946895" y="4155247"/>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86EFAC"/>
                </a:solidFill>
                <a:latin typeface="DejaVu Sans"/>
                <a:ea typeface="DejaVu Sans"/>
                <a:cs typeface="DejaVu Sans"/>
              </a:defRPr>
            </a:defPPr>
            <a:lvl1pPr>
              <a:buNone/>
              <a:defRPr sz="1875" b="0">
                <a:solidFill>
                  <a:srgbClr val="86EFAC"/>
                </a:solidFill>
                <a:latin typeface="DejaVu Sans"/>
                <a:ea typeface="DejaVu Sans"/>
                <a:cs typeface="DejaVu Sans"/>
              </a:defRPr>
            </a:lvl1pPr>
            <a:lvl2pPr>
              <a:buNone/>
              <a:defRPr sz="1875" b="0">
                <a:solidFill>
                  <a:srgbClr val="86EFAC"/>
                </a:solidFill>
                <a:latin typeface="DejaVu Sans"/>
                <a:ea typeface="DejaVu Sans"/>
                <a:cs typeface="DejaVu Sans"/>
              </a:defRPr>
            </a:lvl2pPr>
            <a:lvl3pPr>
              <a:buNone/>
              <a:defRPr sz="1875" b="0">
                <a:solidFill>
                  <a:srgbClr val="86EFAC"/>
                </a:solidFill>
                <a:latin typeface="DejaVu Sans"/>
                <a:ea typeface="DejaVu Sans"/>
                <a:cs typeface="DejaVu Sans"/>
              </a:defRPr>
            </a:lvl3pPr>
            <a:lvl4pPr>
              <a:buNone/>
              <a:defRPr sz="1875" b="0">
                <a:solidFill>
                  <a:srgbClr val="86EFAC"/>
                </a:solidFill>
                <a:latin typeface="DejaVu Sans"/>
                <a:ea typeface="DejaVu Sans"/>
                <a:cs typeface="DejaVu Sans"/>
              </a:defRPr>
            </a:lvl4pPr>
            <a:lvl5pPr>
              <a:buNone/>
              <a:defRPr sz="1875" b="0">
                <a:solidFill>
                  <a:srgbClr val="86EFAC"/>
                </a:solidFill>
                <a:latin typeface="DejaVu Sans"/>
                <a:ea typeface="DejaVu Sans"/>
                <a:cs typeface="DejaVu Sans"/>
              </a:defRPr>
            </a:lvl5pPr>
            <a:lvl6pPr>
              <a:buNone/>
              <a:defRPr sz="1875" b="0">
                <a:solidFill>
                  <a:srgbClr val="86EFAC"/>
                </a:solidFill>
                <a:latin typeface="DejaVu Sans"/>
                <a:ea typeface="DejaVu Sans"/>
                <a:cs typeface="DejaVu Sans"/>
              </a:defRPr>
            </a:lvl6pPr>
            <a:lvl7pPr>
              <a:buNone/>
              <a:defRPr sz="1875" b="0">
                <a:solidFill>
                  <a:srgbClr val="86EFAC"/>
                </a:solidFill>
                <a:latin typeface="DejaVu Sans"/>
                <a:ea typeface="DejaVu Sans"/>
                <a:cs typeface="DejaVu Sans"/>
              </a:defRPr>
            </a:lvl7pPr>
            <a:lvl8pPr>
              <a:buNone/>
              <a:defRPr sz="1875" b="0">
                <a:solidFill>
                  <a:srgbClr val="86EFAC"/>
                </a:solidFill>
                <a:latin typeface="DejaVu Sans"/>
                <a:ea typeface="DejaVu Sans"/>
                <a:cs typeface="DejaVu Sans"/>
              </a:defRPr>
            </a:lvl8pPr>
            <a:lvl9pPr>
              <a:buNone/>
              <a:defRPr sz="1875" b="0">
                <a:solidFill>
                  <a:srgbClr val="86EFAC"/>
                </a:solidFill>
                <a:latin typeface="DejaVu Sans"/>
                <a:ea typeface="DejaVu Sans"/>
                <a:cs typeface="DejaVu Sans"/>
              </a:defRPr>
            </a:lvl9pPr>
          </a:lstStyle>
          <a:p xmlns:a="http://schemas.openxmlformats.org/drawingml/2006/main">
            <a:pPr>
              <a:buNone/>
              <a:defRPr sz="1875" b="0">
                <a:solidFill>
                  <a:srgbClr val="86EFAC"/>
                </a:solidFill>
                <a:latin typeface="DejaVu Sans"/>
                <a:ea typeface="DejaVu Sans"/>
                <a:cs typeface="DejaVu Sans"/>
              </a:defRPr>
            </a:pPr>
            <a:r>
              <a:rPr sz="1875" b="0">
                <a:solidFill>
                  <a:srgbClr val="86EFAC"/>
                </a:solidFill>
                <a:latin typeface="DejaVu Sans"/>
                <a:ea typeface="DejaVu Sans"/>
                <a:cs typeface="DejaVu Sans"/>
              </a:rPr>
              <a:t>B</a:t>
            </a:r>
          </a:p>
        </p:txBody>
      </p:sp>
      <p:sp>
        <p:nvSpPr>
          <p:cNvPr id="13" name="C">
            <a:extLst xmlns:a="http://schemas.openxmlformats.org/drawingml/2006/main">
              <a:ext uri="{FF2B5EF4-FFF2-40B4-BE49-F238E27FC236}">
                <a16:creationId xmlns:a16="http://schemas.microsoft.com/office/drawing/2014/main" id="{AF615E49-0617-44C5-BB41-F665CEBE1067}"/>
              </a:ext>
            </a:extLst>
          </p:cNvPr>
          <p:cNvSpPr>
            <a:spLocks xmlns:a="http://schemas.openxmlformats.org/drawingml/2006/main" noGrp="1"/>
          </p:cNvSpPr>
          <p:nvPr/>
        </p:nvSpPr>
        <p:spPr>
          <a:xfrm xmlns:a="http://schemas.openxmlformats.org/drawingml/2006/main">
            <a:off x="8893555" y="3569528"/>
            <a:ext cx="76200" cy="76200"/>
          </a:xfrm>
          <a:prstGeom xmlns:a="http://schemas.openxmlformats.org/drawingml/2006/main" prst="ellipse">
            <a:avLst/>
          </a:prstGeom>
          <a:solidFill xmlns:a="http://schemas.openxmlformats.org/drawingml/2006/main">
            <a:srgbClr val="C4B5FD"/>
          </a:solidFill>
          <a:ln xmlns:a="http://schemas.openxmlformats.org/drawingml/2006/main" w="0">
            <a:solidFill>
              <a:srgbClr val="C4B5FD"/>
            </a:solidFill>
            <a:prstDash val="solid"/>
          </a:ln>
        </p:spPr>
      </p:sp>
      <p:sp>
        <p:nvSpPr>
          <p:cNvPr id="14" name="C-label">
            <a:extLst xmlns:a="http://schemas.openxmlformats.org/drawingml/2006/main">
              <a:ext uri="{FF2B5EF4-FFF2-40B4-BE49-F238E27FC236}">
                <a16:creationId xmlns:a16="http://schemas.microsoft.com/office/drawing/2014/main" id="{73B06B21-D68D-4464-9098-E017D8BCB1CC}"/>
              </a:ext>
            </a:extLst>
          </p:cNvPr>
          <p:cNvSpPr>
            <a:spLocks xmlns:a="http://schemas.openxmlformats.org/drawingml/2006/main" noGrp="1"/>
          </p:cNvSpPr>
          <p:nvPr/>
        </p:nvSpPr>
        <p:spPr>
          <a:xfrm xmlns:a="http://schemas.openxmlformats.org/drawingml/2006/main">
            <a:off x="9026905" y="3302828"/>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C4B5FD"/>
                </a:solidFill>
                <a:latin typeface="DejaVu Sans"/>
                <a:ea typeface="DejaVu Sans"/>
                <a:cs typeface="DejaVu Sans"/>
              </a:defRPr>
            </a:defPPr>
            <a:lvl1pPr>
              <a:buNone/>
              <a:defRPr sz="1875" b="0">
                <a:solidFill>
                  <a:srgbClr val="C4B5FD"/>
                </a:solidFill>
                <a:latin typeface="DejaVu Sans"/>
                <a:ea typeface="DejaVu Sans"/>
                <a:cs typeface="DejaVu Sans"/>
              </a:defRPr>
            </a:lvl1pPr>
            <a:lvl2pPr>
              <a:buNone/>
              <a:defRPr sz="1875" b="0">
                <a:solidFill>
                  <a:srgbClr val="C4B5FD"/>
                </a:solidFill>
                <a:latin typeface="DejaVu Sans"/>
                <a:ea typeface="DejaVu Sans"/>
                <a:cs typeface="DejaVu Sans"/>
              </a:defRPr>
            </a:lvl2pPr>
            <a:lvl3pPr>
              <a:buNone/>
              <a:defRPr sz="1875" b="0">
                <a:solidFill>
                  <a:srgbClr val="C4B5FD"/>
                </a:solidFill>
                <a:latin typeface="DejaVu Sans"/>
                <a:ea typeface="DejaVu Sans"/>
                <a:cs typeface="DejaVu Sans"/>
              </a:defRPr>
            </a:lvl3pPr>
            <a:lvl4pPr>
              <a:buNone/>
              <a:defRPr sz="1875" b="0">
                <a:solidFill>
                  <a:srgbClr val="C4B5FD"/>
                </a:solidFill>
                <a:latin typeface="DejaVu Sans"/>
                <a:ea typeface="DejaVu Sans"/>
                <a:cs typeface="DejaVu Sans"/>
              </a:defRPr>
            </a:lvl4pPr>
            <a:lvl5pPr>
              <a:buNone/>
              <a:defRPr sz="1875" b="0">
                <a:solidFill>
                  <a:srgbClr val="C4B5FD"/>
                </a:solidFill>
                <a:latin typeface="DejaVu Sans"/>
                <a:ea typeface="DejaVu Sans"/>
                <a:cs typeface="DejaVu Sans"/>
              </a:defRPr>
            </a:lvl5pPr>
            <a:lvl6pPr>
              <a:buNone/>
              <a:defRPr sz="1875" b="0">
                <a:solidFill>
                  <a:srgbClr val="C4B5FD"/>
                </a:solidFill>
                <a:latin typeface="DejaVu Sans"/>
                <a:ea typeface="DejaVu Sans"/>
                <a:cs typeface="DejaVu Sans"/>
              </a:defRPr>
            </a:lvl6pPr>
            <a:lvl7pPr>
              <a:buNone/>
              <a:defRPr sz="1875" b="0">
                <a:solidFill>
                  <a:srgbClr val="C4B5FD"/>
                </a:solidFill>
                <a:latin typeface="DejaVu Sans"/>
                <a:ea typeface="DejaVu Sans"/>
                <a:cs typeface="DejaVu Sans"/>
              </a:defRPr>
            </a:lvl7pPr>
            <a:lvl8pPr>
              <a:buNone/>
              <a:defRPr sz="1875" b="0">
                <a:solidFill>
                  <a:srgbClr val="C4B5FD"/>
                </a:solidFill>
                <a:latin typeface="DejaVu Sans"/>
                <a:ea typeface="DejaVu Sans"/>
                <a:cs typeface="DejaVu Sans"/>
              </a:defRPr>
            </a:lvl8pPr>
            <a:lvl9pPr>
              <a:buNone/>
              <a:defRPr sz="1875" b="0">
                <a:solidFill>
                  <a:srgbClr val="C4B5FD"/>
                </a:solidFill>
                <a:latin typeface="DejaVu Sans"/>
                <a:ea typeface="DejaVu Sans"/>
                <a:cs typeface="DejaVu Sans"/>
              </a:defRPr>
            </a:lvl9pPr>
          </a:lstStyle>
          <a:p xmlns:a="http://schemas.openxmlformats.org/drawingml/2006/main">
            <a:pPr>
              <a:buNone/>
              <a:defRPr sz="1875" b="0">
                <a:solidFill>
                  <a:srgbClr val="C4B5FD"/>
                </a:solidFill>
                <a:latin typeface="DejaVu Sans"/>
                <a:ea typeface="DejaVu Sans"/>
                <a:cs typeface="DejaVu Sans"/>
              </a:defRPr>
            </a:pPr>
            <a:r>
              <a:rPr sz="1875" b="0">
                <a:solidFill>
                  <a:srgbClr val="C4B5FD"/>
                </a:solidFill>
                <a:latin typeface="DejaVu Sans"/>
                <a:ea typeface="DejaVu Sans"/>
                <a:cs typeface="DejaVu Sans"/>
              </a:rPr>
              <a:t>C</a:t>
            </a:r>
          </a:p>
        </p:txBody>
      </p:sp>
      <p:sp>
        <p:nvSpPr>
          <p:cNvPr id="15" name="page-number">
            <a:extLst xmlns:a="http://schemas.openxmlformats.org/drawingml/2006/main">
              <a:ext uri="{FF2B5EF4-FFF2-40B4-BE49-F238E27FC236}">
                <a16:creationId xmlns:a16="http://schemas.microsoft.com/office/drawing/2014/main" id="{673D4503-BCD4-420E-85F4-5A4DA8B8E4F4}"/>
              </a:ext>
            </a:extLst>
          </p:cNvPr>
          <p:cNvSpPr>
            <a:spLocks xmlns:a="http://schemas.openxmlformats.org/drawingml/2006/main" noGrp="1"/>
          </p:cNvSpPr>
          <p:nvPr/>
        </p:nvSpPr>
        <p:spPr>
          <a:xfrm xmlns:a="http://schemas.openxmlformats.org/drawingml/2006/main">
            <a:off x="11125200" y="641032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04</a:t>
            </a:r>
          </a:p>
        </p:txBody>
      </p:sp>
    </p:spTree>
    <p:extLst>
      <p:ext uri="{BB962C8B-B14F-4D97-AF65-F5344CB8AC3E}">
        <p14:creationId xmlns:p14="http://schemas.microsoft.com/office/powerpoint/2010/main" val="132792085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400" fill="hold"/>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5"/>
                                        </p:tgtEl>
                                        <p:attrNameLst>
                                          <p:attrName>style.visibility</p:attrName>
                                        </p:attrNameLst>
                                      </p:cBhvr>
                                      <p:to>
                                        <p:strVal val="visible"/>
                                      </p:to>
                                    </p:set>
                                    <p:animEffect transition="in" filter="fade">
                                      <p:cBhvr>
                                        <p:cTn id="12" dur="400" fill="hold"/>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C7E6F3A5-F0BC-4370-8F3A-640FAD86AE91}"/>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Vector and parametric equations</a:t>
            </a:r>
          </a:p>
        </p:txBody>
      </p:sp>
      <p:sp>
        <p:nvSpPr>
          <p:cNvPr id="2" name="lead">
            <a:extLst xmlns:a="http://schemas.openxmlformats.org/drawingml/2006/main">
              <a:ext uri="{FF2B5EF4-FFF2-40B4-BE49-F238E27FC236}">
                <a16:creationId xmlns:a16="http://schemas.microsoft.com/office/drawing/2014/main" id="{5B1963C6-945C-4515-89A1-1990C09FF4CB}"/>
              </a:ext>
            </a:extLst>
          </p:cNvPr>
          <p:cNvSpPr>
            <a:spLocks xmlns:a="http://schemas.openxmlformats.org/drawingml/2006/main" noGrp="1"/>
          </p:cNvSpPr>
          <p:nvPr/>
        </p:nvSpPr>
        <p:spPr>
          <a:xfrm xmlns:a="http://schemas.openxmlformats.org/drawingml/2006/main">
            <a:off x="685800" y="1552575"/>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Read one coordinate at a time. Keep two independent parameters.</a:t>
            </a:r>
          </a:p>
        </p:txBody>
      </p:sp>
      <p:pic>
        <p:nvPicPr>
          <p:cNvPr id="3" name="equation-0" descr="LaTeX: \vec r=[1,0,2]+s[1,1,0]+t[0,1,1]">
            <a:extLst xmlns:a="http://schemas.openxmlformats.org/drawingml/2006/main">
              <a:ext uri="{FF2B5EF4-FFF2-40B4-BE49-F238E27FC236}">
                <a16:creationId xmlns:a16="http://schemas.microsoft.com/office/drawing/2014/main" id="{B234CE17-F725-44E1-936A-49E321101561}"/>
              </a:ext>
            </a:extLst>
          </p:cNvPr>
          <p:cNvPicPr>
            <a:picLocks xmlns:a="http://schemas.openxmlformats.org/drawingml/2006/main" noChangeAspect="1"/>
          </p:cNvPicPr>
          <p:nvPr/>
        </p:nvPicPr>
        <p:blipFill>
          <a:blip xmlns:r="http://schemas.openxmlformats.org/officeDocument/2006/relationships" xmlns:a="http://schemas.openxmlformats.org/drawingml/2006/main" r:embed="Re0758567c3b04b42">
            <a:extLst>
              <a:ext uri="{96DAC541-7B7A-43D3-8B79-37D633B846F1}">
                <asvg:svgBlip xmlns:asvg="http://schemas.microsoft.com/office/drawing/2016/SVG/main" r:embed="R08323930ecf44fe9"/>
              </a:ext>
            </a:extLst>
          </a:blip>
          <a:stretch xmlns:a="http://schemas.openxmlformats.org/drawingml/2006/main"/>
        </p:blipFill>
        <p:spPr>
          <a:xfrm xmlns:a="http://schemas.openxmlformats.org/drawingml/2006/main">
            <a:off x="685800" y="2524125"/>
            <a:ext cx="4697787" cy="396235"/>
          </a:xfrm>
          <a:prstGeom xmlns:a="http://schemas.openxmlformats.org/drawingml/2006/main" prst="rect">
            <a:avLst/>
          </a:prstGeom>
        </p:spPr>
      </p:pic>
      <p:pic>
        <p:nvPicPr>
          <p:cNvPr id="4" name="equation-1" descr="LaTeX: x=1+s,\qquad y=s+t,\qquad z=2+t">
            <a:extLst xmlns:a="http://schemas.openxmlformats.org/drawingml/2006/main">
              <a:ext uri="{FF2B5EF4-FFF2-40B4-BE49-F238E27FC236}">
                <a16:creationId xmlns:a16="http://schemas.microsoft.com/office/drawing/2014/main" id="{44286FD2-F889-4897-A2ED-E062C64C9688}"/>
              </a:ext>
            </a:extLst>
          </p:cNvPr>
          <p:cNvPicPr>
            <a:picLocks xmlns:a="http://schemas.openxmlformats.org/drawingml/2006/main" noChangeAspect="1"/>
          </p:cNvPicPr>
          <p:nvPr/>
        </p:nvPicPr>
        <p:blipFill>
          <a:blip xmlns:r="http://schemas.openxmlformats.org/officeDocument/2006/relationships" xmlns:a="http://schemas.openxmlformats.org/drawingml/2006/main" r:embed="R9b897b78fa7248ce">
            <a:extLst>
              <a:ext uri="{96DAC541-7B7A-43D3-8B79-37D633B846F1}">
                <asvg:svgBlip xmlns:asvg="http://schemas.microsoft.com/office/drawing/2016/SVG/main" r:embed="Rf4ca531565d6417b"/>
              </a:ext>
            </a:extLst>
          </a:blip>
          <a:stretch xmlns:a="http://schemas.openxmlformats.org/drawingml/2006/main"/>
        </p:blipFill>
        <p:spPr>
          <a:xfrm xmlns:a="http://schemas.openxmlformats.org/drawingml/2006/main">
            <a:off x="685800" y="3206110"/>
            <a:ext cx="5702384" cy="339842"/>
          </a:xfrm>
          <a:prstGeom xmlns:a="http://schemas.openxmlformats.org/drawingml/2006/main" prst="rect">
            <a:avLst/>
          </a:prstGeom>
        </p:spPr>
      </p:pic>
      <p:pic>
        <p:nvPicPr>
          <p:cNvPr id="5" name="equation-2" descr="LaTeX: (s,t)=(0,0):A,\quad(1,0):B,\quad(0,1):C">
            <a:extLst xmlns:a="http://schemas.openxmlformats.org/drawingml/2006/main">
              <a:ext uri="{FF2B5EF4-FFF2-40B4-BE49-F238E27FC236}">
                <a16:creationId xmlns:a16="http://schemas.microsoft.com/office/drawing/2014/main" id="{0AF9BB9F-9B4C-4C3D-A6C9-AE12E781FC6A}"/>
              </a:ext>
            </a:extLst>
          </p:cNvPr>
          <p:cNvPicPr>
            <a:picLocks xmlns:a="http://schemas.openxmlformats.org/drawingml/2006/main" noChangeAspect="1"/>
          </p:cNvPicPr>
          <p:nvPr/>
        </p:nvPicPr>
        <p:blipFill>
          <a:blip xmlns:r="http://schemas.openxmlformats.org/officeDocument/2006/relationships" xmlns:a="http://schemas.openxmlformats.org/drawingml/2006/main" r:embed="Rdd0968f204234590">
            <a:extLst>
              <a:ext uri="{96DAC541-7B7A-43D3-8B79-37D633B846F1}">
                <asvg:svgBlip xmlns:asvg="http://schemas.microsoft.com/office/drawing/2016/SVG/main" r:embed="R86bbd4d4a49d43e5"/>
              </a:ext>
            </a:extLst>
          </a:blip>
          <a:stretch xmlns:a="http://schemas.openxmlformats.org/drawingml/2006/main"/>
        </p:blipFill>
        <p:spPr>
          <a:xfrm xmlns:a="http://schemas.openxmlformats.org/drawingml/2006/main">
            <a:off x="685800" y="3831703"/>
            <a:ext cx="6012752" cy="396235"/>
          </a:xfrm>
          <a:prstGeom xmlns:a="http://schemas.openxmlformats.org/drawingml/2006/main" prst="rect">
            <a:avLst/>
          </a:prstGeom>
        </p:spPr>
      </p:pic>
      <p:sp>
        <p:nvSpPr>
          <p:cNvPr id="6" name="plane-patch">
            <a:extLst xmlns:a="http://schemas.openxmlformats.org/drawingml/2006/main">
              <a:ext uri="{FF2B5EF4-FFF2-40B4-BE49-F238E27FC236}">
                <a16:creationId xmlns:a16="http://schemas.microsoft.com/office/drawing/2014/main" id="{F2C44AF4-181D-4FA4-9750-6297655FF371}"/>
              </a:ext>
            </a:extLst>
          </p:cNvPr>
          <p:cNvSpPr>
            <a:spLocks xmlns:a="http://schemas.openxmlformats.org/drawingml/2006/main" noGrp="1"/>
          </p:cNvSpPr>
          <p:nvPr/>
        </p:nvSpPr>
        <p:spPr>
          <a:xfrm xmlns:a="http://schemas.openxmlformats.org/drawingml/2006/main">
            <a:off x="7477125" y="3312380"/>
            <a:ext cx="3810000" cy="1328615"/>
          </a:xfrm>
          <a:custGeom xmlns:a="http://schemas.openxmlformats.org/drawingml/2006/main">
            <a:pathLst>
              <a:path w="3810000" h="1328615">
                <a:moveTo>
                  <a:pt x="0" y="976923"/>
                </a:moveTo>
                <a:lnTo>
                  <a:pt x="2715846" y="1328615"/>
                </a:lnTo>
                <a:lnTo>
                  <a:pt x="3810000" y="351692"/>
                </a:lnTo>
                <a:lnTo>
                  <a:pt x="1094154" y="0"/>
                </a:lnTo>
                <a:close/>
              </a:path>
            </a:pathLst>
          </a:custGeom>
          <a:solidFill xmlns:a="http://schemas.openxmlformats.org/drawingml/2006/main">
            <a:srgbClr val="11232E"/>
          </a:solidFill>
          <a:ln xmlns:a="http://schemas.openxmlformats.org/drawingml/2006/main" w="14288">
            <a:solidFill>
              <a:srgbClr val="385E73"/>
            </a:solidFill>
            <a:prstDash val="solid"/>
          </a:ln>
        </p:spPr>
      </p:sp>
      <p:cxnSp>
        <p:nvCxnSpPr>
          <p:cNvPr id="7" name="AB">
            <a:extLst xmlns:a="http://schemas.openxmlformats.org/drawingml/2006/main">
              <a:ext uri="{FF2B5EF4-FFF2-40B4-BE49-F238E27FC236}">
                <a16:creationId xmlns:a16="http://schemas.microsoft.com/office/drawing/2014/main" id="{4055C034-9C74-43B8-8965-D11F0898C4F0}"/>
              </a:ext>
            </a:extLst>
          </p:cNvPr>
          <p:cNvCxnSpPr/>
          <p:nvPr/>
        </p:nvCxnSpPr>
        <p:spPr>
          <a:xfrm xmlns:a="http://schemas.openxmlformats.org/drawingml/2006/main" rot="442712">
            <a:off x="8317493" y="4248055"/>
            <a:ext cx="1521402" cy="0"/>
          </a:xfrm>
          <a:prstGeom xmlns:a="http://schemas.openxmlformats.org/drawingml/2006/main" prst="straightConnector1">
            <a:avLst/>
          </a:prstGeom>
          <a:ln xmlns:a="http://schemas.openxmlformats.org/drawingml/2006/main" w="31433">
            <a:solidFill>
              <a:srgbClr val="86EFAC"/>
            </a:solidFill>
            <a:prstDash val="solid"/>
            <a:tailEnd type="triangle" w="med" len="med"/>
          </a:ln>
        </p:spPr>
      </p:cxnSp>
      <p:cxnSp>
        <p:nvCxnSpPr>
          <p:cNvPr id="8" name="AC">
            <a:extLst xmlns:a="http://schemas.openxmlformats.org/drawingml/2006/main">
              <a:ext uri="{FF2B5EF4-FFF2-40B4-BE49-F238E27FC236}">
                <a16:creationId xmlns:a16="http://schemas.microsoft.com/office/drawing/2014/main" id="{479847BA-C974-44C3-BB15-94F051CDB101}"/>
              </a:ext>
            </a:extLst>
          </p:cNvPr>
          <p:cNvCxnSpPr/>
          <p:nvPr/>
        </p:nvCxnSpPr>
        <p:spPr>
          <a:xfrm xmlns:a="http://schemas.openxmlformats.org/drawingml/2006/main" rot="-2505618">
            <a:off x="8220274" y="3878995"/>
            <a:ext cx="814898" cy="0"/>
          </a:xfrm>
          <a:prstGeom xmlns:a="http://schemas.openxmlformats.org/drawingml/2006/main" prst="straightConnector1">
            <a:avLst/>
          </a:prstGeom>
          <a:ln xmlns:a="http://schemas.openxmlformats.org/drawingml/2006/main" w="31433">
            <a:solidFill>
              <a:srgbClr val="C4B5FD"/>
            </a:solidFill>
            <a:prstDash val="solid"/>
            <a:tailEnd type="triangle" w="med" len="med"/>
          </a:ln>
        </p:spPr>
      </p:cxnSp>
      <p:sp>
        <p:nvSpPr>
          <p:cNvPr id="9" name="A">
            <a:extLst xmlns:a="http://schemas.openxmlformats.org/drawingml/2006/main">
              <a:ext uri="{FF2B5EF4-FFF2-40B4-BE49-F238E27FC236}">
                <a16:creationId xmlns:a16="http://schemas.microsoft.com/office/drawing/2014/main" id="{179E58E2-2D57-45F6-86A7-084530BDF86C}"/>
              </a:ext>
            </a:extLst>
          </p:cNvPr>
          <p:cNvSpPr>
            <a:spLocks xmlns:a="http://schemas.openxmlformats.org/drawingml/2006/main" noGrp="1"/>
          </p:cNvSpPr>
          <p:nvPr/>
        </p:nvSpPr>
        <p:spPr>
          <a:xfrm xmlns:a="http://schemas.openxmlformats.org/drawingml/2006/main">
            <a:off x="8285692" y="4112263"/>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0" name="A-label">
            <a:extLst xmlns:a="http://schemas.openxmlformats.org/drawingml/2006/main">
              <a:ext uri="{FF2B5EF4-FFF2-40B4-BE49-F238E27FC236}">
                <a16:creationId xmlns:a16="http://schemas.microsoft.com/office/drawing/2014/main" id="{6FD1167D-7933-4943-ADF3-11213B52650B}"/>
              </a:ext>
            </a:extLst>
          </p:cNvPr>
          <p:cNvSpPr>
            <a:spLocks xmlns:a="http://schemas.openxmlformats.org/drawingml/2006/main" noGrp="1"/>
          </p:cNvSpPr>
          <p:nvPr/>
        </p:nvSpPr>
        <p:spPr>
          <a:xfrm xmlns:a="http://schemas.openxmlformats.org/drawingml/2006/main">
            <a:off x="8057092" y="4264663"/>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buNone/>
              <a:defRPr sz="1875" b="0">
                <a:solidFill>
                  <a:srgbClr val="7DD3FC"/>
                </a:solidFill>
                <a:latin typeface="DejaVu Sans"/>
                <a:ea typeface="DejaVu Sans"/>
                <a:cs typeface="DejaVu Sans"/>
              </a:defRPr>
            </a:lvl1pPr>
            <a:lvl2pPr>
              <a:buNone/>
              <a:defRPr sz="1875" b="0">
                <a:solidFill>
                  <a:srgbClr val="7DD3FC"/>
                </a:solidFill>
                <a:latin typeface="DejaVu Sans"/>
                <a:ea typeface="DejaVu Sans"/>
                <a:cs typeface="DejaVu Sans"/>
              </a:defRPr>
            </a:lvl2pPr>
            <a:lvl3pPr>
              <a:buNone/>
              <a:defRPr sz="1875" b="0">
                <a:solidFill>
                  <a:srgbClr val="7DD3FC"/>
                </a:solidFill>
                <a:latin typeface="DejaVu Sans"/>
                <a:ea typeface="DejaVu Sans"/>
                <a:cs typeface="DejaVu Sans"/>
              </a:defRPr>
            </a:lvl3pPr>
            <a:lvl4pPr>
              <a:buNone/>
              <a:defRPr sz="1875" b="0">
                <a:solidFill>
                  <a:srgbClr val="7DD3FC"/>
                </a:solidFill>
                <a:latin typeface="DejaVu Sans"/>
                <a:ea typeface="DejaVu Sans"/>
                <a:cs typeface="DejaVu Sans"/>
              </a:defRPr>
            </a:lvl4pPr>
            <a:lvl5pPr>
              <a:buNone/>
              <a:defRPr sz="1875" b="0">
                <a:solidFill>
                  <a:srgbClr val="7DD3FC"/>
                </a:solidFill>
                <a:latin typeface="DejaVu Sans"/>
                <a:ea typeface="DejaVu Sans"/>
                <a:cs typeface="DejaVu Sans"/>
              </a:defRPr>
            </a:lvl5pPr>
            <a:lvl6pPr>
              <a:buNone/>
              <a:defRPr sz="1875" b="0">
                <a:solidFill>
                  <a:srgbClr val="7DD3FC"/>
                </a:solidFill>
                <a:latin typeface="DejaVu Sans"/>
                <a:ea typeface="DejaVu Sans"/>
                <a:cs typeface="DejaVu Sans"/>
              </a:defRPr>
            </a:lvl6pPr>
            <a:lvl7pPr>
              <a:buNone/>
              <a:defRPr sz="1875" b="0">
                <a:solidFill>
                  <a:srgbClr val="7DD3FC"/>
                </a:solidFill>
                <a:latin typeface="DejaVu Sans"/>
                <a:ea typeface="DejaVu Sans"/>
                <a:cs typeface="DejaVu Sans"/>
              </a:defRPr>
            </a:lvl7pPr>
            <a:lvl8pPr>
              <a:buNone/>
              <a:defRPr sz="1875" b="0">
                <a:solidFill>
                  <a:srgbClr val="7DD3FC"/>
                </a:solidFill>
                <a:latin typeface="DejaVu Sans"/>
                <a:ea typeface="DejaVu Sans"/>
                <a:cs typeface="DejaVu Sans"/>
              </a:defRPr>
            </a:lvl8pPr>
            <a:lvl9pPr>
              <a:buNone/>
              <a:defRPr sz="1875" b="0">
                <a:solidFill>
                  <a:srgbClr val="7DD3FC"/>
                </a:solidFill>
                <a:latin typeface="DejaVu Sans"/>
                <a:ea typeface="DejaVu Sans"/>
                <a:cs typeface="DejaVu Sans"/>
              </a:defRPr>
            </a:lvl9pPr>
          </a:lstStyle>
          <a:p xmlns:a="http://schemas.openxmlformats.org/drawingml/2006/main">
            <a:pPr>
              <a:buNone/>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A</a:t>
            </a:r>
          </a:p>
        </p:txBody>
      </p:sp>
      <p:sp>
        <p:nvSpPr>
          <p:cNvPr id="11" name="B">
            <a:extLst xmlns:a="http://schemas.openxmlformats.org/drawingml/2006/main">
              <a:ext uri="{FF2B5EF4-FFF2-40B4-BE49-F238E27FC236}">
                <a16:creationId xmlns:a16="http://schemas.microsoft.com/office/drawing/2014/main" id="{E67620C9-065A-460F-8E79-6B5B72EC44C6}"/>
              </a:ext>
            </a:extLst>
          </p:cNvPr>
          <p:cNvSpPr>
            <a:spLocks xmlns:a="http://schemas.openxmlformats.org/drawingml/2006/main" noGrp="1"/>
          </p:cNvSpPr>
          <p:nvPr/>
        </p:nvSpPr>
        <p:spPr>
          <a:xfrm xmlns:a="http://schemas.openxmlformats.org/drawingml/2006/main">
            <a:off x="9794495" y="4307647"/>
            <a:ext cx="76200" cy="76200"/>
          </a:xfrm>
          <a:prstGeom xmlns:a="http://schemas.openxmlformats.org/drawingml/2006/main" prst="ellipse">
            <a:avLst/>
          </a:prstGeom>
          <a:solidFill xmlns:a="http://schemas.openxmlformats.org/drawingml/2006/main">
            <a:srgbClr val="86EFAC"/>
          </a:solidFill>
          <a:ln xmlns:a="http://schemas.openxmlformats.org/drawingml/2006/main" w="0">
            <a:solidFill>
              <a:srgbClr val="86EFAC"/>
            </a:solidFill>
            <a:prstDash val="solid"/>
          </a:ln>
        </p:spPr>
      </p:sp>
      <p:sp>
        <p:nvSpPr>
          <p:cNvPr id="12" name="B-label">
            <a:extLst xmlns:a="http://schemas.openxmlformats.org/drawingml/2006/main">
              <a:ext uri="{FF2B5EF4-FFF2-40B4-BE49-F238E27FC236}">
                <a16:creationId xmlns:a16="http://schemas.microsoft.com/office/drawing/2014/main" id="{EECDF328-ED59-423E-A713-21180EB81FF1}"/>
              </a:ext>
            </a:extLst>
          </p:cNvPr>
          <p:cNvSpPr>
            <a:spLocks xmlns:a="http://schemas.openxmlformats.org/drawingml/2006/main" noGrp="1"/>
          </p:cNvSpPr>
          <p:nvPr/>
        </p:nvSpPr>
        <p:spPr>
          <a:xfrm xmlns:a="http://schemas.openxmlformats.org/drawingml/2006/main">
            <a:off x="9946895" y="4155247"/>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86EFAC"/>
                </a:solidFill>
                <a:latin typeface="DejaVu Sans"/>
                <a:ea typeface="DejaVu Sans"/>
                <a:cs typeface="DejaVu Sans"/>
              </a:defRPr>
            </a:defPPr>
            <a:lvl1pPr>
              <a:buNone/>
              <a:defRPr sz="1875" b="0">
                <a:solidFill>
                  <a:srgbClr val="86EFAC"/>
                </a:solidFill>
                <a:latin typeface="DejaVu Sans"/>
                <a:ea typeface="DejaVu Sans"/>
                <a:cs typeface="DejaVu Sans"/>
              </a:defRPr>
            </a:lvl1pPr>
            <a:lvl2pPr>
              <a:buNone/>
              <a:defRPr sz="1875" b="0">
                <a:solidFill>
                  <a:srgbClr val="86EFAC"/>
                </a:solidFill>
                <a:latin typeface="DejaVu Sans"/>
                <a:ea typeface="DejaVu Sans"/>
                <a:cs typeface="DejaVu Sans"/>
              </a:defRPr>
            </a:lvl2pPr>
            <a:lvl3pPr>
              <a:buNone/>
              <a:defRPr sz="1875" b="0">
                <a:solidFill>
                  <a:srgbClr val="86EFAC"/>
                </a:solidFill>
                <a:latin typeface="DejaVu Sans"/>
                <a:ea typeface="DejaVu Sans"/>
                <a:cs typeface="DejaVu Sans"/>
              </a:defRPr>
            </a:lvl3pPr>
            <a:lvl4pPr>
              <a:buNone/>
              <a:defRPr sz="1875" b="0">
                <a:solidFill>
                  <a:srgbClr val="86EFAC"/>
                </a:solidFill>
                <a:latin typeface="DejaVu Sans"/>
                <a:ea typeface="DejaVu Sans"/>
                <a:cs typeface="DejaVu Sans"/>
              </a:defRPr>
            </a:lvl4pPr>
            <a:lvl5pPr>
              <a:buNone/>
              <a:defRPr sz="1875" b="0">
                <a:solidFill>
                  <a:srgbClr val="86EFAC"/>
                </a:solidFill>
                <a:latin typeface="DejaVu Sans"/>
                <a:ea typeface="DejaVu Sans"/>
                <a:cs typeface="DejaVu Sans"/>
              </a:defRPr>
            </a:lvl5pPr>
            <a:lvl6pPr>
              <a:buNone/>
              <a:defRPr sz="1875" b="0">
                <a:solidFill>
                  <a:srgbClr val="86EFAC"/>
                </a:solidFill>
                <a:latin typeface="DejaVu Sans"/>
                <a:ea typeface="DejaVu Sans"/>
                <a:cs typeface="DejaVu Sans"/>
              </a:defRPr>
            </a:lvl6pPr>
            <a:lvl7pPr>
              <a:buNone/>
              <a:defRPr sz="1875" b="0">
                <a:solidFill>
                  <a:srgbClr val="86EFAC"/>
                </a:solidFill>
                <a:latin typeface="DejaVu Sans"/>
                <a:ea typeface="DejaVu Sans"/>
                <a:cs typeface="DejaVu Sans"/>
              </a:defRPr>
            </a:lvl7pPr>
            <a:lvl8pPr>
              <a:buNone/>
              <a:defRPr sz="1875" b="0">
                <a:solidFill>
                  <a:srgbClr val="86EFAC"/>
                </a:solidFill>
                <a:latin typeface="DejaVu Sans"/>
                <a:ea typeface="DejaVu Sans"/>
                <a:cs typeface="DejaVu Sans"/>
              </a:defRPr>
            </a:lvl8pPr>
            <a:lvl9pPr>
              <a:buNone/>
              <a:defRPr sz="1875" b="0">
                <a:solidFill>
                  <a:srgbClr val="86EFAC"/>
                </a:solidFill>
                <a:latin typeface="DejaVu Sans"/>
                <a:ea typeface="DejaVu Sans"/>
                <a:cs typeface="DejaVu Sans"/>
              </a:defRPr>
            </a:lvl9pPr>
          </a:lstStyle>
          <a:p xmlns:a="http://schemas.openxmlformats.org/drawingml/2006/main">
            <a:pPr>
              <a:buNone/>
              <a:defRPr sz="1875" b="0">
                <a:solidFill>
                  <a:srgbClr val="86EFAC"/>
                </a:solidFill>
                <a:latin typeface="DejaVu Sans"/>
                <a:ea typeface="DejaVu Sans"/>
                <a:cs typeface="DejaVu Sans"/>
              </a:defRPr>
            </a:pPr>
            <a:r>
              <a:rPr sz="1875" b="0">
                <a:solidFill>
                  <a:srgbClr val="86EFAC"/>
                </a:solidFill>
                <a:latin typeface="DejaVu Sans"/>
                <a:ea typeface="DejaVu Sans"/>
                <a:cs typeface="DejaVu Sans"/>
              </a:rPr>
              <a:t>B</a:t>
            </a:r>
          </a:p>
        </p:txBody>
      </p:sp>
      <p:sp>
        <p:nvSpPr>
          <p:cNvPr id="13" name="C">
            <a:extLst xmlns:a="http://schemas.openxmlformats.org/drawingml/2006/main">
              <a:ext uri="{FF2B5EF4-FFF2-40B4-BE49-F238E27FC236}">
                <a16:creationId xmlns:a16="http://schemas.microsoft.com/office/drawing/2014/main" id="{5230BD91-2588-4503-8B49-89EAA4BB2F85}"/>
              </a:ext>
            </a:extLst>
          </p:cNvPr>
          <p:cNvSpPr>
            <a:spLocks xmlns:a="http://schemas.openxmlformats.org/drawingml/2006/main" noGrp="1"/>
          </p:cNvSpPr>
          <p:nvPr/>
        </p:nvSpPr>
        <p:spPr>
          <a:xfrm xmlns:a="http://schemas.openxmlformats.org/drawingml/2006/main">
            <a:off x="8893555" y="3569528"/>
            <a:ext cx="76200" cy="76200"/>
          </a:xfrm>
          <a:prstGeom xmlns:a="http://schemas.openxmlformats.org/drawingml/2006/main" prst="ellipse">
            <a:avLst/>
          </a:prstGeom>
          <a:solidFill xmlns:a="http://schemas.openxmlformats.org/drawingml/2006/main">
            <a:srgbClr val="C4B5FD"/>
          </a:solidFill>
          <a:ln xmlns:a="http://schemas.openxmlformats.org/drawingml/2006/main" w="0">
            <a:solidFill>
              <a:srgbClr val="C4B5FD"/>
            </a:solidFill>
            <a:prstDash val="solid"/>
          </a:ln>
        </p:spPr>
      </p:sp>
      <p:sp>
        <p:nvSpPr>
          <p:cNvPr id="14" name="C-label">
            <a:extLst xmlns:a="http://schemas.openxmlformats.org/drawingml/2006/main">
              <a:ext uri="{FF2B5EF4-FFF2-40B4-BE49-F238E27FC236}">
                <a16:creationId xmlns:a16="http://schemas.microsoft.com/office/drawing/2014/main" id="{DAA78A02-E3C4-4561-AE9F-BFDD63431388}"/>
              </a:ext>
            </a:extLst>
          </p:cNvPr>
          <p:cNvSpPr>
            <a:spLocks xmlns:a="http://schemas.openxmlformats.org/drawingml/2006/main" noGrp="1"/>
          </p:cNvSpPr>
          <p:nvPr/>
        </p:nvSpPr>
        <p:spPr>
          <a:xfrm xmlns:a="http://schemas.openxmlformats.org/drawingml/2006/main">
            <a:off x="9026905" y="3302828"/>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C4B5FD"/>
                </a:solidFill>
                <a:latin typeface="DejaVu Sans"/>
                <a:ea typeface="DejaVu Sans"/>
                <a:cs typeface="DejaVu Sans"/>
              </a:defRPr>
            </a:defPPr>
            <a:lvl1pPr>
              <a:buNone/>
              <a:defRPr sz="1875" b="0">
                <a:solidFill>
                  <a:srgbClr val="C4B5FD"/>
                </a:solidFill>
                <a:latin typeface="DejaVu Sans"/>
                <a:ea typeface="DejaVu Sans"/>
                <a:cs typeface="DejaVu Sans"/>
              </a:defRPr>
            </a:lvl1pPr>
            <a:lvl2pPr>
              <a:buNone/>
              <a:defRPr sz="1875" b="0">
                <a:solidFill>
                  <a:srgbClr val="C4B5FD"/>
                </a:solidFill>
                <a:latin typeface="DejaVu Sans"/>
                <a:ea typeface="DejaVu Sans"/>
                <a:cs typeface="DejaVu Sans"/>
              </a:defRPr>
            </a:lvl2pPr>
            <a:lvl3pPr>
              <a:buNone/>
              <a:defRPr sz="1875" b="0">
                <a:solidFill>
                  <a:srgbClr val="C4B5FD"/>
                </a:solidFill>
                <a:latin typeface="DejaVu Sans"/>
                <a:ea typeface="DejaVu Sans"/>
                <a:cs typeface="DejaVu Sans"/>
              </a:defRPr>
            </a:lvl3pPr>
            <a:lvl4pPr>
              <a:buNone/>
              <a:defRPr sz="1875" b="0">
                <a:solidFill>
                  <a:srgbClr val="C4B5FD"/>
                </a:solidFill>
                <a:latin typeface="DejaVu Sans"/>
                <a:ea typeface="DejaVu Sans"/>
                <a:cs typeface="DejaVu Sans"/>
              </a:defRPr>
            </a:lvl4pPr>
            <a:lvl5pPr>
              <a:buNone/>
              <a:defRPr sz="1875" b="0">
                <a:solidFill>
                  <a:srgbClr val="C4B5FD"/>
                </a:solidFill>
                <a:latin typeface="DejaVu Sans"/>
                <a:ea typeface="DejaVu Sans"/>
                <a:cs typeface="DejaVu Sans"/>
              </a:defRPr>
            </a:lvl5pPr>
            <a:lvl6pPr>
              <a:buNone/>
              <a:defRPr sz="1875" b="0">
                <a:solidFill>
                  <a:srgbClr val="C4B5FD"/>
                </a:solidFill>
                <a:latin typeface="DejaVu Sans"/>
                <a:ea typeface="DejaVu Sans"/>
                <a:cs typeface="DejaVu Sans"/>
              </a:defRPr>
            </a:lvl6pPr>
            <a:lvl7pPr>
              <a:buNone/>
              <a:defRPr sz="1875" b="0">
                <a:solidFill>
                  <a:srgbClr val="C4B5FD"/>
                </a:solidFill>
                <a:latin typeface="DejaVu Sans"/>
                <a:ea typeface="DejaVu Sans"/>
                <a:cs typeface="DejaVu Sans"/>
              </a:defRPr>
            </a:lvl7pPr>
            <a:lvl8pPr>
              <a:buNone/>
              <a:defRPr sz="1875" b="0">
                <a:solidFill>
                  <a:srgbClr val="C4B5FD"/>
                </a:solidFill>
                <a:latin typeface="DejaVu Sans"/>
                <a:ea typeface="DejaVu Sans"/>
                <a:cs typeface="DejaVu Sans"/>
              </a:defRPr>
            </a:lvl8pPr>
            <a:lvl9pPr>
              <a:buNone/>
              <a:defRPr sz="1875" b="0">
                <a:solidFill>
                  <a:srgbClr val="C4B5FD"/>
                </a:solidFill>
                <a:latin typeface="DejaVu Sans"/>
                <a:ea typeface="DejaVu Sans"/>
                <a:cs typeface="DejaVu Sans"/>
              </a:defRPr>
            </a:lvl9pPr>
          </a:lstStyle>
          <a:p xmlns:a="http://schemas.openxmlformats.org/drawingml/2006/main">
            <a:pPr>
              <a:buNone/>
              <a:defRPr sz="1875" b="0">
                <a:solidFill>
                  <a:srgbClr val="C4B5FD"/>
                </a:solidFill>
                <a:latin typeface="DejaVu Sans"/>
                <a:ea typeface="DejaVu Sans"/>
                <a:cs typeface="DejaVu Sans"/>
              </a:defRPr>
            </a:pPr>
            <a:r>
              <a:rPr sz="1875" b="0">
                <a:solidFill>
                  <a:srgbClr val="C4B5FD"/>
                </a:solidFill>
                <a:latin typeface="DejaVu Sans"/>
                <a:ea typeface="DejaVu Sans"/>
                <a:cs typeface="DejaVu Sans"/>
              </a:rPr>
              <a:t>C</a:t>
            </a:r>
          </a:p>
        </p:txBody>
      </p:sp>
      <p:sp>
        <p:nvSpPr>
          <p:cNvPr id="15" name="page-number">
            <a:extLst xmlns:a="http://schemas.openxmlformats.org/drawingml/2006/main">
              <a:ext uri="{FF2B5EF4-FFF2-40B4-BE49-F238E27FC236}">
                <a16:creationId xmlns:a16="http://schemas.microsoft.com/office/drawing/2014/main" id="{56A53DF4-F018-434E-B09C-2C7481635A4C}"/>
              </a:ext>
            </a:extLst>
          </p:cNvPr>
          <p:cNvSpPr>
            <a:spLocks xmlns:a="http://schemas.openxmlformats.org/drawingml/2006/main" noGrp="1"/>
          </p:cNvSpPr>
          <p:nvPr/>
        </p:nvSpPr>
        <p:spPr>
          <a:xfrm xmlns:a="http://schemas.openxmlformats.org/drawingml/2006/main">
            <a:off x="11125200" y="641032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05</a:t>
            </a:r>
          </a:p>
        </p:txBody>
      </p:sp>
    </p:spTree>
    <p:extLst>
      <p:ext uri="{BB962C8B-B14F-4D97-AF65-F5344CB8AC3E}">
        <p14:creationId xmlns:p14="http://schemas.microsoft.com/office/powerpoint/2010/main" val="122753982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400" fill="hold"/>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5"/>
                                        </p:tgtEl>
                                        <p:attrNameLst>
                                          <p:attrName>style.visibility</p:attrName>
                                        </p:attrNameLst>
                                      </p:cBhvr>
                                      <p:to>
                                        <p:strVal val="visible"/>
                                      </p:to>
                                    </p:set>
                                    <p:animEffect transition="in" filter="fade">
                                      <p:cBhvr>
                                        <p:cTn id="12" dur="400" fill="hold"/>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DA6E63DD-B688-41AF-A85B-E93DA6F02B7E}"/>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Testing a point on a parametric plane</a:t>
            </a:r>
          </a:p>
        </p:txBody>
      </p:sp>
      <p:sp>
        <p:nvSpPr>
          <p:cNvPr id="2" name="page-number">
            <a:extLst xmlns:a="http://schemas.openxmlformats.org/drawingml/2006/main">
              <a:ext uri="{FF2B5EF4-FFF2-40B4-BE49-F238E27FC236}">
                <a16:creationId xmlns:a16="http://schemas.microsoft.com/office/drawing/2014/main" id="{18F84C64-51A5-43B8-B6BD-67C7AB8D8C25}"/>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06</a:t>
            </a:r>
          </a:p>
        </p:txBody>
      </p:sp>
      <p:sp>
        <p:nvSpPr>
          <p:cNvPr id="3" name="lead">
            <a:extLst xmlns:a="http://schemas.openxmlformats.org/drawingml/2006/main">
              <a:ext uri="{FF2B5EF4-FFF2-40B4-BE49-F238E27FC236}">
                <a16:creationId xmlns:a16="http://schemas.microsoft.com/office/drawing/2014/main" id="{ECDACBEA-DA8E-405D-BB65-04728C5666F4}"/>
              </a:ext>
            </a:extLst>
          </p:cNvPr>
          <p:cNvSpPr>
            <a:spLocks xmlns:a="http://schemas.openxmlformats.org/drawingml/2006/main" noGrp="1"/>
          </p:cNvSpPr>
          <p:nvPr/>
        </p:nvSpPr>
        <p:spPr>
          <a:xfrm xmlns:a="http://schemas.openxmlformats.org/drawingml/2006/main">
            <a:off x="685800" y="1552575"/>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One parameter pair must satisfy all three coordinates.</a:t>
            </a:r>
          </a:p>
        </p:txBody>
      </p:sp>
      <p:pic>
        <p:nvPicPr>
          <p:cNvPr id="4" name="equation-0" descr="LaTeX: x=1+s,\quad y=s+t,\quad z=2+t">
            <a:extLst xmlns:a="http://schemas.openxmlformats.org/drawingml/2006/main">
              <a:ext uri="{FF2B5EF4-FFF2-40B4-BE49-F238E27FC236}">
                <a16:creationId xmlns:a16="http://schemas.microsoft.com/office/drawing/2014/main" id="{B7B86018-6F2C-4E79-97C1-709E5E9778F2}"/>
              </a:ext>
            </a:extLst>
          </p:cNvPr>
          <p:cNvPicPr>
            <a:picLocks xmlns:a="http://schemas.openxmlformats.org/drawingml/2006/main" noChangeAspect="1"/>
          </p:cNvPicPr>
          <p:nvPr/>
        </p:nvPicPr>
        <p:blipFill>
          <a:blip xmlns:r="http://schemas.openxmlformats.org/officeDocument/2006/relationships" xmlns:a="http://schemas.openxmlformats.org/drawingml/2006/main" r:embed="R0c00a52490ff45ba">
            <a:extLst>
              <a:ext uri="{96DAC541-7B7A-43D3-8B79-37D633B846F1}">
                <asvg:svgBlip xmlns:asvg="http://schemas.microsoft.com/office/drawing/2016/SVG/main" r:embed="R6cfa41445aeb4ba5"/>
              </a:ext>
            </a:extLst>
          </a:blip>
          <a:stretch xmlns:a="http://schemas.openxmlformats.org/drawingml/2006/main"/>
        </p:blipFill>
        <p:spPr>
          <a:xfrm xmlns:a="http://schemas.openxmlformats.org/drawingml/2006/main">
            <a:off x="685800" y="2860141"/>
            <a:ext cx="5570945" cy="374698"/>
          </a:xfrm>
          <a:prstGeom xmlns:a="http://schemas.openxmlformats.org/drawingml/2006/main" prst="rect">
            <a:avLst/>
          </a:prstGeom>
        </p:spPr>
      </p:pic>
      <p:pic>
        <p:nvPicPr>
          <p:cNvPr id="5" name="equation-1" descr="LaTeX: Q(3,1,1):\quad3=1+s\Rightarrow s=2">
            <a:extLst xmlns:a="http://schemas.openxmlformats.org/drawingml/2006/main">
              <a:ext uri="{FF2B5EF4-FFF2-40B4-BE49-F238E27FC236}">
                <a16:creationId xmlns:a16="http://schemas.microsoft.com/office/drawing/2014/main" id="{9F120C03-4360-4CF3-B64B-C64CD5AC8204}"/>
              </a:ext>
            </a:extLst>
          </p:cNvPr>
          <p:cNvPicPr>
            <a:picLocks xmlns:a="http://schemas.openxmlformats.org/drawingml/2006/main" noChangeAspect="1"/>
          </p:cNvPicPr>
          <p:nvPr/>
        </p:nvPicPr>
        <p:blipFill>
          <a:blip xmlns:r="http://schemas.openxmlformats.org/officeDocument/2006/relationships" xmlns:a="http://schemas.openxmlformats.org/drawingml/2006/main" r:embed="R95e79ad0a2114de8">
            <a:extLst>
              <a:ext uri="{96DAC541-7B7A-43D3-8B79-37D633B846F1}">
                <asvg:svgBlip xmlns:asvg="http://schemas.microsoft.com/office/drawing/2016/SVG/main" r:embed="Rcee164f1769642d7"/>
              </a:ext>
            </a:extLst>
          </a:blip>
          <a:stretch xmlns:a="http://schemas.openxmlformats.org/drawingml/2006/main"/>
        </p:blipFill>
        <p:spPr>
          <a:xfrm xmlns:a="http://schemas.openxmlformats.org/drawingml/2006/main">
            <a:off x="685800" y="3501539"/>
            <a:ext cx="5134196" cy="436875"/>
          </a:xfrm>
          <a:prstGeom xmlns:a="http://schemas.openxmlformats.org/drawingml/2006/main" prst="rect">
            <a:avLst/>
          </a:prstGeom>
        </p:spPr>
      </p:pic>
      <p:pic>
        <p:nvPicPr>
          <p:cNvPr id="6" name="equation-2" descr="LaTeX: 1=2+t\Rightarrow t=-1,\quad z=2-1=1">
            <a:extLst xmlns:a="http://schemas.openxmlformats.org/drawingml/2006/main">
              <a:ext uri="{FF2B5EF4-FFF2-40B4-BE49-F238E27FC236}">
                <a16:creationId xmlns:a16="http://schemas.microsoft.com/office/drawing/2014/main" id="{FDEA0E16-12F7-4A05-A32F-9DCE9C3CC26D}"/>
              </a:ext>
            </a:extLst>
          </p:cNvPr>
          <p:cNvPicPr>
            <a:picLocks xmlns:a="http://schemas.openxmlformats.org/drawingml/2006/main" noChangeAspect="1"/>
          </p:cNvPicPr>
          <p:nvPr/>
        </p:nvPicPr>
        <p:blipFill>
          <a:blip xmlns:r="http://schemas.openxmlformats.org/officeDocument/2006/relationships" xmlns:a="http://schemas.openxmlformats.org/drawingml/2006/main" r:embed="Ree5cda8d2601427a">
            <a:extLst>
              <a:ext uri="{96DAC541-7B7A-43D3-8B79-37D633B846F1}">
                <asvg:svgBlip xmlns:asvg="http://schemas.microsoft.com/office/drawing/2016/SVG/main" r:embed="R0862c9b3a9ff4981"/>
              </a:ext>
            </a:extLst>
          </a:blip>
          <a:stretch xmlns:a="http://schemas.openxmlformats.org/drawingml/2006/main"/>
        </p:blipFill>
        <p:spPr>
          <a:xfrm xmlns:a="http://schemas.openxmlformats.org/drawingml/2006/main">
            <a:off x="685800" y="4205114"/>
            <a:ext cx="5957032" cy="374698"/>
          </a:xfrm>
          <a:prstGeom xmlns:a="http://schemas.openxmlformats.org/drawingml/2006/main" prst="rect">
            <a:avLst/>
          </a:prstGeom>
        </p:spPr>
      </p:pic>
      <p:pic>
        <p:nvPicPr>
          <p:cNvPr id="7" name="equation-3" descr="LaTeX: Q\in\Pi\qquad R(3,1,2)\notin\Pi">
            <a:extLst xmlns:a="http://schemas.openxmlformats.org/drawingml/2006/main">
              <a:ext uri="{FF2B5EF4-FFF2-40B4-BE49-F238E27FC236}">
                <a16:creationId xmlns:a16="http://schemas.microsoft.com/office/drawing/2014/main" id="{8DB93DCC-9AB3-436D-A57B-9632A99D6DBE}"/>
              </a:ext>
            </a:extLst>
          </p:cNvPr>
          <p:cNvPicPr>
            <a:picLocks xmlns:a="http://schemas.openxmlformats.org/drawingml/2006/main" noChangeAspect="1"/>
          </p:cNvPicPr>
          <p:nvPr/>
        </p:nvPicPr>
        <p:blipFill>
          <a:blip xmlns:r="http://schemas.openxmlformats.org/officeDocument/2006/relationships" xmlns:a="http://schemas.openxmlformats.org/drawingml/2006/main" r:embed="R3015fb240814489c">
            <a:extLst>
              <a:ext uri="{96DAC541-7B7A-43D3-8B79-37D633B846F1}">
                <asvg:svgBlip xmlns:asvg="http://schemas.microsoft.com/office/drawing/2016/SVG/main" r:embed="R5ac6a519f8514d00"/>
              </a:ext>
            </a:extLst>
          </a:blip>
          <a:stretch xmlns:a="http://schemas.openxmlformats.org/drawingml/2006/main"/>
        </p:blipFill>
        <p:spPr>
          <a:xfrm xmlns:a="http://schemas.openxmlformats.org/drawingml/2006/main">
            <a:off x="685800" y="4846512"/>
            <a:ext cx="4012669" cy="437221"/>
          </a:xfrm>
          <a:prstGeom xmlns:a="http://schemas.openxmlformats.org/drawingml/2006/main" prst="rect">
            <a:avLst/>
          </a:prstGeom>
        </p:spPr>
      </p:pic>
    </p:spTree>
    <p:extLst>
      <p:ext uri="{BB962C8B-B14F-4D97-AF65-F5344CB8AC3E}">
        <p14:creationId xmlns:p14="http://schemas.microsoft.com/office/powerpoint/2010/main" val="131240868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05F2892-CB2C-45F4-B1B3-02918B2E7823}"/>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1 constructing a plane</a:t>
            </a:r>
          </a:p>
        </p:txBody>
      </p:sp>
      <p:sp>
        <p:nvSpPr>
          <p:cNvPr id="2" name="lead">
            <a:extLst xmlns:a="http://schemas.openxmlformats.org/drawingml/2006/main">
              <a:ext uri="{FF2B5EF4-FFF2-40B4-BE49-F238E27FC236}">
                <a16:creationId xmlns:a16="http://schemas.microsoft.com/office/drawing/2014/main" id="{267ADD8C-85C1-46F2-A0EB-6F9C33B549A8}"/>
              </a:ext>
            </a:extLst>
          </p:cNvPr>
          <p:cNvSpPr>
            <a:spLocks xmlns:a="http://schemas.openxmlformats.org/drawingml/2006/main" noGrp="1"/>
          </p:cNvSpPr>
          <p:nvPr/>
        </p:nvSpPr>
        <p:spPr>
          <a:xfrm xmlns:a="http://schemas.openxmlformats.org/drawingml/2006/main">
            <a:off x="685800" y="1552575"/>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Find vector and parametric equations through A, B, and C.</a:t>
            </a:r>
          </a:p>
        </p:txBody>
      </p:sp>
      <p:pic>
        <p:nvPicPr>
          <p:cNvPr id="3" name="equation-0" descr="LaTeX: A(0,1,0),\quad B(2,1,1),\quad C(1,3,0)">
            <a:extLst xmlns:a="http://schemas.openxmlformats.org/drawingml/2006/main">
              <a:ext uri="{FF2B5EF4-FFF2-40B4-BE49-F238E27FC236}">
                <a16:creationId xmlns:a16="http://schemas.microsoft.com/office/drawing/2014/main" id="{ACA2A33A-03F4-4373-91BA-EBB23B4FD719}"/>
              </a:ext>
            </a:extLst>
          </p:cNvPr>
          <p:cNvPicPr>
            <a:picLocks xmlns:a="http://schemas.openxmlformats.org/drawingml/2006/main" noChangeAspect="1"/>
          </p:cNvPicPr>
          <p:nvPr/>
        </p:nvPicPr>
        <p:blipFill>
          <a:blip xmlns:r="http://schemas.openxmlformats.org/officeDocument/2006/relationships" xmlns:a="http://schemas.openxmlformats.org/drawingml/2006/main" r:embed="R8a5179ba3eb64d68">
            <a:extLst>
              <a:ext uri="{96DAC541-7B7A-43D3-8B79-37D633B846F1}">
                <asvg:svgBlip xmlns:asvg="http://schemas.microsoft.com/office/drawing/2016/SVG/main" r:embed="R4317e123c5694a1c"/>
              </a:ext>
            </a:extLst>
          </a:blip>
          <a:stretch xmlns:a="http://schemas.openxmlformats.org/drawingml/2006/main"/>
        </p:blipFill>
        <p:spPr>
          <a:xfrm xmlns:a="http://schemas.openxmlformats.org/drawingml/2006/main">
            <a:off x="685800" y="3877313"/>
            <a:ext cx="5473308" cy="436875"/>
          </a:xfrm>
          <a:prstGeom xmlns:a="http://schemas.openxmlformats.org/drawingml/2006/main" prst="rect">
            <a:avLst/>
          </a:prstGeom>
        </p:spPr>
      </p:pic>
      <p:sp>
        <p:nvSpPr>
          <p:cNvPr id="4" name="practice-pause">
            <a:extLst xmlns:a="http://schemas.openxmlformats.org/drawingml/2006/main">
              <a:ext uri="{FF2B5EF4-FFF2-40B4-BE49-F238E27FC236}">
                <a16:creationId xmlns:a16="http://schemas.microsoft.com/office/drawing/2014/main" id="{4C77AAC8-936C-4EBB-BFC9-05934F65998D}"/>
              </a:ext>
            </a:extLst>
          </p:cNvPr>
          <p:cNvSpPr>
            <a:spLocks xmlns:a="http://schemas.openxmlformats.org/drawingml/2006/main" noGrp="1"/>
          </p:cNvSpPr>
          <p:nvPr/>
        </p:nvSpPr>
        <p:spPr>
          <a:xfrm xmlns:a="http://schemas.openxmlformats.org/drawingml/2006/main">
            <a:off x="685800" y="5895975"/>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buNone/>
              <a:defRPr sz="1875" b="0">
                <a:solidFill>
                  <a:srgbClr val="7DD3FC"/>
                </a:solidFill>
                <a:latin typeface="DejaVu Sans"/>
                <a:ea typeface="DejaVu Sans"/>
                <a:cs typeface="DejaVu Sans"/>
              </a:defRPr>
            </a:lvl1pPr>
            <a:lvl2pPr>
              <a:buNone/>
              <a:defRPr sz="1875" b="0">
                <a:solidFill>
                  <a:srgbClr val="7DD3FC"/>
                </a:solidFill>
                <a:latin typeface="DejaVu Sans"/>
                <a:ea typeface="DejaVu Sans"/>
                <a:cs typeface="DejaVu Sans"/>
              </a:defRPr>
            </a:lvl2pPr>
            <a:lvl3pPr>
              <a:buNone/>
              <a:defRPr sz="1875" b="0">
                <a:solidFill>
                  <a:srgbClr val="7DD3FC"/>
                </a:solidFill>
                <a:latin typeface="DejaVu Sans"/>
                <a:ea typeface="DejaVu Sans"/>
                <a:cs typeface="DejaVu Sans"/>
              </a:defRPr>
            </a:lvl3pPr>
            <a:lvl4pPr>
              <a:buNone/>
              <a:defRPr sz="1875" b="0">
                <a:solidFill>
                  <a:srgbClr val="7DD3FC"/>
                </a:solidFill>
                <a:latin typeface="DejaVu Sans"/>
                <a:ea typeface="DejaVu Sans"/>
                <a:cs typeface="DejaVu Sans"/>
              </a:defRPr>
            </a:lvl4pPr>
            <a:lvl5pPr>
              <a:buNone/>
              <a:defRPr sz="1875" b="0">
                <a:solidFill>
                  <a:srgbClr val="7DD3FC"/>
                </a:solidFill>
                <a:latin typeface="DejaVu Sans"/>
                <a:ea typeface="DejaVu Sans"/>
                <a:cs typeface="DejaVu Sans"/>
              </a:defRPr>
            </a:lvl5pPr>
            <a:lvl6pPr>
              <a:buNone/>
              <a:defRPr sz="1875" b="0">
                <a:solidFill>
                  <a:srgbClr val="7DD3FC"/>
                </a:solidFill>
                <a:latin typeface="DejaVu Sans"/>
                <a:ea typeface="DejaVu Sans"/>
                <a:cs typeface="DejaVu Sans"/>
              </a:defRPr>
            </a:lvl6pPr>
            <a:lvl7pPr>
              <a:buNone/>
              <a:defRPr sz="1875" b="0">
                <a:solidFill>
                  <a:srgbClr val="7DD3FC"/>
                </a:solidFill>
                <a:latin typeface="DejaVu Sans"/>
                <a:ea typeface="DejaVu Sans"/>
                <a:cs typeface="DejaVu Sans"/>
              </a:defRPr>
            </a:lvl7pPr>
            <a:lvl8pPr>
              <a:buNone/>
              <a:defRPr sz="1875" b="0">
                <a:solidFill>
                  <a:srgbClr val="7DD3FC"/>
                </a:solidFill>
                <a:latin typeface="DejaVu Sans"/>
                <a:ea typeface="DejaVu Sans"/>
                <a:cs typeface="DejaVu Sans"/>
              </a:defRPr>
            </a:lvl8pPr>
            <a:lvl9pPr>
              <a:buNone/>
              <a:defRPr sz="1875" b="0">
                <a:solidFill>
                  <a:srgbClr val="7DD3FC"/>
                </a:solidFill>
                <a:latin typeface="DejaVu Sans"/>
                <a:ea typeface="DejaVu Sans"/>
                <a:cs typeface="DejaVu Sans"/>
              </a:defRPr>
            </a:lvl9pPr>
          </a:lstStyle>
          <a:p xmlns:a="http://schemas.openxmlformats.org/drawingml/2006/main">
            <a:pPr>
              <a:buNone/>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Pause the video and try the question</a:t>
            </a:r>
          </a:p>
        </p:txBody>
      </p:sp>
      <p:sp>
        <p:nvSpPr>
          <p:cNvPr id="5" name="page-number">
            <a:extLst xmlns:a="http://schemas.openxmlformats.org/drawingml/2006/main">
              <a:ext uri="{FF2B5EF4-FFF2-40B4-BE49-F238E27FC236}">
                <a16:creationId xmlns:a16="http://schemas.microsoft.com/office/drawing/2014/main" id="{A0C139D3-887B-4F37-8785-421F8A7216A0}"/>
              </a:ext>
            </a:extLst>
          </p:cNvPr>
          <p:cNvSpPr>
            <a:spLocks xmlns:a="http://schemas.openxmlformats.org/drawingml/2006/main" noGrp="1"/>
          </p:cNvSpPr>
          <p:nvPr/>
        </p:nvSpPr>
        <p:spPr>
          <a:xfrm xmlns:a="http://schemas.openxmlformats.org/drawingml/2006/main">
            <a:off x="11125200" y="641032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07</a:t>
            </a:r>
          </a:p>
        </p:txBody>
      </p:sp>
    </p:spTree>
    <p:extLst>
      <p:ext uri="{BB962C8B-B14F-4D97-AF65-F5344CB8AC3E}">
        <p14:creationId xmlns:p14="http://schemas.microsoft.com/office/powerpoint/2010/main" val="1629450445"/>
      </p:ext>
    </p:extLst>
  </p:cSld>
  <p:transition spd="med" advClick="1">
    <p:fade/>
  </p:transition>
</p:sld>
</file>

<file path=ppt/slides/slide8.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A1FCF6BB-7AA4-4779-B39E-3A26B1F7E6A2}"/>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1  Solution</a:t>
            </a:r>
          </a:p>
        </p:txBody>
      </p:sp>
      <p:sp>
        <p:nvSpPr>
          <p:cNvPr id="2" name="lead">
            <a:extLst xmlns:a="http://schemas.openxmlformats.org/drawingml/2006/main">
              <a:ext uri="{FF2B5EF4-FFF2-40B4-BE49-F238E27FC236}">
                <a16:creationId xmlns:a16="http://schemas.microsoft.com/office/drawing/2014/main" id="{D020A6FB-82F8-48F0-88DC-822B3520D7DB}"/>
              </a:ext>
            </a:extLst>
          </p:cNvPr>
          <p:cNvSpPr>
            <a:spLocks xmlns:a="http://schemas.openxmlformats.org/drawingml/2006/main" noGrp="1"/>
          </p:cNvSpPr>
          <p:nvPr/>
        </p:nvSpPr>
        <p:spPr>
          <a:xfrm xmlns:a="http://schemas.openxmlformats.org/drawingml/2006/main">
            <a:off x="685800" y="1552575"/>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Keep the original information visible while checking each step.</a:t>
            </a:r>
          </a:p>
        </p:txBody>
      </p:sp>
      <p:pic>
        <p:nvPicPr>
          <p:cNvPr id="3" name="equation-0" descr="LaTeX: A(0,1,0),\quad B(2,1,1),\quad C(1,3,0)">
            <a:extLst xmlns:a="http://schemas.openxmlformats.org/drawingml/2006/main">
              <a:ext uri="{FF2B5EF4-FFF2-40B4-BE49-F238E27FC236}">
                <a16:creationId xmlns:a16="http://schemas.microsoft.com/office/drawing/2014/main" id="{23546932-F970-4BC4-8104-068F1270C02E}"/>
              </a:ext>
            </a:extLst>
          </p:cNvPr>
          <p:cNvPicPr>
            <a:picLocks xmlns:a="http://schemas.openxmlformats.org/drawingml/2006/main" noChangeAspect="1"/>
          </p:cNvPicPr>
          <p:nvPr/>
        </p:nvPicPr>
        <p:blipFill>
          <a:blip xmlns:r="http://schemas.openxmlformats.org/officeDocument/2006/relationships" xmlns:a="http://schemas.openxmlformats.org/drawingml/2006/main" r:embed="R907de3a04818446a">
            <a:extLst>
              <a:ext uri="{96DAC541-7B7A-43D3-8B79-37D633B846F1}">
                <asvg:svgBlip xmlns:asvg="http://schemas.microsoft.com/office/drawing/2016/SVG/main" r:embed="Rf5ac861140414290"/>
              </a:ext>
            </a:extLst>
          </a:blip>
          <a:stretch xmlns:a="http://schemas.openxmlformats.org/drawingml/2006/main"/>
        </p:blipFill>
        <p:spPr>
          <a:xfrm xmlns:a="http://schemas.openxmlformats.org/drawingml/2006/main">
            <a:off x="685800" y="2879982"/>
            <a:ext cx="5473308" cy="436875"/>
          </a:xfrm>
          <a:prstGeom xmlns:a="http://schemas.openxmlformats.org/drawingml/2006/main" prst="rect">
            <a:avLst/>
          </a:prstGeom>
        </p:spPr>
      </p:pic>
      <p:pic>
        <p:nvPicPr>
          <p:cNvPr id="4" name="equation-1" descr="LaTeX: \overrightarrow{AB}=[2,0,1],\qquad\overrightarrow{AC}=[1,2,0]">
            <a:extLst xmlns:a="http://schemas.openxmlformats.org/drawingml/2006/main">
              <a:ext uri="{FF2B5EF4-FFF2-40B4-BE49-F238E27FC236}">
                <a16:creationId xmlns:a16="http://schemas.microsoft.com/office/drawing/2014/main" id="{5FA9C17B-8C94-4FAA-8664-B5E5CDB388DF}"/>
              </a:ext>
            </a:extLst>
          </p:cNvPr>
          <p:cNvPicPr>
            <a:picLocks xmlns:a="http://schemas.openxmlformats.org/drawingml/2006/main" noChangeAspect="1"/>
          </p:cNvPicPr>
          <p:nvPr/>
        </p:nvPicPr>
        <p:blipFill>
          <a:blip xmlns:r="http://schemas.openxmlformats.org/officeDocument/2006/relationships" xmlns:a="http://schemas.openxmlformats.org/drawingml/2006/main" r:embed="R63f65f5ebe4a4ad8">
            <a:extLst>
              <a:ext uri="{96DAC541-7B7A-43D3-8B79-37D633B846F1}">
                <asvg:svgBlip xmlns:asvg="http://schemas.microsoft.com/office/drawing/2016/SVG/main" r:embed="R8454e558ff004066"/>
              </a:ext>
            </a:extLst>
          </a:blip>
          <a:stretch xmlns:a="http://schemas.openxmlformats.org/drawingml/2006/main"/>
        </p:blipFill>
        <p:spPr>
          <a:xfrm xmlns:a="http://schemas.openxmlformats.org/drawingml/2006/main">
            <a:off x="685800" y="3526407"/>
            <a:ext cx="5265102" cy="554439"/>
          </a:xfrm>
          <a:prstGeom xmlns:a="http://schemas.openxmlformats.org/drawingml/2006/main" prst="rect">
            <a:avLst/>
          </a:prstGeom>
        </p:spPr>
      </p:pic>
      <p:pic>
        <p:nvPicPr>
          <p:cNvPr id="5" name="equation-2" descr="LaTeX: \vec r=[0,1,0]+s[2,0,1]+t[1,2,0]">
            <a:extLst xmlns:a="http://schemas.openxmlformats.org/drawingml/2006/main">
              <a:ext uri="{FF2B5EF4-FFF2-40B4-BE49-F238E27FC236}">
                <a16:creationId xmlns:a16="http://schemas.microsoft.com/office/drawing/2014/main" id="{54D88CA4-8873-4D9E-8247-641176AA26B5}"/>
              </a:ext>
            </a:extLst>
          </p:cNvPr>
          <p:cNvPicPr>
            <a:picLocks xmlns:a="http://schemas.openxmlformats.org/drawingml/2006/main" noChangeAspect="1"/>
          </p:cNvPicPr>
          <p:nvPr/>
        </p:nvPicPr>
        <p:blipFill>
          <a:blip xmlns:r="http://schemas.openxmlformats.org/officeDocument/2006/relationships" xmlns:a="http://schemas.openxmlformats.org/drawingml/2006/main" r:embed="R0ca314ab79db42a1">
            <a:extLst>
              <a:ext uri="{96DAC541-7B7A-43D3-8B79-37D633B846F1}">
                <asvg:svgBlip xmlns:asvg="http://schemas.microsoft.com/office/drawing/2016/SVG/main" r:embed="Rabe2538f55074c85"/>
              </a:ext>
            </a:extLst>
          </a:blip>
          <a:stretch xmlns:a="http://schemas.openxmlformats.org/drawingml/2006/main"/>
        </p:blipFill>
        <p:spPr>
          <a:xfrm xmlns:a="http://schemas.openxmlformats.org/drawingml/2006/main">
            <a:off x="685800" y="4290395"/>
            <a:ext cx="5179611" cy="436875"/>
          </a:xfrm>
          <a:prstGeom xmlns:a="http://schemas.openxmlformats.org/drawingml/2006/main" prst="rect">
            <a:avLst/>
          </a:prstGeom>
        </p:spPr>
      </p:pic>
      <p:pic>
        <p:nvPicPr>
          <p:cNvPr id="6" name="equation-3" descr="LaTeX: x=2s+t,\qquad y=1+2t,\qquad z=s">
            <a:extLst xmlns:a="http://schemas.openxmlformats.org/drawingml/2006/main">
              <a:ext uri="{FF2B5EF4-FFF2-40B4-BE49-F238E27FC236}">
                <a16:creationId xmlns:a16="http://schemas.microsoft.com/office/drawing/2014/main" id="{34A160E6-938C-4205-BCFF-A03D5E210E74}"/>
              </a:ext>
            </a:extLst>
          </p:cNvPr>
          <p:cNvPicPr>
            <a:picLocks xmlns:a="http://schemas.openxmlformats.org/drawingml/2006/main" noChangeAspect="1"/>
          </p:cNvPicPr>
          <p:nvPr/>
        </p:nvPicPr>
        <p:blipFill>
          <a:blip xmlns:r="http://schemas.openxmlformats.org/officeDocument/2006/relationships" xmlns:a="http://schemas.openxmlformats.org/drawingml/2006/main" r:embed="Rcba09767d9d84f32">
            <a:extLst>
              <a:ext uri="{96DAC541-7B7A-43D3-8B79-37D633B846F1}">
                <asvg:svgBlip xmlns:asvg="http://schemas.microsoft.com/office/drawing/2016/SVG/main" r:embed="Rc6fb06bf911d4239"/>
              </a:ext>
            </a:extLst>
          </a:blip>
          <a:stretch xmlns:a="http://schemas.openxmlformats.org/drawingml/2006/main"/>
        </p:blipFill>
        <p:spPr>
          <a:xfrm xmlns:a="http://schemas.openxmlformats.org/drawingml/2006/main">
            <a:off x="685800" y="4936820"/>
            <a:ext cx="6011710" cy="374698"/>
          </a:xfrm>
          <a:prstGeom xmlns:a="http://schemas.openxmlformats.org/drawingml/2006/main" prst="rect">
            <a:avLst/>
          </a:prstGeom>
        </p:spPr>
      </p:pic>
      <p:sp>
        <p:nvSpPr>
          <p:cNvPr id="7" name="practice-pause">
            <a:extLst xmlns:a="http://schemas.openxmlformats.org/drawingml/2006/main">
              <a:ext uri="{FF2B5EF4-FFF2-40B4-BE49-F238E27FC236}">
                <a16:creationId xmlns:a16="http://schemas.microsoft.com/office/drawing/2014/main" id="{4E939D8B-B3DF-4082-B7C8-B407347D0D81}"/>
              </a:ext>
            </a:extLst>
          </p:cNvPr>
          <p:cNvSpPr>
            <a:spLocks xmlns:a="http://schemas.openxmlformats.org/drawingml/2006/main" noGrp="1"/>
          </p:cNvSpPr>
          <p:nvPr/>
        </p:nvSpPr>
        <p:spPr>
          <a:xfrm xmlns:a="http://schemas.openxmlformats.org/drawingml/2006/main">
            <a:off x="685800" y="5895975"/>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Check the method as well as the final answer</a:t>
            </a:r>
          </a:p>
        </p:txBody>
      </p:sp>
      <p:sp>
        <p:nvSpPr>
          <p:cNvPr id="8" name="page-number">
            <a:extLst xmlns:a="http://schemas.openxmlformats.org/drawingml/2006/main">
              <a:ext uri="{FF2B5EF4-FFF2-40B4-BE49-F238E27FC236}">
                <a16:creationId xmlns:a16="http://schemas.microsoft.com/office/drawing/2014/main" id="{1B295E52-0365-414A-9E37-0E75794CD9C4}"/>
              </a:ext>
            </a:extLst>
          </p:cNvPr>
          <p:cNvSpPr>
            <a:spLocks xmlns:a="http://schemas.openxmlformats.org/drawingml/2006/main" noGrp="1"/>
          </p:cNvSpPr>
          <p:nvPr/>
        </p:nvSpPr>
        <p:spPr>
          <a:xfrm xmlns:a="http://schemas.openxmlformats.org/drawingml/2006/main">
            <a:off x="11125200" y="641032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08</a:t>
            </a:r>
          </a:p>
        </p:txBody>
      </p:sp>
    </p:spTree>
    <p:extLst>
      <p:ext uri="{BB962C8B-B14F-4D97-AF65-F5344CB8AC3E}">
        <p14:creationId xmlns:p14="http://schemas.microsoft.com/office/powerpoint/2010/main" val="12760559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400" fill="hold"/>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5"/>
                                        </p:tgtEl>
                                        <p:attrNameLst>
                                          <p:attrName>style.visibility</p:attrName>
                                        </p:attrNameLst>
                                      </p:cBhvr>
                                      <p:to>
                                        <p:strVal val="visible"/>
                                      </p:to>
                                    </p:set>
                                    <p:animEffect transition="in" filter="fade">
                                      <p:cBhvr>
                                        <p:cTn id="12" dur="400" fill="hold"/>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6"/>
                                        </p:tgtEl>
                                        <p:attrNameLst>
                                          <p:attrName>style.visibility</p:attrName>
                                        </p:attrNameLst>
                                      </p:cBhvr>
                                      <p:to>
                                        <p:strVal val="visible"/>
                                      </p:to>
                                    </p:set>
                                    <p:animEffect transition="in" filter="fade">
                                      <p:cBhvr>
                                        <p:cTn id="17" dur="400" fill="hold"/>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B184A43-DA14-46A7-93D8-391711AC19EB}"/>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2  Do three points always define a plane</a:t>
            </a:r>
          </a:p>
        </p:txBody>
      </p:sp>
      <p:sp>
        <p:nvSpPr>
          <p:cNvPr id="2" name="page-number">
            <a:extLst xmlns:a="http://schemas.openxmlformats.org/drawingml/2006/main">
              <a:ext uri="{FF2B5EF4-FFF2-40B4-BE49-F238E27FC236}">
                <a16:creationId xmlns:a16="http://schemas.microsoft.com/office/drawing/2014/main" id="{D5AB882C-91B7-4FFE-AC0E-8E858D72E4EF}"/>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09</a:t>
            </a:r>
          </a:p>
        </p:txBody>
      </p:sp>
      <p:sp>
        <p:nvSpPr>
          <p:cNvPr id="3" name="lead">
            <a:extLst xmlns:a="http://schemas.openxmlformats.org/drawingml/2006/main">
              <a:ext uri="{FF2B5EF4-FFF2-40B4-BE49-F238E27FC236}">
                <a16:creationId xmlns:a16="http://schemas.microsoft.com/office/drawing/2014/main" id="{A749E769-087F-491A-99D9-DE26F3B47CCC}"/>
              </a:ext>
            </a:extLst>
          </p:cNvPr>
          <p:cNvSpPr>
            <a:spLocks xmlns:a="http://schemas.openxmlformats.org/drawingml/2006/main" noGrp="1"/>
          </p:cNvSpPr>
          <p:nvPr/>
        </p:nvSpPr>
        <p:spPr>
          <a:xfrm xmlns:a="http://schemas.openxmlformats.org/drawingml/2006/main">
            <a:off x="685800" y="1552575"/>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Decide whether these points determine a unique plane. Explain your reasoning.</a:t>
            </a:r>
          </a:p>
        </p:txBody>
      </p:sp>
      <p:pic>
        <p:nvPicPr>
          <p:cNvPr id="4" name="equation-0" descr="LaTeX: A(0,1,0),\quad B(2,1,1),\quad C(4,1,2)">
            <a:extLst xmlns:a="http://schemas.openxmlformats.org/drawingml/2006/main">
              <a:ext uri="{FF2B5EF4-FFF2-40B4-BE49-F238E27FC236}">
                <a16:creationId xmlns:a16="http://schemas.microsoft.com/office/drawing/2014/main" id="{4A0AFCDD-4658-46D1-A9D4-819F1A17F527}"/>
              </a:ext>
            </a:extLst>
          </p:cNvPr>
          <p:cNvPicPr>
            <a:picLocks xmlns:a="http://schemas.openxmlformats.org/drawingml/2006/main" noChangeAspect="1"/>
          </p:cNvPicPr>
          <p:nvPr/>
        </p:nvPicPr>
        <p:blipFill>
          <a:blip xmlns:r="http://schemas.openxmlformats.org/officeDocument/2006/relationships" xmlns:a="http://schemas.openxmlformats.org/drawingml/2006/main" r:embed="R0fbe3c5776174709">
            <a:extLst>
              <a:ext uri="{96DAC541-7B7A-43D3-8B79-37D633B846F1}">
                <asvg:svgBlip xmlns:asvg="http://schemas.microsoft.com/office/drawing/2016/SVG/main" r:embed="R658402977e0c44f0"/>
              </a:ext>
            </a:extLst>
          </a:blip>
          <a:stretch xmlns:a="http://schemas.openxmlformats.org/drawingml/2006/main"/>
        </p:blipFill>
        <p:spPr>
          <a:xfrm xmlns:a="http://schemas.openxmlformats.org/drawingml/2006/main">
            <a:off x="685800" y="3853500"/>
            <a:ext cx="5473308" cy="436875"/>
          </a:xfrm>
          <a:prstGeom xmlns:a="http://schemas.openxmlformats.org/drawingml/2006/main" prst="rect">
            <a:avLst/>
          </a:prstGeom>
        </p:spPr>
      </p:pic>
      <p:sp>
        <p:nvSpPr>
          <p:cNvPr id="5" name="practice-pause">
            <a:extLst xmlns:a="http://schemas.openxmlformats.org/drawingml/2006/main">
              <a:ext uri="{FF2B5EF4-FFF2-40B4-BE49-F238E27FC236}">
                <a16:creationId xmlns:a16="http://schemas.microsoft.com/office/drawing/2014/main" id="{F1BCEE74-3F0E-4207-A236-65BA8C9F7C76}"/>
              </a:ext>
            </a:extLst>
          </p:cNvPr>
          <p:cNvSpPr>
            <a:spLocks xmlns:a="http://schemas.openxmlformats.org/drawingml/2006/main" noGrp="1"/>
          </p:cNvSpPr>
          <p:nvPr/>
        </p:nvSpPr>
        <p:spPr>
          <a:xfrm xmlns:a="http://schemas.openxmlformats.org/drawingml/2006/main">
            <a:off x="685800" y="5857875"/>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defRPr sz="1875" b="0">
                <a:solidFill>
                  <a:srgbClr val="7DD3FC"/>
                </a:solidFill>
                <a:latin typeface="DejaVu Sans"/>
                <a:ea typeface="DejaVu Sans"/>
                <a:cs typeface="DejaVu Sans"/>
              </a:defRPr>
            </a:lvl1pPr>
            <a:lvl2pPr>
              <a:defRPr sz="1875" b="0">
                <a:solidFill>
                  <a:srgbClr val="7DD3FC"/>
                </a:solidFill>
                <a:latin typeface="DejaVu Sans"/>
                <a:ea typeface="DejaVu Sans"/>
                <a:cs typeface="DejaVu Sans"/>
              </a:defRPr>
            </a:lvl2pPr>
            <a:lvl3pPr>
              <a:defRPr sz="1875" b="0">
                <a:solidFill>
                  <a:srgbClr val="7DD3FC"/>
                </a:solidFill>
                <a:latin typeface="DejaVu Sans"/>
                <a:ea typeface="DejaVu Sans"/>
                <a:cs typeface="DejaVu Sans"/>
              </a:defRPr>
            </a:lvl3pPr>
            <a:lvl4pPr>
              <a:defRPr sz="1875" b="0">
                <a:solidFill>
                  <a:srgbClr val="7DD3FC"/>
                </a:solidFill>
                <a:latin typeface="DejaVu Sans"/>
                <a:ea typeface="DejaVu Sans"/>
                <a:cs typeface="DejaVu Sans"/>
              </a:defRPr>
            </a:lvl4pPr>
            <a:lvl5pPr>
              <a:defRPr sz="1875" b="0">
                <a:solidFill>
                  <a:srgbClr val="7DD3FC"/>
                </a:solidFill>
                <a:latin typeface="DejaVu Sans"/>
                <a:ea typeface="DejaVu Sans"/>
                <a:cs typeface="DejaVu Sans"/>
              </a:defRPr>
            </a:lvl5pPr>
            <a:lvl6pPr>
              <a:defRPr sz="1875" b="0">
                <a:solidFill>
                  <a:srgbClr val="7DD3FC"/>
                </a:solidFill>
                <a:latin typeface="DejaVu Sans"/>
                <a:ea typeface="DejaVu Sans"/>
                <a:cs typeface="DejaVu Sans"/>
              </a:defRPr>
            </a:lvl6pPr>
            <a:lvl7pPr>
              <a:defRPr sz="1875" b="0">
                <a:solidFill>
                  <a:srgbClr val="7DD3FC"/>
                </a:solidFill>
                <a:latin typeface="DejaVu Sans"/>
                <a:ea typeface="DejaVu Sans"/>
                <a:cs typeface="DejaVu Sans"/>
              </a:defRPr>
            </a:lvl7pPr>
            <a:lvl8pPr>
              <a:defRPr sz="1875" b="0">
                <a:solidFill>
                  <a:srgbClr val="7DD3FC"/>
                </a:solidFill>
                <a:latin typeface="DejaVu Sans"/>
                <a:ea typeface="DejaVu Sans"/>
                <a:cs typeface="DejaVu Sans"/>
              </a:defRPr>
            </a:lvl8pPr>
            <a:lvl9pPr>
              <a:defRPr sz="1875" b="0">
                <a:solidFill>
                  <a:srgbClr val="7DD3FC"/>
                </a:solidFill>
                <a:latin typeface="DejaVu Sans"/>
                <a:ea typeface="DejaVu Sans"/>
                <a:cs typeface="DejaVu Sans"/>
              </a:defRPr>
            </a:lvl9pPr>
          </a:lstStyle>
          <a:p xmlns:a="http://schemas.openxmlformats.org/drawingml/2006/main">
            <a:pPr>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Pause the video and try the question</a:t>
            </a:r>
          </a:p>
        </p:txBody>
      </p:sp>
    </p:spTree>
    <p:extLst>
      <p:ext uri="{BB962C8B-B14F-4D97-AF65-F5344CB8AC3E}">
        <p14:creationId xmlns:p14="http://schemas.microsoft.com/office/powerpoint/2010/main" val="433331242"/>
      </p:ext>
    </p:extLst>
  </p:cSld>
  <p:transition spd="med" advClick="1">
    <p:fade/>
  </p:transition>
</p:sld>
</file>

<file path=ppt/slides/slide10.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AE3308FC-5196-41BD-8B22-E34C802EE629}"/>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2  Solution</a:t>
            </a:r>
          </a:p>
        </p:txBody>
      </p:sp>
      <p:sp>
        <p:nvSpPr>
          <p:cNvPr id="2" name="page-number">
            <a:extLst xmlns:a="http://schemas.openxmlformats.org/drawingml/2006/main">
              <a:ext uri="{FF2B5EF4-FFF2-40B4-BE49-F238E27FC236}">
                <a16:creationId xmlns:a16="http://schemas.microsoft.com/office/drawing/2014/main" id="{2D0679AE-6DC2-4347-9C4F-972CB45A014E}"/>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10</a:t>
            </a:r>
          </a:p>
        </p:txBody>
      </p:sp>
      <p:sp>
        <p:nvSpPr>
          <p:cNvPr id="3" name="lead">
            <a:extLst xmlns:a="http://schemas.openxmlformats.org/drawingml/2006/main">
              <a:ext uri="{FF2B5EF4-FFF2-40B4-BE49-F238E27FC236}">
                <a16:creationId xmlns:a16="http://schemas.microsoft.com/office/drawing/2014/main" id="{476354E0-59AA-49B4-81CC-E94BECB63D36}"/>
              </a:ext>
            </a:extLst>
          </p:cNvPr>
          <p:cNvSpPr>
            <a:spLocks xmlns:a="http://schemas.openxmlformats.org/drawingml/2006/main" noGrp="1"/>
          </p:cNvSpPr>
          <p:nvPr/>
        </p:nvSpPr>
        <p:spPr>
          <a:xfrm xmlns:a="http://schemas.openxmlformats.org/drawingml/2006/main">
            <a:off x="685800" y="1552575"/>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Three collinear points lie in infinitely many planes.</a:t>
            </a:r>
          </a:p>
        </p:txBody>
      </p:sp>
      <p:pic>
        <p:nvPicPr>
          <p:cNvPr id="4" name="equation-0" descr="LaTeX: \overrightarrow{AB}=[2,0,1],\quad\overrightarrow{AC}=[4,0,2]">
            <a:extLst xmlns:a="http://schemas.openxmlformats.org/drawingml/2006/main">
              <a:ext uri="{FF2B5EF4-FFF2-40B4-BE49-F238E27FC236}">
                <a16:creationId xmlns:a16="http://schemas.microsoft.com/office/drawing/2014/main" id="{19C68DC3-72D3-4B84-A5F7-B5B092337FC6}"/>
              </a:ext>
            </a:extLst>
          </p:cNvPr>
          <p:cNvPicPr>
            <a:picLocks xmlns:a="http://schemas.openxmlformats.org/drawingml/2006/main" noChangeAspect="1"/>
          </p:cNvPicPr>
          <p:nvPr/>
        </p:nvPicPr>
        <p:blipFill>
          <a:blip xmlns:r="http://schemas.openxmlformats.org/officeDocument/2006/relationships" xmlns:a="http://schemas.openxmlformats.org/drawingml/2006/main" r:embed="Rc71b9076a68a4010">
            <a:extLst>
              <a:ext uri="{96DAC541-7B7A-43D3-8B79-37D633B846F1}">
                <asvg:svgBlip xmlns:asvg="http://schemas.microsoft.com/office/drawing/2016/SVG/main" r:embed="Ra9a62a04f1cc4747"/>
              </a:ext>
            </a:extLst>
          </a:blip>
          <a:stretch xmlns:a="http://schemas.openxmlformats.org/drawingml/2006/main"/>
        </p:blipFill>
        <p:spPr>
          <a:xfrm xmlns:a="http://schemas.openxmlformats.org/drawingml/2006/main">
            <a:off x="685800" y="3086079"/>
            <a:ext cx="4906945" cy="554439"/>
          </a:xfrm>
          <a:prstGeom xmlns:a="http://schemas.openxmlformats.org/drawingml/2006/main" prst="rect">
            <a:avLst/>
          </a:prstGeom>
        </p:spPr>
      </p:pic>
      <p:pic>
        <p:nvPicPr>
          <p:cNvPr id="5" name="equation-1" descr="LaTeX: \overrightarrow{AC}=2\overrightarrow{AB}\quad\Rightarrow\quad\overrightarrow{AB}\times\overrightarrow{AC}=\vec0">
            <a:extLst xmlns:a="http://schemas.openxmlformats.org/drawingml/2006/main">
              <a:ext uri="{FF2B5EF4-FFF2-40B4-BE49-F238E27FC236}">
                <a16:creationId xmlns:a16="http://schemas.microsoft.com/office/drawing/2014/main" id="{9AEBD856-0047-41D8-835D-A9CA42B79E63}"/>
              </a:ext>
            </a:extLst>
          </p:cNvPr>
          <p:cNvPicPr>
            <a:picLocks xmlns:a="http://schemas.openxmlformats.org/drawingml/2006/main" noChangeAspect="1"/>
          </p:cNvPicPr>
          <p:nvPr/>
        </p:nvPicPr>
        <p:blipFill>
          <a:blip xmlns:r="http://schemas.openxmlformats.org/officeDocument/2006/relationships" xmlns:a="http://schemas.openxmlformats.org/drawingml/2006/main" r:embed="R82404aa72de04c46">
            <a:extLst>
              <a:ext uri="{96DAC541-7B7A-43D3-8B79-37D633B846F1}">
                <asvg:svgBlip xmlns:asvg="http://schemas.microsoft.com/office/drawing/2016/SVG/main" r:embed="R57d2b5adeb5e41bb"/>
              </a:ext>
            </a:extLst>
          </a:blip>
          <a:stretch xmlns:a="http://schemas.openxmlformats.org/drawingml/2006/main"/>
        </p:blipFill>
        <p:spPr>
          <a:xfrm xmlns:a="http://schemas.openxmlformats.org/drawingml/2006/main">
            <a:off x="685800" y="3907217"/>
            <a:ext cx="5572079" cy="489694"/>
          </a:xfrm>
          <a:prstGeom xmlns:a="http://schemas.openxmlformats.org/drawingml/2006/main" prst="rect">
            <a:avLst/>
          </a:prstGeom>
        </p:spPr>
      </p:pic>
      <p:pic>
        <p:nvPicPr>
          <p:cNvPr id="6" name="equation-2" descr="LaTeX: \text{Both }y=1\text{ and }x-2z=0\text{ contain A, B and C}">
            <a:extLst xmlns:a="http://schemas.openxmlformats.org/drawingml/2006/main">
              <a:ext uri="{FF2B5EF4-FFF2-40B4-BE49-F238E27FC236}">
                <a16:creationId xmlns:a16="http://schemas.microsoft.com/office/drawing/2014/main" id="{8E53D2C0-1528-4F5B-B660-F2B3FC9AAA0B}"/>
              </a:ext>
            </a:extLst>
          </p:cNvPr>
          <p:cNvPicPr>
            <a:picLocks xmlns:a="http://schemas.openxmlformats.org/drawingml/2006/main" noChangeAspect="1"/>
          </p:cNvPicPr>
          <p:nvPr/>
        </p:nvPicPr>
        <p:blipFill>
          <a:blip xmlns:r="http://schemas.openxmlformats.org/officeDocument/2006/relationships" xmlns:a="http://schemas.openxmlformats.org/drawingml/2006/main" r:embed="Ra000c86070af41e4">
            <a:extLst>
              <a:ext uri="{96DAC541-7B7A-43D3-8B79-37D633B846F1}">
                <asvg:svgBlip xmlns:asvg="http://schemas.microsoft.com/office/drawing/2016/SVG/main" r:embed="R936b200c984d4cf8"/>
              </a:ext>
            </a:extLst>
          </a:blip>
          <a:stretch xmlns:a="http://schemas.openxmlformats.org/drawingml/2006/main"/>
        </p:blipFill>
        <p:spPr>
          <a:xfrm xmlns:a="http://schemas.openxmlformats.org/drawingml/2006/main">
            <a:off x="685800" y="4663612"/>
            <a:ext cx="7567323" cy="394184"/>
          </a:xfrm>
          <a:prstGeom xmlns:a="http://schemas.openxmlformats.org/drawingml/2006/main" prst="rect">
            <a:avLst/>
          </a:prstGeom>
        </p:spPr>
      </p:pic>
    </p:spTree>
    <p:extLst>
      <p:ext uri="{BB962C8B-B14F-4D97-AF65-F5344CB8AC3E}">
        <p14:creationId xmlns:p14="http://schemas.microsoft.com/office/powerpoint/2010/main" val="171576765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19" name="title">
            <a:extLst xmlns:a="http://schemas.openxmlformats.org/drawingml/2006/main">
              <a:ext uri="{FF2B5EF4-FFF2-40B4-BE49-F238E27FC236}">
                <a16:creationId xmlns:a16="http://schemas.microsoft.com/office/drawing/2014/main" id="{D475A178-CB03-4458-896C-00A759A27CF0}"/>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The normal to a plane</a:t>
            </a:r>
          </a:p>
        </p:txBody>
      </p:sp>
      <p:sp>
        <p:nvSpPr>
          <p:cNvPr id="2" name="lead">
            <a:extLst xmlns:a="http://schemas.openxmlformats.org/drawingml/2006/main">
              <a:ext uri="{FF2B5EF4-FFF2-40B4-BE49-F238E27FC236}">
                <a16:creationId xmlns:a16="http://schemas.microsoft.com/office/drawing/2014/main" id="{36C88A55-7958-4258-AAE5-04F4C9132414}"/>
              </a:ext>
            </a:extLst>
          </p:cNvPr>
          <p:cNvSpPr>
            <a:spLocks xmlns:a="http://schemas.openxmlformats.org/drawingml/2006/main" noGrp="1"/>
          </p:cNvSpPr>
          <p:nvPr/>
        </p:nvSpPr>
        <p:spPr>
          <a:xfrm xmlns:a="http://schemas.openxmlformats.org/drawingml/2006/main">
            <a:off x="685800" y="1552575"/>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A normal is perpendicular to both directions in the plane.</a:t>
            </a:r>
          </a:p>
        </p:txBody>
      </p:sp>
      <p:pic>
        <p:nvPicPr>
          <p:cNvPr id="3" name="equation-0" descr="LaTeX: \vec a=[1,1,0],\qquad\vec b=[0,1,1]">
            <a:extLst xmlns:a="http://schemas.openxmlformats.org/drawingml/2006/main">
              <a:ext uri="{FF2B5EF4-FFF2-40B4-BE49-F238E27FC236}">
                <a16:creationId xmlns:a16="http://schemas.microsoft.com/office/drawing/2014/main" id="{5CD469ED-D51E-4B7C-9969-05B2D4AC275C}"/>
              </a:ext>
            </a:extLst>
          </p:cNvPr>
          <p:cNvPicPr>
            <a:picLocks xmlns:a="http://schemas.openxmlformats.org/drawingml/2006/main" noChangeAspect="1"/>
          </p:cNvPicPr>
          <p:nvPr/>
        </p:nvPicPr>
        <p:blipFill>
          <a:blip xmlns:r="http://schemas.openxmlformats.org/officeDocument/2006/relationships" xmlns:a="http://schemas.openxmlformats.org/drawingml/2006/main" r:embed="R76329b1240c349b1">
            <a:extLst>
              <a:ext uri="{96DAC541-7B7A-43D3-8B79-37D633B846F1}">
                <asvg:svgBlip xmlns:asvg="http://schemas.microsoft.com/office/drawing/2016/SVG/main" r:embed="R96ae7ba68dd04f8c"/>
              </a:ext>
            </a:extLst>
          </a:blip>
          <a:stretch xmlns:a="http://schemas.openxmlformats.org/drawingml/2006/main"/>
        </p:blipFill>
        <p:spPr>
          <a:xfrm xmlns:a="http://schemas.openxmlformats.org/drawingml/2006/main">
            <a:off x="685800" y="2524125"/>
            <a:ext cx="4030061" cy="476817"/>
          </a:xfrm>
          <a:prstGeom xmlns:a="http://schemas.openxmlformats.org/drawingml/2006/main" prst="rect">
            <a:avLst/>
          </a:prstGeom>
        </p:spPr>
      </p:pic>
      <p:pic>
        <p:nvPicPr>
          <p:cNvPr id="4" name="equation-1" descr="LaTeX: \begin{aligned}n_1&amp;=1(1)-0(1)=1\\n_2&amp;=0(0)-1(1)=-1\\n_3&amp;=1(1)-1(0)=1\end{aligned}">
            <a:extLst xmlns:a="http://schemas.openxmlformats.org/drawingml/2006/main">
              <a:ext uri="{FF2B5EF4-FFF2-40B4-BE49-F238E27FC236}">
                <a16:creationId xmlns:a16="http://schemas.microsoft.com/office/drawing/2014/main" id="{D33635DB-90BD-4109-A5F0-8255BA99DF20}"/>
              </a:ext>
            </a:extLst>
          </p:cNvPr>
          <p:cNvPicPr>
            <a:picLocks xmlns:a="http://schemas.openxmlformats.org/drawingml/2006/main" noChangeAspect="1"/>
          </p:cNvPicPr>
          <p:nvPr/>
        </p:nvPicPr>
        <p:blipFill>
          <a:blip xmlns:r="http://schemas.openxmlformats.org/officeDocument/2006/relationships" xmlns:a="http://schemas.openxmlformats.org/drawingml/2006/main" r:embed="R8603a6f081a0470b">
            <a:extLst>
              <a:ext uri="{96DAC541-7B7A-43D3-8B79-37D633B846F1}">
                <asvg:svgBlip xmlns:asvg="http://schemas.microsoft.com/office/drawing/2016/SVG/main" r:embed="Ra46cd1b0a26d4d27"/>
              </a:ext>
            </a:extLst>
          </a:blip>
          <a:stretch xmlns:a="http://schemas.openxmlformats.org/drawingml/2006/main"/>
        </p:blipFill>
        <p:spPr>
          <a:xfrm xmlns:a="http://schemas.openxmlformats.org/drawingml/2006/main">
            <a:off x="685800" y="3286692"/>
            <a:ext cx="3294998" cy="1494587"/>
          </a:xfrm>
          <a:prstGeom xmlns:a="http://schemas.openxmlformats.org/drawingml/2006/main" prst="rect">
            <a:avLst/>
          </a:prstGeom>
        </p:spPr>
      </p:pic>
      <p:pic>
        <p:nvPicPr>
          <p:cNvPr id="5" name="equation-2" descr="LaTeX: \vec n=[1,-1,1],\quad\vec n\cdot\vec a=0,\quad\vec n\cdot\vec b=0">
            <a:extLst xmlns:a="http://schemas.openxmlformats.org/drawingml/2006/main">
              <a:ext uri="{FF2B5EF4-FFF2-40B4-BE49-F238E27FC236}">
                <a16:creationId xmlns:a16="http://schemas.microsoft.com/office/drawing/2014/main" id="{4702E0BA-93FF-46A8-9BB2-4DEF8F07990E}"/>
              </a:ext>
            </a:extLst>
          </p:cNvPr>
          <p:cNvPicPr>
            <a:picLocks xmlns:a="http://schemas.openxmlformats.org/drawingml/2006/main" noChangeAspect="1"/>
          </p:cNvPicPr>
          <p:nvPr/>
        </p:nvPicPr>
        <p:blipFill>
          <a:blip xmlns:r="http://schemas.openxmlformats.org/officeDocument/2006/relationships" xmlns:a="http://schemas.openxmlformats.org/drawingml/2006/main" r:embed="Rb0b904066bc1406c">
            <a:extLst>
              <a:ext uri="{96DAC541-7B7A-43D3-8B79-37D633B846F1}">
                <asvg:svgBlip xmlns:asvg="http://schemas.microsoft.com/office/drawing/2016/SVG/main" r:embed="R23cbe32b45de4533"/>
              </a:ext>
            </a:extLst>
          </a:blip>
          <a:stretch xmlns:a="http://schemas.openxmlformats.org/drawingml/2006/main"/>
        </p:blipFill>
        <p:spPr>
          <a:xfrm xmlns:a="http://schemas.openxmlformats.org/drawingml/2006/main">
            <a:off x="685800" y="5067029"/>
            <a:ext cx="5395117" cy="476817"/>
          </a:xfrm>
          <a:prstGeom xmlns:a="http://schemas.openxmlformats.org/drawingml/2006/main" prst="rect">
            <a:avLst/>
          </a:prstGeom>
        </p:spPr>
      </p:pic>
      <p:sp>
        <p:nvSpPr>
          <p:cNvPr id="6" name="plane-patch">
            <a:extLst xmlns:a="http://schemas.openxmlformats.org/drawingml/2006/main">
              <a:ext uri="{FF2B5EF4-FFF2-40B4-BE49-F238E27FC236}">
                <a16:creationId xmlns:a16="http://schemas.microsoft.com/office/drawing/2014/main" id="{E3EDAF9C-D373-4414-9D10-0587343BEDAB}"/>
              </a:ext>
            </a:extLst>
          </p:cNvPr>
          <p:cNvSpPr>
            <a:spLocks xmlns:a="http://schemas.openxmlformats.org/drawingml/2006/main" noGrp="1"/>
          </p:cNvSpPr>
          <p:nvPr/>
        </p:nvSpPr>
        <p:spPr>
          <a:xfrm xmlns:a="http://schemas.openxmlformats.org/drawingml/2006/main">
            <a:off x="7477125" y="3881166"/>
            <a:ext cx="3810000" cy="1328615"/>
          </a:xfrm>
          <a:custGeom xmlns:a="http://schemas.openxmlformats.org/drawingml/2006/main">
            <a:pathLst>
              <a:path w="3810000" h="1328615">
                <a:moveTo>
                  <a:pt x="0" y="976923"/>
                </a:moveTo>
                <a:lnTo>
                  <a:pt x="2715846" y="1328615"/>
                </a:lnTo>
                <a:lnTo>
                  <a:pt x="3810000" y="351692"/>
                </a:lnTo>
                <a:lnTo>
                  <a:pt x="1094154" y="0"/>
                </a:lnTo>
                <a:close/>
              </a:path>
            </a:pathLst>
          </a:custGeom>
          <a:solidFill xmlns:a="http://schemas.openxmlformats.org/drawingml/2006/main">
            <a:srgbClr val="11232E"/>
          </a:solidFill>
          <a:ln xmlns:a="http://schemas.openxmlformats.org/drawingml/2006/main" w="14288">
            <a:solidFill>
              <a:srgbClr val="385E73"/>
            </a:solidFill>
            <a:prstDash val="solid"/>
          </a:ln>
        </p:spPr>
      </p:sp>
      <p:cxnSp>
        <p:nvCxnSpPr>
          <p:cNvPr id="7" name="AB">
            <a:extLst xmlns:a="http://schemas.openxmlformats.org/drawingml/2006/main">
              <a:ext uri="{FF2B5EF4-FFF2-40B4-BE49-F238E27FC236}">
                <a16:creationId xmlns:a16="http://schemas.microsoft.com/office/drawing/2014/main" id="{4097AA43-ADF9-4D78-B9D5-A209C9C1C2CC}"/>
              </a:ext>
            </a:extLst>
          </p:cNvPr>
          <p:cNvCxnSpPr/>
          <p:nvPr/>
        </p:nvCxnSpPr>
        <p:spPr>
          <a:xfrm xmlns:a="http://schemas.openxmlformats.org/drawingml/2006/main" rot="442712">
            <a:off x="8317493" y="4816841"/>
            <a:ext cx="1521402" cy="0"/>
          </a:xfrm>
          <a:prstGeom xmlns:a="http://schemas.openxmlformats.org/drawingml/2006/main" prst="straightConnector1">
            <a:avLst/>
          </a:prstGeom>
          <a:ln xmlns:a="http://schemas.openxmlformats.org/drawingml/2006/main" w="31433">
            <a:solidFill>
              <a:srgbClr val="86EFAC"/>
            </a:solidFill>
            <a:prstDash val="solid"/>
            <a:tailEnd type="triangle" w="med" len="med"/>
          </a:ln>
        </p:spPr>
      </p:cxnSp>
      <p:cxnSp>
        <p:nvCxnSpPr>
          <p:cNvPr id="8" name="AC">
            <a:extLst xmlns:a="http://schemas.openxmlformats.org/drawingml/2006/main">
              <a:ext uri="{FF2B5EF4-FFF2-40B4-BE49-F238E27FC236}">
                <a16:creationId xmlns:a16="http://schemas.microsoft.com/office/drawing/2014/main" id="{A13368D7-3F90-4CC8-9E30-993F0C76E9A9}"/>
              </a:ext>
            </a:extLst>
          </p:cNvPr>
          <p:cNvCxnSpPr/>
          <p:nvPr/>
        </p:nvCxnSpPr>
        <p:spPr>
          <a:xfrm xmlns:a="http://schemas.openxmlformats.org/drawingml/2006/main" rot="-2505618">
            <a:off x="8220274" y="4447782"/>
            <a:ext cx="814898" cy="0"/>
          </a:xfrm>
          <a:prstGeom xmlns:a="http://schemas.openxmlformats.org/drawingml/2006/main" prst="straightConnector1">
            <a:avLst/>
          </a:prstGeom>
          <a:ln xmlns:a="http://schemas.openxmlformats.org/drawingml/2006/main" w="31433">
            <a:solidFill>
              <a:srgbClr val="C4B5FD"/>
            </a:solidFill>
            <a:prstDash val="solid"/>
            <a:tailEnd type="triangle" w="med" len="med"/>
          </a:ln>
        </p:spPr>
      </p:cxnSp>
      <p:sp>
        <p:nvSpPr>
          <p:cNvPr id="9" name="A">
            <a:extLst xmlns:a="http://schemas.openxmlformats.org/drawingml/2006/main">
              <a:ext uri="{FF2B5EF4-FFF2-40B4-BE49-F238E27FC236}">
                <a16:creationId xmlns:a16="http://schemas.microsoft.com/office/drawing/2014/main" id="{E30B14F2-AD82-4AF2-AF26-8A85C82C4DF9}"/>
              </a:ext>
            </a:extLst>
          </p:cNvPr>
          <p:cNvSpPr>
            <a:spLocks xmlns:a="http://schemas.openxmlformats.org/drawingml/2006/main" noGrp="1"/>
          </p:cNvSpPr>
          <p:nvPr/>
        </p:nvSpPr>
        <p:spPr>
          <a:xfrm xmlns:a="http://schemas.openxmlformats.org/drawingml/2006/main">
            <a:off x="8285692" y="4681049"/>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0" name="A-label">
            <a:extLst xmlns:a="http://schemas.openxmlformats.org/drawingml/2006/main">
              <a:ext uri="{FF2B5EF4-FFF2-40B4-BE49-F238E27FC236}">
                <a16:creationId xmlns:a16="http://schemas.microsoft.com/office/drawing/2014/main" id="{091CD91D-CEA5-48CA-BC2E-052580E80A32}"/>
              </a:ext>
            </a:extLst>
          </p:cNvPr>
          <p:cNvSpPr>
            <a:spLocks xmlns:a="http://schemas.openxmlformats.org/drawingml/2006/main" noGrp="1"/>
          </p:cNvSpPr>
          <p:nvPr/>
        </p:nvSpPr>
        <p:spPr>
          <a:xfrm xmlns:a="http://schemas.openxmlformats.org/drawingml/2006/main">
            <a:off x="8057092" y="4833449"/>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buNone/>
              <a:defRPr sz="1875" b="0">
                <a:solidFill>
                  <a:srgbClr val="7DD3FC"/>
                </a:solidFill>
                <a:latin typeface="DejaVu Sans"/>
                <a:ea typeface="DejaVu Sans"/>
                <a:cs typeface="DejaVu Sans"/>
              </a:defRPr>
            </a:lvl1pPr>
            <a:lvl2pPr>
              <a:buNone/>
              <a:defRPr sz="1875" b="0">
                <a:solidFill>
                  <a:srgbClr val="7DD3FC"/>
                </a:solidFill>
                <a:latin typeface="DejaVu Sans"/>
                <a:ea typeface="DejaVu Sans"/>
                <a:cs typeface="DejaVu Sans"/>
              </a:defRPr>
            </a:lvl2pPr>
            <a:lvl3pPr>
              <a:buNone/>
              <a:defRPr sz="1875" b="0">
                <a:solidFill>
                  <a:srgbClr val="7DD3FC"/>
                </a:solidFill>
                <a:latin typeface="DejaVu Sans"/>
                <a:ea typeface="DejaVu Sans"/>
                <a:cs typeface="DejaVu Sans"/>
              </a:defRPr>
            </a:lvl3pPr>
            <a:lvl4pPr>
              <a:buNone/>
              <a:defRPr sz="1875" b="0">
                <a:solidFill>
                  <a:srgbClr val="7DD3FC"/>
                </a:solidFill>
                <a:latin typeface="DejaVu Sans"/>
                <a:ea typeface="DejaVu Sans"/>
                <a:cs typeface="DejaVu Sans"/>
              </a:defRPr>
            </a:lvl4pPr>
            <a:lvl5pPr>
              <a:buNone/>
              <a:defRPr sz="1875" b="0">
                <a:solidFill>
                  <a:srgbClr val="7DD3FC"/>
                </a:solidFill>
                <a:latin typeface="DejaVu Sans"/>
                <a:ea typeface="DejaVu Sans"/>
                <a:cs typeface="DejaVu Sans"/>
              </a:defRPr>
            </a:lvl5pPr>
            <a:lvl6pPr>
              <a:buNone/>
              <a:defRPr sz="1875" b="0">
                <a:solidFill>
                  <a:srgbClr val="7DD3FC"/>
                </a:solidFill>
                <a:latin typeface="DejaVu Sans"/>
                <a:ea typeface="DejaVu Sans"/>
                <a:cs typeface="DejaVu Sans"/>
              </a:defRPr>
            </a:lvl6pPr>
            <a:lvl7pPr>
              <a:buNone/>
              <a:defRPr sz="1875" b="0">
                <a:solidFill>
                  <a:srgbClr val="7DD3FC"/>
                </a:solidFill>
                <a:latin typeface="DejaVu Sans"/>
                <a:ea typeface="DejaVu Sans"/>
                <a:cs typeface="DejaVu Sans"/>
              </a:defRPr>
            </a:lvl7pPr>
            <a:lvl8pPr>
              <a:buNone/>
              <a:defRPr sz="1875" b="0">
                <a:solidFill>
                  <a:srgbClr val="7DD3FC"/>
                </a:solidFill>
                <a:latin typeface="DejaVu Sans"/>
                <a:ea typeface="DejaVu Sans"/>
                <a:cs typeface="DejaVu Sans"/>
              </a:defRPr>
            </a:lvl8pPr>
            <a:lvl9pPr>
              <a:buNone/>
              <a:defRPr sz="1875" b="0">
                <a:solidFill>
                  <a:srgbClr val="7DD3FC"/>
                </a:solidFill>
                <a:latin typeface="DejaVu Sans"/>
                <a:ea typeface="DejaVu Sans"/>
                <a:cs typeface="DejaVu Sans"/>
              </a:defRPr>
            </a:lvl9pPr>
          </a:lstStyle>
          <a:p xmlns:a="http://schemas.openxmlformats.org/drawingml/2006/main">
            <a:pPr>
              <a:buNone/>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A</a:t>
            </a:r>
          </a:p>
        </p:txBody>
      </p:sp>
      <p:sp>
        <p:nvSpPr>
          <p:cNvPr id="11" name="B">
            <a:extLst xmlns:a="http://schemas.openxmlformats.org/drawingml/2006/main">
              <a:ext uri="{FF2B5EF4-FFF2-40B4-BE49-F238E27FC236}">
                <a16:creationId xmlns:a16="http://schemas.microsoft.com/office/drawing/2014/main" id="{3312E565-1936-421C-BFAC-0E5F35797ADD}"/>
              </a:ext>
            </a:extLst>
          </p:cNvPr>
          <p:cNvSpPr>
            <a:spLocks xmlns:a="http://schemas.openxmlformats.org/drawingml/2006/main" noGrp="1"/>
          </p:cNvSpPr>
          <p:nvPr/>
        </p:nvSpPr>
        <p:spPr>
          <a:xfrm xmlns:a="http://schemas.openxmlformats.org/drawingml/2006/main">
            <a:off x="9794495" y="4876434"/>
            <a:ext cx="76200" cy="76200"/>
          </a:xfrm>
          <a:prstGeom xmlns:a="http://schemas.openxmlformats.org/drawingml/2006/main" prst="ellipse">
            <a:avLst/>
          </a:prstGeom>
          <a:solidFill xmlns:a="http://schemas.openxmlformats.org/drawingml/2006/main">
            <a:srgbClr val="86EFAC"/>
          </a:solidFill>
          <a:ln xmlns:a="http://schemas.openxmlformats.org/drawingml/2006/main" w="0">
            <a:solidFill>
              <a:srgbClr val="86EFAC"/>
            </a:solidFill>
            <a:prstDash val="solid"/>
          </a:ln>
        </p:spPr>
      </p:sp>
      <p:sp>
        <p:nvSpPr>
          <p:cNvPr id="12" name="B-label">
            <a:extLst xmlns:a="http://schemas.openxmlformats.org/drawingml/2006/main">
              <a:ext uri="{FF2B5EF4-FFF2-40B4-BE49-F238E27FC236}">
                <a16:creationId xmlns:a16="http://schemas.microsoft.com/office/drawing/2014/main" id="{56733111-D672-4016-B9BB-CCA85A300CBB}"/>
              </a:ext>
            </a:extLst>
          </p:cNvPr>
          <p:cNvSpPr>
            <a:spLocks xmlns:a="http://schemas.openxmlformats.org/drawingml/2006/main" noGrp="1"/>
          </p:cNvSpPr>
          <p:nvPr/>
        </p:nvSpPr>
        <p:spPr>
          <a:xfrm xmlns:a="http://schemas.openxmlformats.org/drawingml/2006/main">
            <a:off x="9946895" y="4724034"/>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86EFAC"/>
                </a:solidFill>
                <a:latin typeface="DejaVu Sans"/>
                <a:ea typeface="DejaVu Sans"/>
                <a:cs typeface="DejaVu Sans"/>
              </a:defRPr>
            </a:defPPr>
            <a:lvl1pPr>
              <a:buNone/>
              <a:defRPr sz="1875" b="0">
                <a:solidFill>
                  <a:srgbClr val="86EFAC"/>
                </a:solidFill>
                <a:latin typeface="DejaVu Sans"/>
                <a:ea typeface="DejaVu Sans"/>
                <a:cs typeface="DejaVu Sans"/>
              </a:defRPr>
            </a:lvl1pPr>
            <a:lvl2pPr>
              <a:buNone/>
              <a:defRPr sz="1875" b="0">
                <a:solidFill>
                  <a:srgbClr val="86EFAC"/>
                </a:solidFill>
                <a:latin typeface="DejaVu Sans"/>
                <a:ea typeface="DejaVu Sans"/>
                <a:cs typeface="DejaVu Sans"/>
              </a:defRPr>
            </a:lvl2pPr>
            <a:lvl3pPr>
              <a:buNone/>
              <a:defRPr sz="1875" b="0">
                <a:solidFill>
                  <a:srgbClr val="86EFAC"/>
                </a:solidFill>
                <a:latin typeface="DejaVu Sans"/>
                <a:ea typeface="DejaVu Sans"/>
                <a:cs typeface="DejaVu Sans"/>
              </a:defRPr>
            </a:lvl3pPr>
            <a:lvl4pPr>
              <a:buNone/>
              <a:defRPr sz="1875" b="0">
                <a:solidFill>
                  <a:srgbClr val="86EFAC"/>
                </a:solidFill>
                <a:latin typeface="DejaVu Sans"/>
                <a:ea typeface="DejaVu Sans"/>
                <a:cs typeface="DejaVu Sans"/>
              </a:defRPr>
            </a:lvl4pPr>
            <a:lvl5pPr>
              <a:buNone/>
              <a:defRPr sz="1875" b="0">
                <a:solidFill>
                  <a:srgbClr val="86EFAC"/>
                </a:solidFill>
                <a:latin typeface="DejaVu Sans"/>
                <a:ea typeface="DejaVu Sans"/>
                <a:cs typeface="DejaVu Sans"/>
              </a:defRPr>
            </a:lvl5pPr>
            <a:lvl6pPr>
              <a:buNone/>
              <a:defRPr sz="1875" b="0">
                <a:solidFill>
                  <a:srgbClr val="86EFAC"/>
                </a:solidFill>
                <a:latin typeface="DejaVu Sans"/>
                <a:ea typeface="DejaVu Sans"/>
                <a:cs typeface="DejaVu Sans"/>
              </a:defRPr>
            </a:lvl6pPr>
            <a:lvl7pPr>
              <a:buNone/>
              <a:defRPr sz="1875" b="0">
                <a:solidFill>
                  <a:srgbClr val="86EFAC"/>
                </a:solidFill>
                <a:latin typeface="DejaVu Sans"/>
                <a:ea typeface="DejaVu Sans"/>
                <a:cs typeface="DejaVu Sans"/>
              </a:defRPr>
            </a:lvl7pPr>
            <a:lvl8pPr>
              <a:buNone/>
              <a:defRPr sz="1875" b="0">
                <a:solidFill>
                  <a:srgbClr val="86EFAC"/>
                </a:solidFill>
                <a:latin typeface="DejaVu Sans"/>
                <a:ea typeface="DejaVu Sans"/>
                <a:cs typeface="DejaVu Sans"/>
              </a:defRPr>
            </a:lvl8pPr>
            <a:lvl9pPr>
              <a:buNone/>
              <a:defRPr sz="1875" b="0">
                <a:solidFill>
                  <a:srgbClr val="86EFAC"/>
                </a:solidFill>
                <a:latin typeface="DejaVu Sans"/>
                <a:ea typeface="DejaVu Sans"/>
                <a:cs typeface="DejaVu Sans"/>
              </a:defRPr>
            </a:lvl9pPr>
          </a:lstStyle>
          <a:p xmlns:a="http://schemas.openxmlformats.org/drawingml/2006/main">
            <a:pPr>
              <a:buNone/>
              <a:defRPr sz="1875" b="0">
                <a:solidFill>
                  <a:srgbClr val="86EFAC"/>
                </a:solidFill>
                <a:latin typeface="DejaVu Sans"/>
                <a:ea typeface="DejaVu Sans"/>
                <a:cs typeface="DejaVu Sans"/>
              </a:defRPr>
            </a:pPr>
            <a:r>
              <a:rPr sz="1875" b="0">
                <a:solidFill>
                  <a:srgbClr val="86EFAC"/>
                </a:solidFill>
                <a:latin typeface="DejaVu Sans"/>
                <a:ea typeface="DejaVu Sans"/>
                <a:cs typeface="DejaVu Sans"/>
              </a:rPr>
              <a:t>B</a:t>
            </a:r>
          </a:p>
        </p:txBody>
      </p:sp>
      <p:sp>
        <p:nvSpPr>
          <p:cNvPr id="13" name="C">
            <a:extLst xmlns:a="http://schemas.openxmlformats.org/drawingml/2006/main">
              <a:ext uri="{FF2B5EF4-FFF2-40B4-BE49-F238E27FC236}">
                <a16:creationId xmlns:a16="http://schemas.microsoft.com/office/drawing/2014/main" id="{B40CCAAB-A07C-45F5-A971-A7116E37029F}"/>
              </a:ext>
            </a:extLst>
          </p:cNvPr>
          <p:cNvSpPr>
            <a:spLocks xmlns:a="http://schemas.openxmlformats.org/drawingml/2006/main" noGrp="1"/>
          </p:cNvSpPr>
          <p:nvPr/>
        </p:nvSpPr>
        <p:spPr>
          <a:xfrm xmlns:a="http://schemas.openxmlformats.org/drawingml/2006/main">
            <a:off x="8893555" y="4138314"/>
            <a:ext cx="76200" cy="76200"/>
          </a:xfrm>
          <a:prstGeom xmlns:a="http://schemas.openxmlformats.org/drawingml/2006/main" prst="ellipse">
            <a:avLst/>
          </a:prstGeom>
          <a:solidFill xmlns:a="http://schemas.openxmlformats.org/drawingml/2006/main">
            <a:srgbClr val="C4B5FD"/>
          </a:solidFill>
          <a:ln xmlns:a="http://schemas.openxmlformats.org/drawingml/2006/main" w="0">
            <a:solidFill>
              <a:srgbClr val="C4B5FD"/>
            </a:solidFill>
            <a:prstDash val="solid"/>
          </a:ln>
        </p:spPr>
      </p:sp>
      <p:sp>
        <p:nvSpPr>
          <p:cNvPr id="14" name="C-label">
            <a:extLst xmlns:a="http://schemas.openxmlformats.org/drawingml/2006/main">
              <a:ext uri="{FF2B5EF4-FFF2-40B4-BE49-F238E27FC236}">
                <a16:creationId xmlns:a16="http://schemas.microsoft.com/office/drawing/2014/main" id="{4AF03B6C-4467-4251-99F3-CE95F15F5FC6}"/>
              </a:ext>
            </a:extLst>
          </p:cNvPr>
          <p:cNvSpPr>
            <a:spLocks xmlns:a="http://schemas.openxmlformats.org/drawingml/2006/main" noGrp="1"/>
          </p:cNvSpPr>
          <p:nvPr/>
        </p:nvSpPr>
        <p:spPr>
          <a:xfrm xmlns:a="http://schemas.openxmlformats.org/drawingml/2006/main">
            <a:off x="9026905" y="3871614"/>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C4B5FD"/>
                </a:solidFill>
                <a:latin typeface="DejaVu Sans"/>
                <a:ea typeface="DejaVu Sans"/>
                <a:cs typeface="DejaVu Sans"/>
              </a:defRPr>
            </a:defPPr>
            <a:lvl1pPr>
              <a:buNone/>
              <a:defRPr sz="1875" b="0">
                <a:solidFill>
                  <a:srgbClr val="C4B5FD"/>
                </a:solidFill>
                <a:latin typeface="DejaVu Sans"/>
                <a:ea typeface="DejaVu Sans"/>
                <a:cs typeface="DejaVu Sans"/>
              </a:defRPr>
            </a:lvl1pPr>
            <a:lvl2pPr>
              <a:buNone/>
              <a:defRPr sz="1875" b="0">
                <a:solidFill>
                  <a:srgbClr val="C4B5FD"/>
                </a:solidFill>
                <a:latin typeface="DejaVu Sans"/>
                <a:ea typeface="DejaVu Sans"/>
                <a:cs typeface="DejaVu Sans"/>
              </a:defRPr>
            </a:lvl2pPr>
            <a:lvl3pPr>
              <a:buNone/>
              <a:defRPr sz="1875" b="0">
                <a:solidFill>
                  <a:srgbClr val="C4B5FD"/>
                </a:solidFill>
                <a:latin typeface="DejaVu Sans"/>
                <a:ea typeface="DejaVu Sans"/>
                <a:cs typeface="DejaVu Sans"/>
              </a:defRPr>
            </a:lvl3pPr>
            <a:lvl4pPr>
              <a:buNone/>
              <a:defRPr sz="1875" b="0">
                <a:solidFill>
                  <a:srgbClr val="C4B5FD"/>
                </a:solidFill>
                <a:latin typeface="DejaVu Sans"/>
                <a:ea typeface="DejaVu Sans"/>
                <a:cs typeface="DejaVu Sans"/>
              </a:defRPr>
            </a:lvl4pPr>
            <a:lvl5pPr>
              <a:buNone/>
              <a:defRPr sz="1875" b="0">
                <a:solidFill>
                  <a:srgbClr val="C4B5FD"/>
                </a:solidFill>
                <a:latin typeface="DejaVu Sans"/>
                <a:ea typeface="DejaVu Sans"/>
                <a:cs typeface="DejaVu Sans"/>
              </a:defRPr>
            </a:lvl5pPr>
            <a:lvl6pPr>
              <a:buNone/>
              <a:defRPr sz="1875" b="0">
                <a:solidFill>
                  <a:srgbClr val="C4B5FD"/>
                </a:solidFill>
                <a:latin typeface="DejaVu Sans"/>
                <a:ea typeface="DejaVu Sans"/>
                <a:cs typeface="DejaVu Sans"/>
              </a:defRPr>
            </a:lvl6pPr>
            <a:lvl7pPr>
              <a:buNone/>
              <a:defRPr sz="1875" b="0">
                <a:solidFill>
                  <a:srgbClr val="C4B5FD"/>
                </a:solidFill>
                <a:latin typeface="DejaVu Sans"/>
                <a:ea typeface="DejaVu Sans"/>
                <a:cs typeface="DejaVu Sans"/>
              </a:defRPr>
            </a:lvl7pPr>
            <a:lvl8pPr>
              <a:buNone/>
              <a:defRPr sz="1875" b="0">
                <a:solidFill>
                  <a:srgbClr val="C4B5FD"/>
                </a:solidFill>
                <a:latin typeface="DejaVu Sans"/>
                <a:ea typeface="DejaVu Sans"/>
                <a:cs typeface="DejaVu Sans"/>
              </a:defRPr>
            </a:lvl8pPr>
            <a:lvl9pPr>
              <a:buNone/>
              <a:defRPr sz="1875" b="0">
                <a:solidFill>
                  <a:srgbClr val="C4B5FD"/>
                </a:solidFill>
                <a:latin typeface="DejaVu Sans"/>
                <a:ea typeface="DejaVu Sans"/>
                <a:cs typeface="DejaVu Sans"/>
              </a:defRPr>
            </a:lvl9pPr>
          </a:lstStyle>
          <a:p xmlns:a="http://schemas.openxmlformats.org/drawingml/2006/main">
            <a:pPr>
              <a:buNone/>
              <a:defRPr sz="1875" b="0">
                <a:solidFill>
                  <a:srgbClr val="C4B5FD"/>
                </a:solidFill>
                <a:latin typeface="DejaVu Sans"/>
                <a:ea typeface="DejaVu Sans"/>
                <a:cs typeface="DejaVu Sans"/>
              </a:defRPr>
            </a:pPr>
            <a:r>
              <a:rPr sz="1875" b="0">
                <a:solidFill>
                  <a:srgbClr val="C4B5FD"/>
                </a:solidFill>
                <a:latin typeface="DejaVu Sans"/>
                <a:ea typeface="DejaVu Sans"/>
                <a:cs typeface="DejaVu Sans"/>
              </a:rPr>
              <a:t>C</a:t>
            </a:r>
          </a:p>
        </p:txBody>
      </p:sp>
      <p:cxnSp>
        <p:nvCxnSpPr>
          <p:cNvPr id="15" name="normal">
            <a:extLst xmlns:a="http://schemas.openxmlformats.org/drawingml/2006/main">
              <a:ext uri="{FF2B5EF4-FFF2-40B4-BE49-F238E27FC236}">
                <a16:creationId xmlns:a16="http://schemas.microsoft.com/office/drawing/2014/main" id="{AE84B321-5F8C-4803-84F4-E10124593CA8}"/>
              </a:ext>
            </a:extLst>
          </p:cNvPr>
          <p:cNvCxnSpPr/>
          <p:nvPr/>
        </p:nvCxnSpPr>
        <p:spPr>
          <a:xfrm xmlns:a="http://schemas.openxmlformats.org/drawingml/2006/main" rot="-4893697">
            <a:off x="7471742" y="3731371"/>
            <a:ext cx="1997176" cy="0"/>
          </a:xfrm>
          <a:prstGeom xmlns:a="http://schemas.openxmlformats.org/drawingml/2006/main" prst="straightConnector1">
            <a:avLst/>
          </a:prstGeom>
          <a:ln xmlns:a="http://schemas.openxmlformats.org/drawingml/2006/main" w="33338">
            <a:solidFill>
              <a:srgbClr val="FDA4AF"/>
            </a:solidFill>
            <a:prstDash val="solid"/>
            <a:tailEnd type="triangle" w="med" len="med"/>
          </a:ln>
        </p:spPr>
      </p:cxnSp>
      <p:sp>
        <p:nvSpPr>
          <p:cNvPr id="16" name="normal-label">
            <a:extLst xmlns:a="http://schemas.openxmlformats.org/drawingml/2006/main">
              <a:ext uri="{FF2B5EF4-FFF2-40B4-BE49-F238E27FC236}">
                <a16:creationId xmlns:a16="http://schemas.microsoft.com/office/drawing/2014/main" id="{AE349559-6ED5-417E-8155-3D7D4B6E5BEB}"/>
              </a:ext>
            </a:extLst>
          </p:cNvPr>
          <p:cNvSpPr>
            <a:spLocks xmlns:a="http://schemas.openxmlformats.org/drawingml/2006/main" noGrp="1"/>
          </p:cNvSpPr>
          <p:nvPr/>
        </p:nvSpPr>
        <p:spPr>
          <a:xfrm xmlns:a="http://schemas.openxmlformats.org/drawingml/2006/main">
            <a:off x="8616869" y="2410218"/>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FDA4AF"/>
                </a:solidFill>
                <a:latin typeface="DejaVu Sans"/>
                <a:ea typeface="DejaVu Sans"/>
                <a:cs typeface="DejaVu Sans"/>
              </a:defRPr>
            </a:defPPr>
            <a:lvl1pPr>
              <a:buNone/>
              <a:defRPr sz="1875" b="0">
                <a:solidFill>
                  <a:srgbClr val="FDA4AF"/>
                </a:solidFill>
                <a:latin typeface="DejaVu Sans"/>
                <a:ea typeface="DejaVu Sans"/>
                <a:cs typeface="DejaVu Sans"/>
              </a:defRPr>
            </a:lvl1pPr>
            <a:lvl2pPr>
              <a:buNone/>
              <a:defRPr sz="1875" b="0">
                <a:solidFill>
                  <a:srgbClr val="FDA4AF"/>
                </a:solidFill>
                <a:latin typeface="DejaVu Sans"/>
                <a:ea typeface="DejaVu Sans"/>
                <a:cs typeface="DejaVu Sans"/>
              </a:defRPr>
            </a:lvl2pPr>
            <a:lvl3pPr>
              <a:buNone/>
              <a:defRPr sz="1875" b="0">
                <a:solidFill>
                  <a:srgbClr val="FDA4AF"/>
                </a:solidFill>
                <a:latin typeface="DejaVu Sans"/>
                <a:ea typeface="DejaVu Sans"/>
                <a:cs typeface="DejaVu Sans"/>
              </a:defRPr>
            </a:lvl3pPr>
            <a:lvl4pPr>
              <a:buNone/>
              <a:defRPr sz="1875" b="0">
                <a:solidFill>
                  <a:srgbClr val="FDA4AF"/>
                </a:solidFill>
                <a:latin typeface="DejaVu Sans"/>
                <a:ea typeface="DejaVu Sans"/>
                <a:cs typeface="DejaVu Sans"/>
              </a:defRPr>
            </a:lvl4pPr>
            <a:lvl5pPr>
              <a:buNone/>
              <a:defRPr sz="1875" b="0">
                <a:solidFill>
                  <a:srgbClr val="FDA4AF"/>
                </a:solidFill>
                <a:latin typeface="DejaVu Sans"/>
                <a:ea typeface="DejaVu Sans"/>
                <a:cs typeface="DejaVu Sans"/>
              </a:defRPr>
            </a:lvl5pPr>
            <a:lvl6pPr>
              <a:buNone/>
              <a:defRPr sz="1875" b="0">
                <a:solidFill>
                  <a:srgbClr val="FDA4AF"/>
                </a:solidFill>
                <a:latin typeface="DejaVu Sans"/>
                <a:ea typeface="DejaVu Sans"/>
                <a:cs typeface="DejaVu Sans"/>
              </a:defRPr>
            </a:lvl6pPr>
            <a:lvl7pPr>
              <a:buNone/>
              <a:defRPr sz="1875" b="0">
                <a:solidFill>
                  <a:srgbClr val="FDA4AF"/>
                </a:solidFill>
                <a:latin typeface="DejaVu Sans"/>
                <a:ea typeface="DejaVu Sans"/>
                <a:cs typeface="DejaVu Sans"/>
              </a:defRPr>
            </a:lvl7pPr>
            <a:lvl8pPr>
              <a:buNone/>
              <a:defRPr sz="1875" b="0">
                <a:solidFill>
                  <a:srgbClr val="FDA4AF"/>
                </a:solidFill>
                <a:latin typeface="DejaVu Sans"/>
                <a:ea typeface="DejaVu Sans"/>
                <a:cs typeface="DejaVu Sans"/>
              </a:defRPr>
            </a:lvl8pPr>
            <a:lvl9pPr>
              <a:buNone/>
              <a:defRPr sz="1875" b="0">
                <a:solidFill>
                  <a:srgbClr val="FDA4AF"/>
                </a:solidFill>
                <a:latin typeface="DejaVu Sans"/>
                <a:ea typeface="DejaVu Sans"/>
                <a:cs typeface="DejaVu Sans"/>
              </a:defRPr>
            </a:lvl9pPr>
          </a:lstStyle>
          <a:p xmlns:a="http://schemas.openxmlformats.org/drawingml/2006/main">
            <a:pPr>
              <a:buNone/>
              <a:defRPr sz="1875" b="0">
                <a:solidFill>
                  <a:srgbClr val="FDA4AF"/>
                </a:solidFill>
                <a:latin typeface="DejaVu Sans"/>
                <a:ea typeface="DejaVu Sans"/>
                <a:cs typeface="DejaVu Sans"/>
              </a:defRPr>
            </a:pPr>
            <a:r>
              <a:rPr sz="1875" b="0">
                <a:solidFill>
                  <a:srgbClr val="FDA4AF"/>
                </a:solidFill>
                <a:latin typeface="DejaVu Sans"/>
                <a:ea typeface="DejaVu Sans"/>
                <a:cs typeface="DejaVu Sans"/>
              </a:rPr>
              <a:t>n</a:t>
            </a:r>
          </a:p>
        </p:txBody>
      </p:sp>
      <p:sp>
        <p:nvSpPr>
          <p:cNvPr id="17" name="normal-caption">
            <a:extLst xmlns:a="http://schemas.openxmlformats.org/drawingml/2006/main">
              <a:ext uri="{FF2B5EF4-FFF2-40B4-BE49-F238E27FC236}">
                <a16:creationId xmlns:a16="http://schemas.microsoft.com/office/drawing/2014/main" id="{FDA8C985-BA96-4487-B96A-0D4C24BB186A}"/>
              </a:ext>
            </a:extLst>
          </p:cNvPr>
          <p:cNvSpPr>
            <a:spLocks xmlns:a="http://schemas.openxmlformats.org/drawingml/2006/main" noGrp="1"/>
          </p:cNvSpPr>
          <p:nvPr/>
        </p:nvSpPr>
        <p:spPr>
          <a:xfrm xmlns:a="http://schemas.openxmlformats.org/drawingml/2006/main">
            <a:off x="7429500" y="5438775"/>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ADB5BF"/>
                </a:solidFill>
                <a:latin typeface="DejaVu Sans"/>
                <a:ea typeface="DejaVu Sans"/>
                <a:cs typeface="DejaVu Sans"/>
              </a:defRPr>
            </a:defPPr>
            <a:lvl1pPr>
              <a:buNone/>
              <a:defRPr sz="1650" b="0">
                <a:solidFill>
                  <a:srgbClr val="ADB5BF"/>
                </a:solidFill>
                <a:latin typeface="DejaVu Sans"/>
                <a:ea typeface="DejaVu Sans"/>
                <a:cs typeface="DejaVu Sans"/>
              </a:defRPr>
            </a:lvl1pPr>
            <a:lvl2pPr>
              <a:buNone/>
              <a:defRPr sz="1650" b="0">
                <a:solidFill>
                  <a:srgbClr val="ADB5BF"/>
                </a:solidFill>
                <a:latin typeface="DejaVu Sans"/>
                <a:ea typeface="DejaVu Sans"/>
                <a:cs typeface="DejaVu Sans"/>
              </a:defRPr>
            </a:lvl2pPr>
            <a:lvl3pPr>
              <a:buNone/>
              <a:defRPr sz="1650" b="0">
                <a:solidFill>
                  <a:srgbClr val="ADB5BF"/>
                </a:solidFill>
                <a:latin typeface="DejaVu Sans"/>
                <a:ea typeface="DejaVu Sans"/>
                <a:cs typeface="DejaVu Sans"/>
              </a:defRPr>
            </a:lvl3pPr>
            <a:lvl4pPr>
              <a:buNone/>
              <a:defRPr sz="1650" b="0">
                <a:solidFill>
                  <a:srgbClr val="ADB5BF"/>
                </a:solidFill>
                <a:latin typeface="DejaVu Sans"/>
                <a:ea typeface="DejaVu Sans"/>
                <a:cs typeface="DejaVu Sans"/>
              </a:defRPr>
            </a:lvl4pPr>
            <a:lvl5pPr>
              <a:buNone/>
              <a:defRPr sz="1650" b="0">
                <a:solidFill>
                  <a:srgbClr val="ADB5BF"/>
                </a:solidFill>
                <a:latin typeface="DejaVu Sans"/>
                <a:ea typeface="DejaVu Sans"/>
                <a:cs typeface="DejaVu Sans"/>
              </a:defRPr>
            </a:lvl5pPr>
            <a:lvl6pPr>
              <a:buNone/>
              <a:defRPr sz="1650" b="0">
                <a:solidFill>
                  <a:srgbClr val="ADB5BF"/>
                </a:solidFill>
                <a:latin typeface="DejaVu Sans"/>
                <a:ea typeface="DejaVu Sans"/>
                <a:cs typeface="DejaVu Sans"/>
              </a:defRPr>
            </a:lvl6pPr>
            <a:lvl7pPr>
              <a:buNone/>
              <a:defRPr sz="1650" b="0">
                <a:solidFill>
                  <a:srgbClr val="ADB5BF"/>
                </a:solidFill>
                <a:latin typeface="DejaVu Sans"/>
                <a:ea typeface="DejaVu Sans"/>
                <a:cs typeface="DejaVu Sans"/>
              </a:defRPr>
            </a:lvl7pPr>
            <a:lvl8pPr>
              <a:buNone/>
              <a:defRPr sz="1650" b="0">
                <a:solidFill>
                  <a:srgbClr val="ADB5BF"/>
                </a:solidFill>
                <a:latin typeface="DejaVu Sans"/>
                <a:ea typeface="DejaVu Sans"/>
                <a:cs typeface="DejaVu Sans"/>
              </a:defRPr>
            </a:lvl8pPr>
            <a:lvl9pPr>
              <a:buNone/>
              <a:defRPr sz="1650" b="0">
                <a:solidFill>
                  <a:srgbClr val="ADB5BF"/>
                </a:solidFill>
                <a:latin typeface="DejaVu Sans"/>
                <a:ea typeface="DejaVu Sans"/>
                <a:cs typeface="DejaVu Sans"/>
              </a:defRPr>
            </a:lvl9pPr>
          </a:lstStyle>
          <a:p xmlns:a="http://schemas.openxmlformats.org/drawingml/2006/main">
            <a:pPr>
              <a:buNone/>
              <a:defRPr sz="1650" b="0">
                <a:solidFill>
                  <a:srgbClr val="ADB5BF"/>
                </a:solidFill>
                <a:latin typeface="DejaVu Sans"/>
                <a:ea typeface="DejaVu Sans"/>
                <a:cs typeface="DejaVu Sans"/>
              </a:defRPr>
            </a:pPr>
            <a:r>
              <a:rPr sz="1650" b="0">
                <a:solidFill>
                  <a:srgbClr val="ADB5BF"/>
                </a:solidFill>
                <a:latin typeface="DejaVu Sans"/>
                <a:ea typeface="DejaVu Sans"/>
                <a:cs typeface="DejaVu Sans"/>
              </a:rPr>
              <a:t>Normal perpendicular to both spans</a:t>
            </a:r>
          </a:p>
        </p:txBody>
      </p:sp>
      <p:sp>
        <p:nvSpPr>
          <p:cNvPr id="18" name="page-number">
            <a:extLst xmlns:a="http://schemas.openxmlformats.org/drawingml/2006/main">
              <a:ext uri="{FF2B5EF4-FFF2-40B4-BE49-F238E27FC236}">
                <a16:creationId xmlns:a16="http://schemas.microsoft.com/office/drawing/2014/main" id="{CB6E3644-5D43-4C69-9B4B-490CA3083932}"/>
              </a:ext>
            </a:extLst>
          </p:cNvPr>
          <p:cNvSpPr>
            <a:spLocks xmlns:a="http://schemas.openxmlformats.org/drawingml/2006/main" noGrp="1"/>
          </p:cNvSpPr>
          <p:nvPr/>
        </p:nvSpPr>
        <p:spPr>
          <a:xfrm xmlns:a="http://schemas.openxmlformats.org/drawingml/2006/main">
            <a:off x="11125200" y="641032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11</a:t>
            </a:r>
          </a:p>
        </p:txBody>
      </p:sp>
    </p:spTree>
    <p:extLst>
      <p:ext uri="{BB962C8B-B14F-4D97-AF65-F5344CB8AC3E}">
        <p14:creationId xmlns:p14="http://schemas.microsoft.com/office/powerpoint/2010/main" val="58176039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400" fill="hold"/>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5"/>
                                        </p:tgtEl>
                                        <p:attrNameLst>
                                          <p:attrName>style.visibility</p:attrName>
                                        </p:attrNameLst>
                                      </p:cBhvr>
                                      <p:to>
                                        <p:strVal val="visible"/>
                                      </p:to>
                                    </p:set>
                                    <p:animEffect transition="in" filter="fade">
                                      <p:cBhvr>
                                        <p:cTn id="12" dur="400" fill="hold"/>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20" name="title">
            <a:extLst xmlns:a="http://schemas.openxmlformats.org/drawingml/2006/main">
              <a:ext uri="{FF2B5EF4-FFF2-40B4-BE49-F238E27FC236}">
                <a16:creationId xmlns:a16="http://schemas.microsoft.com/office/drawing/2014/main" id="{7552041A-A967-4A64-B676-81036C0EC27A}"/>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Deriving Cartesian form</a:t>
            </a:r>
          </a:p>
        </p:txBody>
      </p:sp>
      <p:sp>
        <p:nvSpPr>
          <p:cNvPr id="2" name="lead">
            <a:extLst xmlns:a="http://schemas.openxmlformats.org/drawingml/2006/main">
              <a:ext uri="{FF2B5EF4-FFF2-40B4-BE49-F238E27FC236}">
                <a16:creationId xmlns:a16="http://schemas.microsoft.com/office/drawing/2014/main" id="{4F54D77F-A9F1-44A7-9CF4-C5D34661A03B}"/>
              </a:ext>
            </a:extLst>
          </p:cNvPr>
          <p:cNvSpPr>
            <a:spLocks xmlns:a="http://schemas.openxmlformats.org/drawingml/2006/main" noGrp="1"/>
          </p:cNvSpPr>
          <p:nvPr/>
        </p:nvSpPr>
        <p:spPr>
          <a:xfrm xmlns:a="http://schemas.openxmlformats.org/drawingml/2006/main">
            <a:off x="685800" y="1552575"/>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Every displacement within the plane is perpendicular to its normal.</a:t>
            </a:r>
          </a:p>
        </p:txBody>
      </p:sp>
      <p:pic>
        <p:nvPicPr>
          <p:cNvPr id="3" name="equation-0" descr="LaTeX: \vec n\cdot\overrightarrow{AP}=0">
            <a:extLst xmlns:a="http://schemas.openxmlformats.org/drawingml/2006/main">
              <a:ext uri="{FF2B5EF4-FFF2-40B4-BE49-F238E27FC236}">
                <a16:creationId xmlns:a16="http://schemas.microsoft.com/office/drawing/2014/main" id="{C392B37F-4049-4139-9C12-E8C0B8F19659}"/>
              </a:ext>
            </a:extLst>
          </p:cNvPr>
          <p:cNvPicPr>
            <a:picLocks xmlns:a="http://schemas.openxmlformats.org/drawingml/2006/main" noChangeAspect="1"/>
          </p:cNvPicPr>
          <p:nvPr/>
        </p:nvPicPr>
        <p:blipFill>
          <a:blip xmlns:r="http://schemas.openxmlformats.org/officeDocument/2006/relationships" xmlns:a="http://schemas.openxmlformats.org/drawingml/2006/main" r:embed="R18a3281a3de2475b">
            <a:extLst>
              <a:ext uri="{96DAC541-7B7A-43D3-8B79-37D633B846F1}">
                <asvg:svgBlip xmlns:asvg="http://schemas.microsoft.com/office/drawing/2016/SVG/main" r:embed="R055da09c22de4412"/>
              </a:ext>
            </a:extLst>
          </a:blip>
          <a:stretch xmlns:a="http://schemas.openxmlformats.org/drawingml/2006/main"/>
        </p:blipFill>
        <p:spPr>
          <a:xfrm xmlns:a="http://schemas.openxmlformats.org/drawingml/2006/main">
            <a:off x="685800" y="2524125"/>
            <a:ext cx="1651178" cy="414623"/>
          </a:xfrm>
          <a:prstGeom xmlns:a="http://schemas.openxmlformats.org/drawingml/2006/main" prst="rect">
            <a:avLst/>
          </a:prstGeom>
        </p:spPr>
      </p:pic>
      <p:pic>
        <p:nvPicPr>
          <p:cNvPr id="4" name="equation-1" descr="LaTeX: [1,-1,1]\cdot[x-1,y,z-2]=0">
            <a:extLst xmlns:a="http://schemas.openxmlformats.org/drawingml/2006/main">
              <a:ext uri="{FF2B5EF4-FFF2-40B4-BE49-F238E27FC236}">
                <a16:creationId xmlns:a16="http://schemas.microsoft.com/office/drawing/2014/main" id="{0E8ECDC3-331D-4879-915B-339DDD6BD603}"/>
              </a:ext>
            </a:extLst>
          </p:cNvPr>
          <p:cNvPicPr>
            <a:picLocks xmlns:a="http://schemas.openxmlformats.org/drawingml/2006/main" noChangeAspect="1"/>
          </p:cNvPicPr>
          <p:nvPr/>
        </p:nvPicPr>
        <p:blipFill>
          <a:blip xmlns:r="http://schemas.openxmlformats.org/officeDocument/2006/relationships" xmlns:a="http://schemas.openxmlformats.org/drawingml/2006/main" r:embed="R5bb3af91b42a46c3">
            <a:extLst>
              <a:ext uri="{96DAC541-7B7A-43D3-8B79-37D633B846F1}">
                <asvg:svgBlip xmlns:asvg="http://schemas.microsoft.com/office/drawing/2016/SVG/main" r:embed="Rf868887f00ac4288"/>
              </a:ext>
            </a:extLst>
          </a:blip>
          <a:stretch xmlns:a="http://schemas.openxmlformats.org/drawingml/2006/main"/>
        </p:blipFill>
        <p:spPr>
          <a:xfrm xmlns:a="http://schemas.openxmlformats.org/drawingml/2006/main">
            <a:off x="685800" y="3148298"/>
            <a:ext cx="4396521" cy="396235"/>
          </a:xfrm>
          <a:prstGeom xmlns:a="http://schemas.openxmlformats.org/drawingml/2006/main" prst="rect">
            <a:avLst/>
          </a:prstGeom>
        </p:spPr>
      </p:pic>
      <p:pic>
        <p:nvPicPr>
          <p:cNvPr id="5" name="equation-2" descr="LaTeX: (x-1)-y+(z-2)=0\quad\Longrightarrow\quad x-y+z=3">
            <a:extLst xmlns:a="http://schemas.openxmlformats.org/drawingml/2006/main">
              <a:ext uri="{FF2B5EF4-FFF2-40B4-BE49-F238E27FC236}">
                <a16:creationId xmlns:a16="http://schemas.microsoft.com/office/drawing/2014/main" id="{47BE0DF6-7142-4549-8BF9-F3DA31E35190}"/>
              </a:ext>
            </a:extLst>
          </p:cNvPr>
          <p:cNvPicPr>
            <a:picLocks xmlns:a="http://schemas.openxmlformats.org/drawingml/2006/main" noChangeAspect="1"/>
          </p:cNvPicPr>
          <p:nvPr/>
        </p:nvPicPr>
        <p:blipFill>
          <a:blip xmlns:r="http://schemas.openxmlformats.org/officeDocument/2006/relationships" xmlns:a="http://schemas.openxmlformats.org/drawingml/2006/main" r:embed="Rb41ddceac2124cd6">
            <a:extLst>
              <a:ext uri="{96DAC541-7B7A-43D3-8B79-37D633B846F1}">
                <asvg:svgBlip xmlns:asvg="http://schemas.microsoft.com/office/drawing/2016/SVG/main" r:embed="Rb48923384f084ff7"/>
              </a:ext>
            </a:extLst>
          </a:blip>
          <a:stretch xmlns:a="http://schemas.openxmlformats.org/drawingml/2006/main"/>
        </p:blipFill>
        <p:spPr>
          <a:xfrm xmlns:a="http://schemas.openxmlformats.org/drawingml/2006/main">
            <a:off x="685800" y="3754083"/>
            <a:ext cx="6286500" cy="347834"/>
          </a:xfrm>
          <a:prstGeom xmlns:a="http://schemas.openxmlformats.org/drawingml/2006/main" prst="rect">
            <a:avLst/>
          </a:prstGeom>
        </p:spPr>
      </p:pic>
      <p:pic>
        <p:nvPicPr>
          <p:cNvPr id="6" name="equation-3" descr="LaTeX: Ax+By+Cz+D=0,\qquad\vec n=[A,B,C]\ne\vec0">
            <a:extLst xmlns:a="http://schemas.openxmlformats.org/drawingml/2006/main">
              <a:ext uri="{FF2B5EF4-FFF2-40B4-BE49-F238E27FC236}">
                <a16:creationId xmlns:a16="http://schemas.microsoft.com/office/drawing/2014/main" id="{3EE41ECA-1C69-446B-B180-34407B29806D}"/>
              </a:ext>
            </a:extLst>
          </p:cNvPr>
          <p:cNvPicPr>
            <a:picLocks xmlns:a="http://schemas.openxmlformats.org/drawingml/2006/main" noChangeAspect="1"/>
          </p:cNvPicPr>
          <p:nvPr/>
        </p:nvPicPr>
        <p:blipFill>
          <a:blip xmlns:r="http://schemas.openxmlformats.org/officeDocument/2006/relationships" xmlns:a="http://schemas.openxmlformats.org/drawingml/2006/main" r:embed="R02b1bd343fd14f79">
            <a:extLst>
              <a:ext uri="{96DAC541-7B7A-43D3-8B79-37D633B846F1}">
                <asvg:svgBlip xmlns:asvg="http://schemas.microsoft.com/office/drawing/2016/SVG/main" r:embed="R67a79d29e1864136"/>
              </a:ext>
            </a:extLst>
          </a:blip>
          <a:stretch xmlns:a="http://schemas.openxmlformats.org/drawingml/2006/main"/>
        </p:blipFill>
        <p:spPr>
          <a:xfrm xmlns:a="http://schemas.openxmlformats.org/drawingml/2006/main">
            <a:off x="685800" y="4311468"/>
            <a:ext cx="6286500" cy="415823"/>
          </a:xfrm>
          <a:prstGeom xmlns:a="http://schemas.openxmlformats.org/drawingml/2006/main" prst="rect">
            <a:avLst/>
          </a:prstGeom>
        </p:spPr>
      </p:pic>
      <p:sp>
        <p:nvSpPr>
          <p:cNvPr id="7" name="plane-patch">
            <a:extLst xmlns:a="http://schemas.openxmlformats.org/drawingml/2006/main">
              <a:ext uri="{FF2B5EF4-FFF2-40B4-BE49-F238E27FC236}">
                <a16:creationId xmlns:a16="http://schemas.microsoft.com/office/drawing/2014/main" id="{04D4AFBE-89F5-424B-9DED-7C2AFD35B92C}"/>
              </a:ext>
            </a:extLst>
          </p:cNvPr>
          <p:cNvSpPr>
            <a:spLocks xmlns:a="http://schemas.openxmlformats.org/drawingml/2006/main" noGrp="1"/>
          </p:cNvSpPr>
          <p:nvPr/>
        </p:nvSpPr>
        <p:spPr>
          <a:xfrm xmlns:a="http://schemas.openxmlformats.org/drawingml/2006/main">
            <a:off x="7477125" y="3881166"/>
            <a:ext cx="3810000" cy="1328615"/>
          </a:xfrm>
          <a:custGeom xmlns:a="http://schemas.openxmlformats.org/drawingml/2006/main">
            <a:pathLst>
              <a:path w="3810000" h="1328615">
                <a:moveTo>
                  <a:pt x="0" y="976923"/>
                </a:moveTo>
                <a:lnTo>
                  <a:pt x="2715846" y="1328615"/>
                </a:lnTo>
                <a:lnTo>
                  <a:pt x="3810000" y="351692"/>
                </a:lnTo>
                <a:lnTo>
                  <a:pt x="1094154" y="0"/>
                </a:lnTo>
                <a:close/>
              </a:path>
            </a:pathLst>
          </a:custGeom>
          <a:solidFill xmlns:a="http://schemas.openxmlformats.org/drawingml/2006/main">
            <a:srgbClr val="11232E"/>
          </a:solidFill>
          <a:ln xmlns:a="http://schemas.openxmlformats.org/drawingml/2006/main" w="14288">
            <a:solidFill>
              <a:srgbClr val="385E73"/>
            </a:solidFill>
            <a:prstDash val="solid"/>
          </a:ln>
        </p:spPr>
      </p:sp>
      <p:cxnSp>
        <p:nvCxnSpPr>
          <p:cNvPr id="8" name="AB">
            <a:extLst xmlns:a="http://schemas.openxmlformats.org/drawingml/2006/main">
              <a:ext uri="{FF2B5EF4-FFF2-40B4-BE49-F238E27FC236}">
                <a16:creationId xmlns:a16="http://schemas.microsoft.com/office/drawing/2014/main" id="{265EF9D8-18C2-46B0-83A3-656E7E2DFECD}"/>
              </a:ext>
            </a:extLst>
          </p:cNvPr>
          <p:cNvCxnSpPr/>
          <p:nvPr/>
        </p:nvCxnSpPr>
        <p:spPr>
          <a:xfrm xmlns:a="http://schemas.openxmlformats.org/drawingml/2006/main" rot="442712">
            <a:off x="8317493" y="4816841"/>
            <a:ext cx="1521402" cy="0"/>
          </a:xfrm>
          <a:prstGeom xmlns:a="http://schemas.openxmlformats.org/drawingml/2006/main" prst="straightConnector1">
            <a:avLst/>
          </a:prstGeom>
          <a:ln xmlns:a="http://schemas.openxmlformats.org/drawingml/2006/main" w="31433">
            <a:solidFill>
              <a:srgbClr val="86EFAC"/>
            </a:solidFill>
            <a:prstDash val="solid"/>
            <a:tailEnd type="triangle" w="med" len="med"/>
          </a:ln>
        </p:spPr>
      </p:cxnSp>
      <p:cxnSp>
        <p:nvCxnSpPr>
          <p:cNvPr id="9" name="AC">
            <a:extLst xmlns:a="http://schemas.openxmlformats.org/drawingml/2006/main">
              <a:ext uri="{FF2B5EF4-FFF2-40B4-BE49-F238E27FC236}">
                <a16:creationId xmlns:a16="http://schemas.microsoft.com/office/drawing/2014/main" id="{DE29244A-D3D7-4114-B733-F39BBC996127}"/>
              </a:ext>
            </a:extLst>
          </p:cNvPr>
          <p:cNvCxnSpPr/>
          <p:nvPr/>
        </p:nvCxnSpPr>
        <p:spPr>
          <a:xfrm xmlns:a="http://schemas.openxmlformats.org/drawingml/2006/main" rot="-2505618">
            <a:off x="8220274" y="4447782"/>
            <a:ext cx="814898" cy="0"/>
          </a:xfrm>
          <a:prstGeom xmlns:a="http://schemas.openxmlformats.org/drawingml/2006/main" prst="straightConnector1">
            <a:avLst/>
          </a:prstGeom>
          <a:ln xmlns:a="http://schemas.openxmlformats.org/drawingml/2006/main" w="31433">
            <a:solidFill>
              <a:srgbClr val="C4B5FD"/>
            </a:solidFill>
            <a:prstDash val="solid"/>
            <a:tailEnd type="triangle" w="med" len="med"/>
          </a:ln>
        </p:spPr>
      </p:cxnSp>
      <p:sp>
        <p:nvSpPr>
          <p:cNvPr id="10" name="A">
            <a:extLst xmlns:a="http://schemas.openxmlformats.org/drawingml/2006/main">
              <a:ext uri="{FF2B5EF4-FFF2-40B4-BE49-F238E27FC236}">
                <a16:creationId xmlns:a16="http://schemas.microsoft.com/office/drawing/2014/main" id="{622DEBDB-D1AE-4291-9244-97094AE2E31B}"/>
              </a:ext>
            </a:extLst>
          </p:cNvPr>
          <p:cNvSpPr>
            <a:spLocks xmlns:a="http://schemas.openxmlformats.org/drawingml/2006/main" noGrp="1"/>
          </p:cNvSpPr>
          <p:nvPr/>
        </p:nvSpPr>
        <p:spPr>
          <a:xfrm xmlns:a="http://schemas.openxmlformats.org/drawingml/2006/main">
            <a:off x="8285692" y="4681049"/>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1" name="A-label">
            <a:extLst xmlns:a="http://schemas.openxmlformats.org/drawingml/2006/main">
              <a:ext uri="{FF2B5EF4-FFF2-40B4-BE49-F238E27FC236}">
                <a16:creationId xmlns:a16="http://schemas.microsoft.com/office/drawing/2014/main" id="{2017BBFE-73DE-464F-A90B-70B5C0052A95}"/>
              </a:ext>
            </a:extLst>
          </p:cNvPr>
          <p:cNvSpPr>
            <a:spLocks xmlns:a="http://schemas.openxmlformats.org/drawingml/2006/main" noGrp="1"/>
          </p:cNvSpPr>
          <p:nvPr/>
        </p:nvSpPr>
        <p:spPr>
          <a:xfrm xmlns:a="http://schemas.openxmlformats.org/drawingml/2006/main">
            <a:off x="8057092" y="4833449"/>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buNone/>
              <a:defRPr sz="1875" b="0">
                <a:solidFill>
                  <a:srgbClr val="7DD3FC"/>
                </a:solidFill>
                <a:latin typeface="DejaVu Sans"/>
                <a:ea typeface="DejaVu Sans"/>
                <a:cs typeface="DejaVu Sans"/>
              </a:defRPr>
            </a:lvl1pPr>
            <a:lvl2pPr>
              <a:buNone/>
              <a:defRPr sz="1875" b="0">
                <a:solidFill>
                  <a:srgbClr val="7DD3FC"/>
                </a:solidFill>
                <a:latin typeface="DejaVu Sans"/>
                <a:ea typeface="DejaVu Sans"/>
                <a:cs typeface="DejaVu Sans"/>
              </a:defRPr>
            </a:lvl2pPr>
            <a:lvl3pPr>
              <a:buNone/>
              <a:defRPr sz="1875" b="0">
                <a:solidFill>
                  <a:srgbClr val="7DD3FC"/>
                </a:solidFill>
                <a:latin typeface="DejaVu Sans"/>
                <a:ea typeface="DejaVu Sans"/>
                <a:cs typeface="DejaVu Sans"/>
              </a:defRPr>
            </a:lvl3pPr>
            <a:lvl4pPr>
              <a:buNone/>
              <a:defRPr sz="1875" b="0">
                <a:solidFill>
                  <a:srgbClr val="7DD3FC"/>
                </a:solidFill>
                <a:latin typeface="DejaVu Sans"/>
                <a:ea typeface="DejaVu Sans"/>
                <a:cs typeface="DejaVu Sans"/>
              </a:defRPr>
            </a:lvl4pPr>
            <a:lvl5pPr>
              <a:buNone/>
              <a:defRPr sz="1875" b="0">
                <a:solidFill>
                  <a:srgbClr val="7DD3FC"/>
                </a:solidFill>
                <a:latin typeface="DejaVu Sans"/>
                <a:ea typeface="DejaVu Sans"/>
                <a:cs typeface="DejaVu Sans"/>
              </a:defRPr>
            </a:lvl5pPr>
            <a:lvl6pPr>
              <a:buNone/>
              <a:defRPr sz="1875" b="0">
                <a:solidFill>
                  <a:srgbClr val="7DD3FC"/>
                </a:solidFill>
                <a:latin typeface="DejaVu Sans"/>
                <a:ea typeface="DejaVu Sans"/>
                <a:cs typeface="DejaVu Sans"/>
              </a:defRPr>
            </a:lvl6pPr>
            <a:lvl7pPr>
              <a:buNone/>
              <a:defRPr sz="1875" b="0">
                <a:solidFill>
                  <a:srgbClr val="7DD3FC"/>
                </a:solidFill>
                <a:latin typeface="DejaVu Sans"/>
                <a:ea typeface="DejaVu Sans"/>
                <a:cs typeface="DejaVu Sans"/>
              </a:defRPr>
            </a:lvl7pPr>
            <a:lvl8pPr>
              <a:buNone/>
              <a:defRPr sz="1875" b="0">
                <a:solidFill>
                  <a:srgbClr val="7DD3FC"/>
                </a:solidFill>
                <a:latin typeface="DejaVu Sans"/>
                <a:ea typeface="DejaVu Sans"/>
                <a:cs typeface="DejaVu Sans"/>
              </a:defRPr>
            </a:lvl8pPr>
            <a:lvl9pPr>
              <a:buNone/>
              <a:defRPr sz="1875" b="0">
                <a:solidFill>
                  <a:srgbClr val="7DD3FC"/>
                </a:solidFill>
                <a:latin typeface="DejaVu Sans"/>
                <a:ea typeface="DejaVu Sans"/>
                <a:cs typeface="DejaVu Sans"/>
              </a:defRPr>
            </a:lvl9pPr>
          </a:lstStyle>
          <a:p xmlns:a="http://schemas.openxmlformats.org/drawingml/2006/main">
            <a:pPr>
              <a:buNone/>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A</a:t>
            </a:r>
          </a:p>
        </p:txBody>
      </p:sp>
      <p:sp>
        <p:nvSpPr>
          <p:cNvPr id="12" name="B">
            <a:extLst xmlns:a="http://schemas.openxmlformats.org/drawingml/2006/main">
              <a:ext uri="{FF2B5EF4-FFF2-40B4-BE49-F238E27FC236}">
                <a16:creationId xmlns:a16="http://schemas.microsoft.com/office/drawing/2014/main" id="{9ACED15E-448A-4B92-AA37-D2CEE586739E}"/>
              </a:ext>
            </a:extLst>
          </p:cNvPr>
          <p:cNvSpPr>
            <a:spLocks xmlns:a="http://schemas.openxmlformats.org/drawingml/2006/main" noGrp="1"/>
          </p:cNvSpPr>
          <p:nvPr/>
        </p:nvSpPr>
        <p:spPr>
          <a:xfrm xmlns:a="http://schemas.openxmlformats.org/drawingml/2006/main">
            <a:off x="9794495" y="4876434"/>
            <a:ext cx="76200" cy="76200"/>
          </a:xfrm>
          <a:prstGeom xmlns:a="http://schemas.openxmlformats.org/drawingml/2006/main" prst="ellipse">
            <a:avLst/>
          </a:prstGeom>
          <a:solidFill xmlns:a="http://schemas.openxmlformats.org/drawingml/2006/main">
            <a:srgbClr val="86EFAC"/>
          </a:solidFill>
          <a:ln xmlns:a="http://schemas.openxmlformats.org/drawingml/2006/main" w="0">
            <a:solidFill>
              <a:srgbClr val="86EFAC"/>
            </a:solidFill>
            <a:prstDash val="solid"/>
          </a:ln>
        </p:spPr>
      </p:sp>
      <p:sp>
        <p:nvSpPr>
          <p:cNvPr id="13" name="B-label">
            <a:extLst xmlns:a="http://schemas.openxmlformats.org/drawingml/2006/main">
              <a:ext uri="{FF2B5EF4-FFF2-40B4-BE49-F238E27FC236}">
                <a16:creationId xmlns:a16="http://schemas.microsoft.com/office/drawing/2014/main" id="{DA81E993-9D8A-4E75-BB64-86C78CBDA7A8}"/>
              </a:ext>
            </a:extLst>
          </p:cNvPr>
          <p:cNvSpPr>
            <a:spLocks xmlns:a="http://schemas.openxmlformats.org/drawingml/2006/main" noGrp="1"/>
          </p:cNvSpPr>
          <p:nvPr/>
        </p:nvSpPr>
        <p:spPr>
          <a:xfrm xmlns:a="http://schemas.openxmlformats.org/drawingml/2006/main">
            <a:off x="9946895" y="4724034"/>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86EFAC"/>
                </a:solidFill>
                <a:latin typeface="DejaVu Sans"/>
                <a:ea typeface="DejaVu Sans"/>
                <a:cs typeface="DejaVu Sans"/>
              </a:defRPr>
            </a:defPPr>
            <a:lvl1pPr>
              <a:buNone/>
              <a:defRPr sz="1875" b="0">
                <a:solidFill>
                  <a:srgbClr val="86EFAC"/>
                </a:solidFill>
                <a:latin typeface="DejaVu Sans"/>
                <a:ea typeface="DejaVu Sans"/>
                <a:cs typeface="DejaVu Sans"/>
              </a:defRPr>
            </a:lvl1pPr>
            <a:lvl2pPr>
              <a:buNone/>
              <a:defRPr sz="1875" b="0">
                <a:solidFill>
                  <a:srgbClr val="86EFAC"/>
                </a:solidFill>
                <a:latin typeface="DejaVu Sans"/>
                <a:ea typeface="DejaVu Sans"/>
                <a:cs typeface="DejaVu Sans"/>
              </a:defRPr>
            </a:lvl2pPr>
            <a:lvl3pPr>
              <a:buNone/>
              <a:defRPr sz="1875" b="0">
                <a:solidFill>
                  <a:srgbClr val="86EFAC"/>
                </a:solidFill>
                <a:latin typeface="DejaVu Sans"/>
                <a:ea typeface="DejaVu Sans"/>
                <a:cs typeface="DejaVu Sans"/>
              </a:defRPr>
            </a:lvl3pPr>
            <a:lvl4pPr>
              <a:buNone/>
              <a:defRPr sz="1875" b="0">
                <a:solidFill>
                  <a:srgbClr val="86EFAC"/>
                </a:solidFill>
                <a:latin typeface="DejaVu Sans"/>
                <a:ea typeface="DejaVu Sans"/>
                <a:cs typeface="DejaVu Sans"/>
              </a:defRPr>
            </a:lvl4pPr>
            <a:lvl5pPr>
              <a:buNone/>
              <a:defRPr sz="1875" b="0">
                <a:solidFill>
                  <a:srgbClr val="86EFAC"/>
                </a:solidFill>
                <a:latin typeface="DejaVu Sans"/>
                <a:ea typeface="DejaVu Sans"/>
                <a:cs typeface="DejaVu Sans"/>
              </a:defRPr>
            </a:lvl5pPr>
            <a:lvl6pPr>
              <a:buNone/>
              <a:defRPr sz="1875" b="0">
                <a:solidFill>
                  <a:srgbClr val="86EFAC"/>
                </a:solidFill>
                <a:latin typeface="DejaVu Sans"/>
                <a:ea typeface="DejaVu Sans"/>
                <a:cs typeface="DejaVu Sans"/>
              </a:defRPr>
            </a:lvl6pPr>
            <a:lvl7pPr>
              <a:buNone/>
              <a:defRPr sz="1875" b="0">
                <a:solidFill>
                  <a:srgbClr val="86EFAC"/>
                </a:solidFill>
                <a:latin typeface="DejaVu Sans"/>
                <a:ea typeface="DejaVu Sans"/>
                <a:cs typeface="DejaVu Sans"/>
              </a:defRPr>
            </a:lvl7pPr>
            <a:lvl8pPr>
              <a:buNone/>
              <a:defRPr sz="1875" b="0">
                <a:solidFill>
                  <a:srgbClr val="86EFAC"/>
                </a:solidFill>
                <a:latin typeface="DejaVu Sans"/>
                <a:ea typeface="DejaVu Sans"/>
                <a:cs typeface="DejaVu Sans"/>
              </a:defRPr>
            </a:lvl8pPr>
            <a:lvl9pPr>
              <a:buNone/>
              <a:defRPr sz="1875" b="0">
                <a:solidFill>
                  <a:srgbClr val="86EFAC"/>
                </a:solidFill>
                <a:latin typeface="DejaVu Sans"/>
                <a:ea typeface="DejaVu Sans"/>
                <a:cs typeface="DejaVu Sans"/>
              </a:defRPr>
            </a:lvl9pPr>
          </a:lstStyle>
          <a:p xmlns:a="http://schemas.openxmlformats.org/drawingml/2006/main">
            <a:pPr>
              <a:buNone/>
              <a:defRPr sz="1875" b="0">
                <a:solidFill>
                  <a:srgbClr val="86EFAC"/>
                </a:solidFill>
                <a:latin typeface="DejaVu Sans"/>
                <a:ea typeface="DejaVu Sans"/>
                <a:cs typeface="DejaVu Sans"/>
              </a:defRPr>
            </a:pPr>
            <a:r>
              <a:rPr sz="1875" b="0">
                <a:solidFill>
                  <a:srgbClr val="86EFAC"/>
                </a:solidFill>
                <a:latin typeface="DejaVu Sans"/>
                <a:ea typeface="DejaVu Sans"/>
                <a:cs typeface="DejaVu Sans"/>
              </a:rPr>
              <a:t>P</a:t>
            </a:r>
          </a:p>
        </p:txBody>
      </p:sp>
      <p:sp>
        <p:nvSpPr>
          <p:cNvPr id="14" name="C">
            <a:extLst xmlns:a="http://schemas.openxmlformats.org/drawingml/2006/main">
              <a:ext uri="{FF2B5EF4-FFF2-40B4-BE49-F238E27FC236}">
                <a16:creationId xmlns:a16="http://schemas.microsoft.com/office/drawing/2014/main" id="{1AEFAB06-5197-4345-8C06-B48000A7D8ED}"/>
              </a:ext>
            </a:extLst>
          </p:cNvPr>
          <p:cNvSpPr>
            <a:spLocks xmlns:a="http://schemas.openxmlformats.org/drawingml/2006/main" noGrp="1"/>
          </p:cNvSpPr>
          <p:nvPr/>
        </p:nvSpPr>
        <p:spPr>
          <a:xfrm xmlns:a="http://schemas.openxmlformats.org/drawingml/2006/main">
            <a:off x="8893555" y="4138314"/>
            <a:ext cx="76200" cy="76200"/>
          </a:xfrm>
          <a:prstGeom xmlns:a="http://schemas.openxmlformats.org/drawingml/2006/main" prst="ellipse">
            <a:avLst/>
          </a:prstGeom>
          <a:solidFill xmlns:a="http://schemas.openxmlformats.org/drawingml/2006/main">
            <a:srgbClr val="C4B5FD"/>
          </a:solidFill>
          <a:ln xmlns:a="http://schemas.openxmlformats.org/drawingml/2006/main" w="0">
            <a:solidFill>
              <a:srgbClr val="C4B5FD"/>
            </a:solidFill>
            <a:prstDash val="solid"/>
          </a:ln>
        </p:spPr>
      </p:sp>
      <p:sp>
        <p:nvSpPr>
          <p:cNvPr id="15" name="C-label">
            <a:extLst xmlns:a="http://schemas.openxmlformats.org/drawingml/2006/main">
              <a:ext uri="{FF2B5EF4-FFF2-40B4-BE49-F238E27FC236}">
                <a16:creationId xmlns:a16="http://schemas.microsoft.com/office/drawing/2014/main" id="{D2335131-E364-4ECB-AF37-9FBAA3CC52F0}"/>
              </a:ext>
            </a:extLst>
          </p:cNvPr>
          <p:cNvSpPr>
            <a:spLocks xmlns:a="http://schemas.openxmlformats.org/drawingml/2006/main" noGrp="1"/>
          </p:cNvSpPr>
          <p:nvPr/>
        </p:nvSpPr>
        <p:spPr>
          <a:xfrm xmlns:a="http://schemas.openxmlformats.org/drawingml/2006/main">
            <a:off x="9026905" y="3871614"/>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C4B5FD"/>
                </a:solidFill>
                <a:latin typeface="DejaVu Sans"/>
                <a:ea typeface="DejaVu Sans"/>
                <a:cs typeface="DejaVu Sans"/>
              </a:defRPr>
            </a:defPPr>
            <a:lvl1pPr>
              <a:buNone/>
              <a:defRPr sz="1875" b="0">
                <a:solidFill>
                  <a:srgbClr val="C4B5FD"/>
                </a:solidFill>
                <a:latin typeface="DejaVu Sans"/>
                <a:ea typeface="DejaVu Sans"/>
                <a:cs typeface="DejaVu Sans"/>
              </a:defRPr>
            </a:lvl1pPr>
            <a:lvl2pPr>
              <a:buNone/>
              <a:defRPr sz="1875" b="0">
                <a:solidFill>
                  <a:srgbClr val="C4B5FD"/>
                </a:solidFill>
                <a:latin typeface="DejaVu Sans"/>
                <a:ea typeface="DejaVu Sans"/>
                <a:cs typeface="DejaVu Sans"/>
              </a:defRPr>
            </a:lvl2pPr>
            <a:lvl3pPr>
              <a:buNone/>
              <a:defRPr sz="1875" b="0">
                <a:solidFill>
                  <a:srgbClr val="C4B5FD"/>
                </a:solidFill>
                <a:latin typeface="DejaVu Sans"/>
                <a:ea typeface="DejaVu Sans"/>
                <a:cs typeface="DejaVu Sans"/>
              </a:defRPr>
            </a:lvl3pPr>
            <a:lvl4pPr>
              <a:buNone/>
              <a:defRPr sz="1875" b="0">
                <a:solidFill>
                  <a:srgbClr val="C4B5FD"/>
                </a:solidFill>
                <a:latin typeface="DejaVu Sans"/>
                <a:ea typeface="DejaVu Sans"/>
                <a:cs typeface="DejaVu Sans"/>
              </a:defRPr>
            </a:lvl4pPr>
            <a:lvl5pPr>
              <a:buNone/>
              <a:defRPr sz="1875" b="0">
                <a:solidFill>
                  <a:srgbClr val="C4B5FD"/>
                </a:solidFill>
                <a:latin typeface="DejaVu Sans"/>
                <a:ea typeface="DejaVu Sans"/>
                <a:cs typeface="DejaVu Sans"/>
              </a:defRPr>
            </a:lvl5pPr>
            <a:lvl6pPr>
              <a:buNone/>
              <a:defRPr sz="1875" b="0">
                <a:solidFill>
                  <a:srgbClr val="C4B5FD"/>
                </a:solidFill>
                <a:latin typeface="DejaVu Sans"/>
                <a:ea typeface="DejaVu Sans"/>
                <a:cs typeface="DejaVu Sans"/>
              </a:defRPr>
            </a:lvl6pPr>
            <a:lvl7pPr>
              <a:buNone/>
              <a:defRPr sz="1875" b="0">
                <a:solidFill>
                  <a:srgbClr val="C4B5FD"/>
                </a:solidFill>
                <a:latin typeface="DejaVu Sans"/>
                <a:ea typeface="DejaVu Sans"/>
                <a:cs typeface="DejaVu Sans"/>
              </a:defRPr>
            </a:lvl7pPr>
            <a:lvl8pPr>
              <a:buNone/>
              <a:defRPr sz="1875" b="0">
                <a:solidFill>
                  <a:srgbClr val="C4B5FD"/>
                </a:solidFill>
                <a:latin typeface="DejaVu Sans"/>
                <a:ea typeface="DejaVu Sans"/>
                <a:cs typeface="DejaVu Sans"/>
              </a:defRPr>
            </a:lvl8pPr>
            <a:lvl9pPr>
              <a:buNone/>
              <a:defRPr sz="1875" b="0">
                <a:solidFill>
                  <a:srgbClr val="C4B5FD"/>
                </a:solidFill>
                <a:latin typeface="DejaVu Sans"/>
                <a:ea typeface="DejaVu Sans"/>
                <a:cs typeface="DejaVu Sans"/>
              </a:defRPr>
            </a:lvl9pPr>
          </a:lstStyle>
          <a:p xmlns:a="http://schemas.openxmlformats.org/drawingml/2006/main">
            <a:pPr>
              <a:buNone/>
              <a:defRPr sz="1875" b="0">
                <a:solidFill>
                  <a:srgbClr val="C4B5FD"/>
                </a:solidFill>
                <a:latin typeface="DejaVu Sans"/>
                <a:ea typeface="DejaVu Sans"/>
                <a:cs typeface="DejaVu Sans"/>
              </a:defRPr>
            </a:pPr>
            <a:r>
              <a:rPr sz="1875" b="0">
                <a:solidFill>
                  <a:srgbClr val="C4B5FD"/>
                </a:solidFill>
                <a:latin typeface="DejaVu Sans"/>
                <a:ea typeface="DejaVu Sans"/>
                <a:cs typeface="DejaVu Sans"/>
              </a:rPr>
              <a:t>C</a:t>
            </a:r>
          </a:p>
        </p:txBody>
      </p:sp>
      <p:cxnSp>
        <p:nvCxnSpPr>
          <p:cNvPr id="16" name="normal">
            <a:extLst xmlns:a="http://schemas.openxmlformats.org/drawingml/2006/main">
              <a:ext uri="{FF2B5EF4-FFF2-40B4-BE49-F238E27FC236}">
                <a16:creationId xmlns:a16="http://schemas.microsoft.com/office/drawing/2014/main" id="{CD21A74E-269F-4F4F-A51D-11CA47A1C88E}"/>
              </a:ext>
            </a:extLst>
          </p:cNvPr>
          <p:cNvCxnSpPr/>
          <p:nvPr/>
        </p:nvCxnSpPr>
        <p:spPr>
          <a:xfrm xmlns:a="http://schemas.openxmlformats.org/drawingml/2006/main" rot="-4893697">
            <a:off x="7471742" y="3731371"/>
            <a:ext cx="1997176" cy="0"/>
          </a:xfrm>
          <a:prstGeom xmlns:a="http://schemas.openxmlformats.org/drawingml/2006/main" prst="straightConnector1">
            <a:avLst/>
          </a:prstGeom>
          <a:ln xmlns:a="http://schemas.openxmlformats.org/drawingml/2006/main" w="33338">
            <a:solidFill>
              <a:srgbClr val="FDA4AF"/>
            </a:solidFill>
            <a:prstDash val="solid"/>
            <a:tailEnd type="triangle" w="med" len="med"/>
          </a:ln>
        </p:spPr>
      </p:cxnSp>
      <p:sp>
        <p:nvSpPr>
          <p:cNvPr id="17" name="normal-label">
            <a:extLst xmlns:a="http://schemas.openxmlformats.org/drawingml/2006/main">
              <a:ext uri="{FF2B5EF4-FFF2-40B4-BE49-F238E27FC236}">
                <a16:creationId xmlns:a16="http://schemas.microsoft.com/office/drawing/2014/main" id="{1EF29A88-260F-4C1D-A16A-D6EED357D195}"/>
              </a:ext>
            </a:extLst>
          </p:cNvPr>
          <p:cNvSpPr>
            <a:spLocks xmlns:a="http://schemas.openxmlformats.org/drawingml/2006/main" noGrp="1"/>
          </p:cNvSpPr>
          <p:nvPr/>
        </p:nvSpPr>
        <p:spPr>
          <a:xfrm xmlns:a="http://schemas.openxmlformats.org/drawingml/2006/main">
            <a:off x="8616869" y="2410218"/>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FDA4AF"/>
                </a:solidFill>
                <a:latin typeface="DejaVu Sans"/>
                <a:ea typeface="DejaVu Sans"/>
                <a:cs typeface="DejaVu Sans"/>
              </a:defRPr>
            </a:defPPr>
            <a:lvl1pPr>
              <a:buNone/>
              <a:defRPr sz="1875" b="0">
                <a:solidFill>
                  <a:srgbClr val="FDA4AF"/>
                </a:solidFill>
                <a:latin typeface="DejaVu Sans"/>
                <a:ea typeface="DejaVu Sans"/>
                <a:cs typeface="DejaVu Sans"/>
              </a:defRPr>
            </a:lvl1pPr>
            <a:lvl2pPr>
              <a:buNone/>
              <a:defRPr sz="1875" b="0">
                <a:solidFill>
                  <a:srgbClr val="FDA4AF"/>
                </a:solidFill>
                <a:latin typeface="DejaVu Sans"/>
                <a:ea typeface="DejaVu Sans"/>
                <a:cs typeface="DejaVu Sans"/>
              </a:defRPr>
            </a:lvl2pPr>
            <a:lvl3pPr>
              <a:buNone/>
              <a:defRPr sz="1875" b="0">
                <a:solidFill>
                  <a:srgbClr val="FDA4AF"/>
                </a:solidFill>
                <a:latin typeface="DejaVu Sans"/>
                <a:ea typeface="DejaVu Sans"/>
                <a:cs typeface="DejaVu Sans"/>
              </a:defRPr>
            </a:lvl3pPr>
            <a:lvl4pPr>
              <a:buNone/>
              <a:defRPr sz="1875" b="0">
                <a:solidFill>
                  <a:srgbClr val="FDA4AF"/>
                </a:solidFill>
                <a:latin typeface="DejaVu Sans"/>
                <a:ea typeface="DejaVu Sans"/>
                <a:cs typeface="DejaVu Sans"/>
              </a:defRPr>
            </a:lvl4pPr>
            <a:lvl5pPr>
              <a:buNone/>
              <a:defRPr sz="1875" b="0">
                <a:solidFill>
                  <a:srgbClr val="FDA4AF"/>
                </a:solidFill>
                <a:latin typeface="DejaVu Sans"/>
                <a:ea typeface="DejaVu Sans"/>
                <a:cs typeface="DejaVu Sans"/>
              </a:defRPr>
            </a:lvl5pPr>
            <a:lvl6pPr>
              <a:buNone/>
              <a:defRPr sz="1875" b="0">
                <a:solidFill>
                  <a:srgbClr val="FDA4AF"/>
                </a:solidFill>
                <a:latin typeface="DejaVu Sans"/>
                <a:ea typeface="DejaVu Sans"/>
                <a:cs typeface="DejaVu Sans"/>
              </a:defRPr>
            </a:lvl6pPr>
            <a:lvl7pPr>
              <a:buNone/>
              <a:defRPr sz="1875" b="0">
                <a:solidFill>
                  <a:srgbClr val="FDA4AF"/>
                </a:solidFill>
                <a:latin typeface="DejaVu Sans"/>
                <a:ea typeface="DejaVu Sans"/>
                <a:cs typeface="DejaVu Sans"/>
              </a:defRPr>
            </a:lvl7pPr>
            <a:lvl8pPr>
              <a:buNone/>
              <a:defRPr sz="1875" b="0">
                <a:solidFill>
                  <a:srgbClr val="FDA4AF"/>
                </a:solidFill>
                <a:latin typeface="DejaVu Sans"/>
                <a:ea typeface="DejaVu Sans"/>
                <a:cs typeface="DejaVu Sans"/>
              </a:defRPr>
            </a:lvl8pPr>
            <a:lvl9pPr>
              <a:buNone/>
              <a:defRPr sz="1875" b="0">
                <a:solidFill>
                  <a:srgbClr val="FDA4AF"/>
                </a:solidFill>
                <a:latin typeface="DejaVu Sans"/>
                <a:ea typeface="DejaVu Sans"/>
                <a:cs typeface="DejaVu Sans"/>
              </a:defRPr>
            </a:lvl9pPr>
          </a:lstStyle>
          <a:p xmlns:a="http://schemas.openxmlformats.org/drawingml/2006/main">
            <a:pPr>
              <a:buNone/>
              <a:defRPr sz="1875" b="0">
                <a:solidFill>
                  <a:srgbClr val="FDA4AF"/>
                </a:solidFill>
                <a:latin typeface="DejaVu Sans"/>
                <a:ea typeface="DejaVu Sans"/>
                <a:cs typeface="DejaVu Sans"/>
              </a:defRPr>
            </a:pPr>
            <a:r>
              <a:rPr sz="1875" b="0">
                <a:solidFill>
                  <a:srgbClr val="FDA4AF"/>
                </a:solidFill>
                <a:latin typeface="DejaVu Sans"/>
                <a:ea typeface="DejaVu Sans"/>
                <a:cs typeface="DejaVu Sans"/>
              </a:rPr>
              <a:t>n</a:t>
            </a:r>
          </a:p>
        </p:txBody>
      </p:sp>
      <p:sp>
        <p:nvSpPr>
          <p:cNvPr id="18" name="normal-caption">
            <a:extLst xmlns:a="http://schemas.openxmlformats.org/drawingml/2006/main">
              <a:ext uri="{FF2B5EF4-FFF2-40B4-BE49-F238E27FC236}">
                <a16:creationId xmlns:a16="http://schemas.microsoft.com/office/drawing/2014/main" id="{7E6D4304-3EE6-48C7-A995-442FF7D6D15E}"/>
              </a:ext>
            </a:extLst>
          </p:cNvPr>
          <p:cNvSpPr>
            <a:spLocks xmlns:a="http://schemas.openxmlformats.org/drawingml/2006/main" noGrp="1"/>
          </p:cNvSpPr>
          <p:nvPr/>
        </p:nvSpPr>
        <p:spPr>
          <a:xfrm xmlns:a="http://schemas.openxmlformats.org/drawingml/2006/main">
            <a:off x="7429500" y="5438775"/>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ADB5BF"/>
                </a:solidFill>
                <a:latin typeface="DejaVu Sans"/>
                <a:ea typeface="DejaVu Sans"/>
                <a:cs typeface="DejaVu Sans"/>
              </a:defRPr>
            </a:defPPr>
            <a:lvl1pPr>
              <a:buNone/>
              <a:defRPr sz="1650" b="0">
                <a:solidFill>
                  <a:srgbClr val="ADB5BF"/>
                </a:solidFill>
                <a:latin typeface="DejaVu Sans"/>
                <a:ea typeface="DejaVu Sans"/>
                <a:cs typeface="DejaVu Sans"/>
              </a:defRPr>
            </a:lvl1pPr>
            <a:lvl2pPr>
              <a:buNone/>
              <a:defRPr sz="1650" b="0">
                <a:solidFill>
                  <a:srgbClr val="ADB5BF"/>
                </a:solidFill>
                <a:latin typeface="DejaVu Sans"/>
                <a:ea typeface="DejaVu Sans"/>
                <a:cs typeface="DejaVu Sans"/>
              </a:defRPr>
            </a:lvl2pPr>
            <a:lvl3pPr>
              <a:buNone/>
              <a:defRPr sz="1650" b="0">
                <a:solidFill>
                  <a:srgbClr val="ADB5BF"/>
                </a:solidFill>
                <a:latin typeface="DejaVu Sans"/>
                <a:ea typeface="DejaVu Sans"/>
                <a:cs typeface="DejaVu Sans"/>
              </a:defRPr>
            </a:lvl3pPr>
            <a:lvl4pPr>
              <a:buNone/>
              <a:defRPr sz="1650" b="0">
                <a:solidFill>
                  <a:srgbClr val="ADB5BF"/>
                </a:solidFill>
                <a:latin typeface="DejaVu Sans"/>
                <a:ea typeface="DejaVu Sans"/>
                <a:cs typeface="DejaVu Sans"/>
              </a:defRPr>
            </a:lvl4pPr>
            <a:lvl5pPr>
              <a:buNone/>
              <a:defRPr sz="1650" b="0">
                <a:solidFill>
                  <a:srgbClr val="ADB5BF"/>
                </a:solidFill>
                <a:latin typeface="DejaVu Sans"/>
                <a:ea typeface="DejaVu Sans"/>
                <a:cs typeface="DejaVu Sans"/>
              </a:defRPr>
            </a:lvl5pPr>
            <a:lvl6pPr>
              <a:buNone/>
              <a:defRPr sz="1650" b="0">
                <a:solidFill>
                  <a:srgbClr val="ADB5BF"/>
                </a:solidFill>
                <a:latin typeface="DejaVu Sans"/>
                <a:ea typeface="DejaVu Sans"/>
                <a:cs typeface="DejaVu Sans"/>
              </a:defRPr>
            </a:lvl6pPr>
            <a:lvl7pPr>
              <a:buNone/>
              <a:defRPr sz="1650" b="0">
                <a:solidFill>
                  <a:srgbClr val="ADB5BF"/>
                </a:solidFill>
                <a:latin typeface="DejaVu Sans"/>
                <a:ea typeface="DejaVu Sans"/>
                <a:cs typeface="DejaVu Sans"/>
              </a:defRPr>
            </a:lvl7pPr>
            <a:lvl8pPr>
              <a:buNone/>
              <a:defRPr sz="1650" b="0">
                <a:solidFill>
                  <a:srgbClr val="ADB5BF"/>
                </a:solidFill>
                <a:latin typeface="DejaVu Sans"/>
                <a:ea typeface="DejaVu Sans"/>
                <a:cs typeface="DejaVu Sans"/>
              </a:defRPr>
            </a:lvl8pPr>
            <a:lvl9pPr>
              <a:buNone/>
              <a:defRPr sz="1650" b="0">
                <a:solidFill>
                  <a:srgbClr val="ADB5BF"/>
                </a:solidFill>
                <a:latin typeface="DejaVu Sans"/>
                <a:ea typeface="DejaVu Sans"/>
                <a:cs typeface="DejaVu Sans"/>
              </a:defRPr>
            </a:lvl9pPr>
          </a:lstStyle>
          <a:p xmlns:a="http://schemas.openxmlformats.org/drawingml/2006/main">
            <a:pPr>
              <a:buNone/>
              <a:defRPr sz="1650" b="0">
                <a:solidFill>
                  <a:srgbClr val="ADB5BF"/>
                </a:solidFill>
                <a:latin typeface="DejaVu Sans"/>
                <a:ea typeface="DejaVu Sans"/>
                <a:cs typeface="DejaVu Sans"/>
              </a:defRPr>
            </a:pPr>
            <a:r>
              <a:rPr sz="1650" b="0">
                <a:solidFill>
                  <a:srgbClr val="ADB5BF"/>
                </a:solidFill>
                <a:latin typeface="DejaVu Sans"/>
                <a:ea typeface="DejaVu Sans"/>
                <a:cs typeface="DejaVu Sans"/>
              </a:rPr>
              <a:t>Normal perpendicular to both spans</a:t>
            </a:r>
          </a:p>
        </p:txBody>
      </p:sp>
      <p:sp>
        <p:nvSpPr>
          <p:cNvPr id="19" name="page-number">
            <a:extLst xmlns:a="http://schemas.openxmlformats.org/drawingml/2006/main">
              <a:ext uri="{FF2B5EF4-FFF2-40B4-BE49-F238E27FC236}">
                <a16:creationId xmlns:a16="http://schemas.microsoft.com/office/drawing/2014/main" id="{7B87C863-E804-4D32-BB72-F4E3C387726E}"/>
              </a:ext>
            </a:extLst>
          </p:cNvPr>
          <p:cNvSpPr>
            <a:spLocks xmlns:a="http://schemas.openxmlformats.org/drawingml/2006/main" noGrp="1"/>
          </p:cNvSpPr>
          <p:nvPr/>
        </p:nvSpPr>
        <p:spPr>
          <a:xfrm xmlns:a="http://schemas.openxmlformats.org/drawingml/2006/main">
            <a:off x="11125200" y="641032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12</a:t>
            </a:r>
          </a:p>
        </p:txBody>
      </p:sp>
    </p:spTree>
    <p:extLst>
      <p:ext uri="{BB962C8B-B14F-4D97-AF65-F5344CB8AC3E}">
        <p14:creationId xmlns:p14="http://schemas.microsoft.com/office/powerpoint/2010/main" val="11814611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400" fill="hold"/>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5"/>
                                        </p:tgtEl>
                                        <p:attrNameLst>
                                          <p:attrName>style.visibility</p:attrName>
                                        </p:attrNameLst>
                                      </p:cBhvr>
                                      <p:to>
                                        <p:strVal val="visible"/>
                                      </p:to>
                                    </p:set>
                                    <p:animEffect transition="in" filter="fade">
                                      <p:cBhvr>
                                        <p:cTn id="12" dur="400" fill="hold"/>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6"/>
                                        </p:tgtEl>
                                        <p:attrNameLst>
                                          <p:attrName>style.visibility</p:attrName>
                                        </p:attrNameLst>
                                      </p:cBhvr>
                                      <p:to>
                                        <p:strVal val="visible"/>
                                      </p:to>
                                    </p:set>
                                    <p:animEffect transition="in" filter="fade">
                                      <p:cBhvr>
                                        <p:cTn id="17" dur="400" fill="hold"/>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A9FCE59-DC72-4CFA-BFF1-C87D44137DAB}"/>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Cartesian form back to vector form</a:t>
            </a:r>
          </a:p>
        </p:txBody>
      </p:sp>
      <p:sp>
        <p:nvSpPr>
          <p:cNvPr id="2" name="lead">
            <a:extLst xmlns:a="http://schemas.openxmlformats.org/drawingml/2006/main">
              <a:ext uri="{FF2B5EF4-FFF2-40B4-BE49-F238E27FC236}">
                <a16:creationId xmlns:a16="http://schemas.microsoft.com/office/drawing/2014/main" id="{E7ECFDB1-7559-4181-9E50-59933E70CA7D}"/>
              </a:ext>
            </a:extLst>
          </p:cNvPr>
          <p:cNvSpPr>
            <a:spLocks xmlns:a="http://schemas.openxmlformats.org/drawingml/2006/main" noGrp="1"/>
          </p:cNvSpPr>
          <p:nvPr/>
        </p:nvSpPr>
        <p:spPr>
          <a:xfrm xmlns:a="http://schemas.openxmlformats.org/drawingml/2006/main">
            <a:off x="685800" y="1552575"/>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Choose two coordinates freely, then solve for the third.</a:t>
            </a:r>
          </a:p>
        </p:txBody>
      </p:sp>
      <p:pic>
        <p:nvPicPr>
          <p:cNvPr id="3" name="equation-0" descr="LaTeX: x-y+z=3">
            <a:extLst xmlns:a="http://schemas.openxmlformats.org/drawingml/2006/main">
              <a:ext uri="{FF2B5EF4-FFF2-40B4-BE49-F238E27FC236}">
                <a16:creationId xmlns:a16="http://schemas.microsoft.com/office/drawing/2014/main" id="{7025B328-9DD8-463A-B887-EB6DE4429BF9}"/>
              </a:ext>
            </a:extLst>
          </p:cNvPr>
          <p:cNvPicPr>
            <a:picLocks xmlns:a="http://schemas.openxmlformats.org/drawingml/2006/main" noChangeAspect="1"/>
          </p:cNvPicPr>
          <p:nvPr/>
        </p:nvPicPr>
        <p:blipFill>
          <a:blip xmlns:r="http://schemas.openxmlformats.org/officeDocument/2006/relationships" xmlns:a="http://schemas.openxmlformats.org/drawingml/2006/main" r:embed="Re508816d03454518">
            <a:extLst>
              <a:ext uri="{96DAC541-7B7A-43D3-8B79-37D633B846F1}">
                <asvg:svgBlip xmlns:asvg="http://schemas.microsoft.com/office/drawing/2016/SVG/main" r:embed="R1000c80f4fbe4c3f"/>
              </a:ext>
            </a:extLst>
          </a:blip>
          <a:stretch xmlns:a="http://schemas.openxmlformats.org/drawingml/2006/main"/>
        </p:blipFill>
        <p:spPr>
          <a:xfrm xmlns:a="http://schemas.openxmlformats.org/drawingml/2006/main">
            <a:off x="685800" y="3216865"/>
            <a:ext cx="2268699" cy="374698"/>
          </a:xfrm>
          <a:prstGeom xmlns:a="http://schemas.openxmlformats.org/drawingml/2006/main" prst="rect">
            <a:avLst/>
          </a:prstGeom>
        </p:spPr>
      </p:pic>
      <p:pic>
        <p:nvPicPr>
          <p:cNvPr id="4" name="equation-1" descr="LaTeX: y=u,\quad z=v\quad\Longrightarrow\quad x=3+u-v">
            <a:extLst xmlns:a="http://schemas.openxmlformats.org/drawingml/2006/main">
              <a:ext uri="{FF2B5EF4-FFF2-40B4-BE49-F238E27FC236}">
                <a16:creationId xmlns:a16="http://schemas.microsoft.com/office/drawing/2014/main" id="{6CE8C1A1-5D63-4D26-8E86-75A979396D15}"/>
              </a:ext>
            </a:extLst>
          </p:cNvPr>
          <p:cNvPicPr>
            <a:picLocks xmlns:a="http://schemas.openxmlformats.org/drawingml/2006/main" noChangeAspect="1"/>
          </p:cNvPicPr>
          <p:nvPr/>
        </p:nvPicPr>
        <p:blipFill>
          <a:blip xmlns:r="http://schemas.openxmlformats.org/officeDocument/2006/relationships" xmlns:a="http://schemas.openxmlformats.org/drawingml/2006/main" r:embed="R38d5b0c9915d49e4">
            <a:extLst>
              <a:ext uri="{96DAC541-7B7A-43D3-8B79-37D633B846F1}">
                <asvg:svgBlip xmlns:asvg="http://schemas.microsoft.com/office/drawing/2016/SVG/main" r:embed="Rc0c8e7d9ed05453e"/>
              </a:ext>
            </a:extLst>
          </a:blip>
          <a:stretch xmlns:a="http://schemas.openxmlformats.org/drawingml/2006/main"/>
        </p:blipFill>
        <p:spPr>
          <a:xfrm xmlns:a="http://schemas.openxmlformats.org/drawingml/2006/main">
            <a:off x="685800" y="3877313"/>
            <a:ext cx="6166719" cy="374698"/>
          </a:xfrm>
          <a:prstGeom xmlns:a="http://schemas.openxmlformats.org/drawingml/2006/main" prst="rect">
            <a:avLst/>
          </a:prstGeom>
        </p:spPr>
      </p:pic>
      <p:pic>
        <p:nvPicPr>
          <p:cNvPr id="5" name="equation-2" descr="LaTeX: \vec r=[3,0,0]+u[1,1,0]+v[-1,0,1]">
            <a:extLst xmlns:a="http://schemas.openxmlformats.org/drawingml/2006/main">
              <a:ext uri="{FF2B5EF4-FFF2-40B4-BE49-F238E27FC236}">
                <a16:creationId xmlns:a16="http://schemas.microsoft.com/office/drawing/2014/main" id="{FB65A4FA-E593-48A8-B001-EEC2559263B5}"/>
              </a:ext>
            </a:extLst>
          </p:cNvPr>
          <p:cNvPicPr>
            <a:picLocks xmlns:a="http://schemas.openxmlformats.org/drawingml/2006/main" noChangeAspect="1"/>
          </p:cNvPicPr>
          <p:nvPr/>
        </p:nvPicPr>
        <p:blipFill>
          <a:blip xmlns:r="http://schemas.openxmlformats.org/officeDocument/2006/relationships" xmlns:a="http://schemas.openxmlformats.org/drawingml/2006/main" r:embed="R98ab52684a364c32">
            <a:extLst>
              <a:ext uri="{96DAC541-7B7A-43D3-8B79-37D633B846F1}">
                <asvg:svgBlip xmlns:asvg="http://schemas.microsoft.com/office/drawing/2016/SVG/main" r:embed="Rc2eaf7e4629f4546"/>
              </a:ext>
            </a:extLst>
          </a:blip>
          <a:stretch xmlns:a="http://schemas.openxmlformats.org/drawingml/2006/main"/>
        </p:blipFill>
        <p:spPr>
          <a:xfrm xmlns:a="http://schemas.openxmlformats.org/drawingml/2006/main">
            <a:off x="685800" y="4537761"/>
            <a:ext cx="5581594" cy="436875"/>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885E1287-402F-4D25-A6FE-2C99E3B31D68}"/>
              </a:ext>
            </a:extLst>
          </p:cNvPr>
          <p:cNvSpPr>
            <a:spLocks xmlns:a="http://schemas.openxmlformats.org/drawingml/2006/main" noGrp="1"/>
          </p:cNvSpPr>
          <p:nvPr/>
        </p:nvSpPr>
        <p:spPr>
          <a:xfrm xmlns:a="http://schemas.openxmlformats.org/drawingml/2006/main">
            <a:off x="11125200" y="641032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13</a:t>
            </a:r>
          </a:p>
        </p:txBody>
      </p:sp>
    </p:spTree>
    <p:extLst>
      <p:ext uri="{BB962C8B-B14F-4D97-AF65-F5344CB8AC3E}">
        <p14:creationId xmlns:p14="http://schemas.microsoft.com/office/powerpoint/2010/main" val="48641880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400" fill="hold"/>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5"/>
                                        </p:tgtEl>
                                        <p:attrNameLst>
                                          <p:attrName>style.visibility</p:attrName>
                                        </p:attrNameLst>
                                      </p:cBhvr>
                                      <p:to>
                                        <p:strVal val="visible"/>
                                      </p:to>
                                    </p:set>
                                    <p:animEffect transition="in" filter="fade">
                                      <p:cBhvr>
                                        <p:cTn id="12" dur="400" fill="hold"/>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D5E8FC70-32ED-4DAB-8F51-0A492992777F}"/>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Parametric to Cartesian by elimination</a:t>
            </a:r>
          </a:p>
        </p:txBody>
      </p:sp>
      <p:sp>
        <p:nvSpPr>
          <p:cNvPr id="2" name="page-number">
            <a:extLst xmlns:a="http://schemas.openxmlformats.org/drawingml/2006/main">
              <a:ext uri="{FF2B5EF4-FFF2-40B4-BE49-F238E27FC236}">
                <a16:creationId xmlns:a16="http://schemas.microsoft.com/office/drawing/2014/main" id="{14B8D1D0-DC48-47A9-AF2A-A3A09A48FB86}"/>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14</a:t>
            </a:r>
          </a:p>
        </p:txBody>
      </p:sp>
      <p:sp>
        <p:nvSpPr>
          <p:cNvPr id="3" name="lead">
            <a:extLst xmlns:a="http://schemas.openxmlformats.org/drawingml/2006/main">
              <a:ext uri="{FF2B5EF4-FFF2-40B4-BE49-F238E27FC236}">
                <a16:creationId xmlns:a16="http://schemas.microsoft.com/office/drawing/2014/main" id="{807D7CC1-AF9F-42AC-8460-722A716661F7}"/>
              </a:ext>
            </a:extLst>
          </p:cNvPr>
          <p:cNvSpPr>
            <a:spLocks xmlns:a="http://schemas.openxmlformats.org/drawingml/2006/main" noGrp="1"/>
          </p:cNvSpPr>
          <p:nvPr/>
        </p:nvSpPr>
        <p:spPr>
          <a:xfrm xmlns:a="http://schemas.openxmlformats.org/drawingml/2006/main">
            <a:off x="685800" y="1552575"/>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Remove both parameters and retain the coordinate relationship.</a:t>
            </a:r>
          </a:p>
        </p:txBody>
      </p:sp>
      <p:pic>
        <p:nvPicPr>
          <p:cNvPr id="4" name="equation-0" descr="LaTeX: x=1+s,\quad y=s+t,\quad z=2+t">
            <a:extLst xmlns:a="http://schemas.openxmlformats.org/drawingml/2006/main">
              <a:ext uri="{FF2B5EF4-FFF2-40B4-BE49-F238E27FC236}">
                <a16:creationId xmlns:a16="http://schemas.microsoft.com/office/drawing/2014/main" id="{CCD56CC3-CC58-4738-ACDD-0D0F189AE150}"/>
              </a:ext>
            </a:extLst>
          </p:cNvPr>
          <p:cNvPicPr>
            <a:picLocks xmlns:a="http://schemas.openxmlformats.org/drawingml/2006/main" noChangeAspect="1"/>
          </p:cNvPicPr>
          <p:nvPr/>
        </p:nvPicPr>
        <p:blipFill>
          <a:blip xmlns:r="http://schemas.openxmlformats.org/officeDocument/2006/relationships" xmlns:a="http://schemas.openxmlformats.org/drawingml/2006/main" r:embed="R47907b695ab344b6">
            <a:extLst>
              <a:ext uri="{96DAC541-7B7A-43D3-8B79-37D633B846F1}">
                <asvg:svgBlip xmlns:asvg="http://schemas.microsoft.com/office/drawing/2016/SVG/main" r:embed="R0559e47ef3d34293"/>
              </a:ext>
            </a:extLst>
          </a:blip>
          <a:stretch xmlns:a="http://schemas.openxmlformats.org/drawingml/2006/main"/>
        </p:blipFill>
        <p:spPr>
          <a:xfrm xmlns:a="http://schemas.openxmlformats.org/drawingml/2006/main">
            <a:off x="685800" y="2891403"/>
            <a:ext cx="5570945" cy="374698"/>
          </a:xfrm>
          <a:prstGeom xmlns:a="http://schemas.openxmlformats.org/drawingml/2006/main" prst="rect">
            <a:avLst/>
          </a:prstGeom>
        </p:spPr>
      </p:pic>
      <p:pic>
        <p:nvPicPr>
          <p:cNvPr id="5" name="equation-1" descr="LaTeX: s=x-1,\quad t=z-2">
            <a:extLst xmlns:a="http://schemas.openxmlformats.org/drawingml/2006/main">
              <a:ext uri="{FF2B5EF4-FFF2-40B4-BE49-F238E27FC236}">
                <a16:creationId xmlns:a16="http://schemas.microsoft.com/office/drawing/2014/main" id="{4699F90D-527F-4BAE-B2BD-D742142F6FBD}"/>
              </a:ext>
            </a:extLst>
          </p:cNvPr>
          <p:cNvPicPr>
            <a:picLocks xmlns:a="http://schemas.openxmlformats.org/drawingml/2006/main" noChangeAspect="1"/>
          </p:cNvPicPr>
          <p:nvPr/>
        </p:nvPicPr>
        <p:blipFill>
          <a:blip xmlns:r="http://schemas.openxmlformats.org/officeDocument/2006/relationships" xmlns:a="http://schemas.openxmlformats.org/drawingml/2006/main" r:embed="Ra20ac7e5313a4a9f">
            <a:extLst>
              <a:ext uri="{96DAC541-7B7A-43D3-8B79-37D633B846F1}">
                <asvg:svgBlip xmlns:asvg="http://schemas.microsoft.com/office/drawing/2016/SVG/main" r:embed="R69def5f4d32e4150"/>
              </a:ext>
            </a:extLst>
          </a:blip>
          <a:stretch xmlns:a="http://schemas.openxmlformats.org/drawingml/2006/main"/>
        </p:blipFill>
        <p:spPr>
          <a:xfrm xmlns:a="http://schemas.openxmlformats.org/drawingml/2006/main">
            <a:off x="685800" y="3532801"/>
            <a:ext cx="3615571" cy="374698"/>
          </a:xfrm>
          <a:prstGeom xmlns:a="http://schemas.openxmlformats.org/drawingml/2006/main" prst="rect">
            <a:avLst/>
          </a:prstGeom>
        </p:spPr>
      </p:pic>
      <p:pic>
        <p:nvPicPr>
          <p:cNvPr id="6" name="equation-2" descr="LaTeX: y=(x-1)+(z-2)">
            <a:extLst xmlns:a="http://schemas.openxmlformats.org/drawingml/2006/main">
              <a:ext uri="{FF2B5EF4-FFF2-40B4-BE49-F238E27FC236}">
                <a16:creationId xmlns:a16="http://schemas.microsoft.com/office/drawing/2014/main" id="{86AB010F-4B77-487E-9D78-9672BF6E4EFA}"/>
              </a:ext>
            </a:extLst>
          </p:cNvPr>
          <p:cNvPicPr>
            <a:picLocks xmlns:a="http://schemas.openxmlformats.org/drawingml/2006/main" noChangeAspect="1"/>
          </p:cNvPicPr>
          <p:nvPr/>
        </p:nvPicPr>
        <p:blipFill>
          <a:blip xmlns:r="http://schemas.openxmlformats.org/officeDocument/2006/relationships" xmlns:a="http://schemas.openxmlformats.org/drawingml/2006/main" r:embed="R16e3c68620174c90">
            <a:extLst>
              <a:ext uri="{96DAC541-7B7A-43D3-8B79-37D633B846F1}">
                <asvg:svgBlip xmlns:asvg="http://schemas.microsoft.com/office/drawing/2016/SVG/main" r:embed="Re3d49f296c1e40ce"/>
              </a:ext>
            </a:extLst>
          </a:blip>
          <a:stretch xmlns:a="http://schemas.openxmlformats.org/drawingml/2006/main"/>
        </p:blipFill>
        <p:spPr>
          <a:xfrm xmlns:a="http://schemas.openxmlformats.org/drawingml/2006/main">
            <a:off x="685800" y="4174199"/>
            <a:ext cx="3478127" cy="436875"/>
          </a:xfrm>
          <a:prstGeom xmlns:a="http://schemas.openxmlformats.org/drawingml/2006/main" prst="rect">
            <a:avLst/>
          </a:prstGeom>
        </p:spPr>
      </p:pic>
      <p:pic>
        <p:nvPicPr>
          <p:cNvPr id="7" name="equation-3" descr="LaTeX: x-y+z=3">
            <a:extLst xmlns:a="http://schemas.openxmlformats.org/drawingml/2006/main">
              <a:ext uri="{FF2B5EF4-FFF2-40B4-BE49-F238E27FC236}">
                <a16:creationId xmlns:a16="http://schemas.microsoft.com/office/drawing/2014/main" id="{05D511D9-5CCF-4E78-8542-F9FC5135273F}"/>
              </a:ext>
            </a:extLst>
          </p:cNvPr>
          <p:cNvPicPr>
            <a:picLocks xmlns:a="http://schemas.openxmlformats.org/drawingml/2006/main" noChangeAspect="1"/>
          </p:cNvPicPr>
          <p:nvPr/>
        </p:nvPicPr>
        <p:blipFill>
          <a:blip xmlns:r="http://schemas.openxmlformats.org/officeDocument/2006/relationships" xmlns:a="http://schemas.openxmlformats.org/drawingml/2006/main" r:embed="R9ce07453a5f1498f">
            <a:extLst>
              <a:ext uri="{96DAC541-7B7A-43D3-8B79-37D633B846F1}">
                <asvg:svgBlip xmlns:asvg="http://schemas.microsoft.com/office/drawing/2016/SVG/main" r:embed="R84986d2fda654186"/>
              </a:ext>
            </a:extLst>
          </a:blip>
          <a:stretch xmlns:a="http://schemas.openxmlformats.org/drawingml/2006/main"/>
        </p:blipFill>
        <p:spPr>
          <a:xfrm xmlns:a="http://schemas.openxmlformats.org/drawingml/2006/main">
            <a:off x="685800" y="4877774"/>
            <a:ext cx="2268699" cy="374698"/>
          </a:xfrm>
          <a:prstGeom xmlns:a="http://schemas.openxmlformats.org/drawingml/2006/main" prst="rect">
            <a:avLst/>
          </a:prstGeom>
        </p:spPr>
      </p:pic>
    </p:spTree>
    <p:extLst>
      <p:ext uri="{BB962C8B-B14F-4D97-AF65-F5344CB8AC3E}">
        <p14:creationId xmlns:p14="http://schemas.microsoft.com/office/powerpoint/2010/main" val="83046492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AF474CD5-6DC4-4A19-9FFB-76E9B0C2A98C}"/>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A point and a normal</a:t>
            </a:r>
          </a:p>
        </p:txBody>
      </p:sp>
      <p:sp>
        <p:nvSpPr>
          <p:cNvPr id="2" name="page-number">
            <a:extLst xmlns:a="http://schemas.openxmlformats.org/drawingml/2006/main">
              <a:ext uri="{FF2B5EF4-FFF2-40B4-BE49-F238E27FC236}">
                <a16:creationId xmlns:a16="http://schemas.microsoft.com/office/drawing/2014/main" id="{3B9FE414-CFA4-48C4-8655-42E7A5BEB68A}"/>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15</a:t>
            </a:r>
          </a:p>
        </p:txBody>
      </p:sp>
      <p:sp>
        <p:nvSpPr>
          <p:cNvPr id="3" name="lead">
            <a:extLst xmlns:a="http://schemas.openxmlformats.org/drawingml/2006/main">
              <a:ext uri="{FF2B5EF4-FFF2-40B4-BE49-F238E27FC236}">
                <a16:creationId xmlns:a16="http://schemas.microsoft.com/office/drawing/2014/main" id="{F6BF0086-FD20-41B3-8E71-9AF70166E239}"/>
              </a:ext>
            </a:extLst>
          </p:cNvPr>
          <p:cNvSpPr>
            <a:spLocks xmlns:a="http://schemas.openxmlformats.org/drawingml/2006/main" noGrp="1"/>
          </p:cNvSpPr>
          <p:nvPr/>
        </p:nvSpPr>
        <p:spPr>
          <a:xfrm xmlns:a="http://schemas.openxmlformats.org/drawingml/2006/main">
            <a:off x="685800" y="1552575"/>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Use the normal as the Cartesian coefficients, then substitute the point.</a:t>
            </a:r>
          </a:p>
        </p:txBody>
      </p:sp>
      <p:pic>
        <p:nvPicPr>
          <p:cNvPr id="4" name="equation-0" descr="LaTeX: A(2,-1,3),\quad\vec n=[1,2,-1]">
            <a:extLst xmlns:a="http://schemas.openxmlformats.org/drawingml/2006/main">
              <a:ext uri="{FF2B5EF4-FFF2-40B4-BE49-F238E27FC236}">
                <a16:creationId xmlns:a16="http://schemas.microsoft.com/office/drawing/2014/main" id="{E7E3B5E3-B742-4D94-A9B4-F994A4E14B2C}"/>
              </a:ext>
            </a:extLst>
          </p:cNvPr>
          <p:cNvPicPr>
            <a:picLocks xmlns:a="http://schemas.openxmlformats.org/drawingml/2006/main" noChangeAspect="1"/>
          </p:cNvPicPr>
          <p:nvPr/>
        </p:nvPicPr>
        <p:blipFill>
          <a:blip xmlns:r="http://schemas.openxmlformats.org/officeDocument/2006/relationships" xmlns:a="http://schemas.openxmlformats.org/drawingml/2006/main" r:embed="R6c6cbf3884cf4ae6">
            <a:extLst>
              <a:ext uri="{96DAC541-7B7A-43D3-8B79-37D633B846F1}">
                <asvg:svgBlip xmlns:asvg="http://schemas.microsoft.com/office/drawing/2016/SVG/main" r:embed="R6ee670c7284846e0"/>
              </a:ext>
            </a:extLst>
          </a:blip>
          <a:stretch xmlns:a="http://schemas.openxmlformats.org/drawingml/2006/main"/>
        </p:blipFill>
        <p:spPr>
          <a:xfrm xmlns:a="http://schemas.openxmlformats.org/drawingml/2006/main">
            <a:off x="685800" y="2477439"/>
            <a:ext cx="4427821" cy="436875"/>
          </a:xfrm>
          <a:prstGeom xmlns:a="http://schemas.openxmlformats.org/drawingml/2006/main" prst="rect">
            <a:avLst/>
          </a:prstGeom>
        </p:spPr>
      </p:pic>
      <p:pic>
        <p:nvPicPr>
          <p:cNvPr id="5" name="equation-1" descr="LaTeX: [1,2,-1]\cdot[x-2,y+1,z-3]=0">
            <a:extLst xmlns:a="http://schemas.openxmlformats.org/drawingml/2006/main">
              <a:ext uri="{FF2B5EF4-FFF2-40B4-BE49-F238E27FC236}">
                <a16:creationId xmlns:a16="http://schemas.microsoft.com/office/drawing/2014/main" id="{736060F5-6EA6-4B46-8475-FA76F9DD2CC2}"/>
              </a:ext>
            </a:extLst>
          </p:cNvPr>
          <p:cNvPicPr>
            <a:picLocks xmlns:a="http://schemas.openxmlformats.org/drawingml/2006/main" noChangeAspect="1"/>
          </p:cNvPicPr>
          <p:nvPr/>
        </p:nvPicPr>
        <p:blipFill>
          <a:blip xmlns:r="http://schemas.openxmlformats.org/officeDocument/2006/relationships" xmlns:a="http://schemas.openxmlformats.org/drawingml/2006/main" r:embed="R193a8802ebbf4839">
            <a:extLst>
              <a:ext uri="{96DAC541-7B7A-43D3-8B79-37D633B846F1}">
                <asvg:svgBlip xmlns:asvg="http://schemas.microsoft.com/office/drawing/2016/SVG/main" r:embed="R25fca1cc9a194498"/>
              </a:ext>
            </a:extLst>
          </a:blip>
          <a:stretch xmlns:a="http://schemas.openxmlformats.org/drawingml/2006/main"/>
        </p:blipFill>
        <p:spPr>
          <a:xfrm xmlns:a="http://schemas.openxmlformats.org/drawingml/2006/main">
            <a:off x="685800" y="3181014"/>
            <a:ext cx="5481137" cy="436875"/>
          </a:xfrm>
          <a:prstGeom xmlns:a="http://schemas.openxmlformats.org/drawingml/2006/main" prst="rect">
            <a:avLst/>
          </a:prstGeom>
        </p:spPr>
      </p:pic>
      <p:pic>
        <p:nvPicPr>
          <p:cNvPr id="6" name="equation-2" descr="LaTeX: (x-2)+2(y+1)-(z-3)=0">
            <a:extLst xmlns:a="http://schemas.openxmlformats.org/drawingml/2006/main">
              <a:ext uri="{FF2B5EF4-FFF2-40B4-BE49-F238E27FC236}">
                <a16:creationId xmlns:a16="http://schemas.microsoft.com/office/drawing/2014/main" id="{8F5DEBDD-617B-41B1-91B0-D176443EBC15}"/>
              </a:ext>
            </a:extLst>
          </p:cNvPr>
          <p:cNvPicPr>
            <a:picLocks xmlns:a="http://schemas.openxmlformats.org/drawingml/2006/main" noChangeAspect="1"/>
          </p:cNvPicPr>
          <p:nvPr/>
        </p:nvPicPr>
        <p:blipFill>
          <a:blip xmlns:r="http://schemas.openxmlformats.org/officeDocument/2006/relationships" xmlns:a="http://schemas.openxmlformats.org/drawingml/2006/main" r:embed="Ra8f92a4dced944e5">
            <a:extLst>
              <a:ext uri="{96DAC541-7B7A-43D3-8B79-37D633B846F1}">
                <asvg:svgBlip xmlns:asvg="http://schemas.microsoft.com/office/drawing/2016/SVG/main" r:embed="R33f9a7529f4e458f"/>
              </a:ext>
            </a:extLst>
          </a:blip>
          <a:stretch xmlns:a="http://schemas.openxmlformats.org/drawingml/2006/main"/>
        </p:blipFill>
        <p:spPr>
          <a:xfrm xmlns:a="http://schemas.openxmlformats.org/drawingml/2006/main">
            <a:off x="685800" y="3884588"/>
            <a:ext cx="5223751" cy="436875"/>
          </a:xfrm>
          <a:prstGeom xmlns:a="http://schemas.openxmlformats.org/drawingml/2006/main" prst="rect">
            <a:avLst/>
          </a:prstGeom>
        </p:spPr>
      </p:pic>
      <p:pic>
        <p:nvPicPr>
          <p:cNvPr id="7" name="equation-3" descr="LaTeX: x+2y-z+3=0">
            <a:extLst xmlns:a="http://schemas.openxmlformats.org/drawingml/2006/main">
              <a:ext uri="{FF2B5EF4-FFF2-40B4-BE49-F238E27FC236}">
                <a16:creationId xmlns:a16="http://schemas.microsoft.com/office/drawing/2014/main" id="{ACEFDF9E-5797-4D38-AF21-4F54D5694370}"/>
              </a:ext>
            </a:extLst>
          </p:cNvPr>
          <p:cNvPicPr>
            <a:picLocks xmlns:a="http://schemas.openxmlformats.org/drawingml/2006/main" noChangeAspect="1"/>
          </p:cNvPicPr>
          <p:nvPr/>
        </p:nvPicPr>
        <p:blipFill>
          <a:blip xmlns:r="http://schemas.openxmlformats.org/officeDocument/2006/relationships" xmlns:a="http://schemas.openxmlformats.org/drawingml/2006/main" r:embed="R1944acb5968f4b6b">
            <a:extLst>
              <a:ext uri="{96DAC541-7B7A-43D3-8B79-37D633B846F1}">
                <asvg:svgBlip xmlns:asvg="http://schemas.microsoft.com/office/drawing/2016/SVG/main" r:embed="Rd2d4502be9084764"/>
              </a:ext>
            </a:extLst>
          </a:blip>
          <a:stretch xmlns:a="http://schemas.openxmlformats.org/drawingml/2006/main"/>
        </p:blipFill>
        <p:spPr>
          <a:xfrm xmlns:a="http://schemas.openxmlformats.org/drawingml/2006/main">
            <a:off x="685800" y="4588163"/>
            <a:ext cx="3081469" cy="374698"/>
          </a:xfrm>
          <a:prstGeom xmlns:a="http://schemas.openxmlformats.org/drawingml/2006/main" prst="rect">
            <a:avLst/>
          </a:prstGeom>
        </p:spPr>
      </p:pic>
      <p:pic>
        <p:nvPicPr>
          <p:cNvPr id="8" name="equation-4" descr="LaTeX: 2+2(-1)-3+3=0">
            <a:extLst xmlns:a="http://schemas.openxmlformats.org/drawingml/2006/main">
              <a:ext uri="{FF2B5EF4-FFF2-40B4-BE49-F238E27FC236}">
                <a16:creationId xmlns:a16="http://schemas.microsoft.com/office/drawing/2014/main" id="{D7EF712C-E919-42FE-9EB2-487454C343C1}"/>
              </a:ext>
            </a:extLst>
          </p:cNvPr>
          <p:cNvPicPr>
            <a:picLocks xmlns:a="http://schemas.openxmlformats.org/drawingml/2006/main" noChangeAspect="1"/>
          </p:cNvPicPr>
          <p:nvPr/>
        </p:nvPicPr>
        <p:blipFill>
          <a:blip xmlns:r="http://schemas.openxmlformats.org/officeDocument/2006/relationships" xmlns:a="http://schemas.openxmlformats.org/drawingml/2006/main" r:embed="Rbf93fdf77ae94016">
            <a:extLst>
              <a:ext uri="{96DAC541-7B7A-43D3-8B79-37D633B846F1}">
                <asvg:svgBlip xmlns:asvg="http://schemas.microsoft.com/office/drawing/2016/SVG/main" r:embed="R480952724b1d44b9"/>
              </a:ext>
            </a:extLst>
          </a:blip>
          <a:stretch xmlns:a="http://schemas.openxmlformats.org/drawingml/2006/main"/>
        </p:blipFill>
        <p:spPr>
          <a:xfrm xmlns:a="http://schemas.openxmlformats.org/drawingml/2006/main">
            <a:off x="685800" y="5229561"/>
            <a:ext cx="3586254" cy="436875"/>
          </a:xfrm>
          <a:prstGeom xmlns:a="http://schemas.openxmlformats.org/drawingml/2006/main" prst="rect">
            <a:avLst/>
          </a:prstGeom>
        </p:spPr>
      </p:pic>
    </p:spTree>
    <p:extLst>
      <p:ext uri="{BB962C8B-B14F-4D97-AF65-F5344CB8AC3E}">
        <p14:creationId xmlns:p14="http://schemas.microsoft.com/office/powerpoint/2010/main" val="155286453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29" name="title">
            <a:extLst xmlns:a="http://schemas.openxmlformats.org/drawingml/2006/main">
              <a:ext uri="{FF2B5EF4-FFF2-40B4-BE49-F238E27FC236}">
                <a16:creationId xmlns:a16="http://schemas.microsoft.com/office/drawing/2014/main" id="{6CB2CD7F-1BF7-4284-8410-CF056AF826FB}"/>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Other ways to determine a plane</a:t>
            </a:r>
          </a:p>
        </p:txBody>
      </p:sp>
      <p:sp>
        <p:nvSpPr>
          <p:cNvPr id="2" name="lead">
            <a:extLst xmlns:a="http://schemas.openxmlformats.org/drawingml/2006/main">
              <a:ext uri="{FF2B5EF4-FFF2-40B4-BE49-F238E27FC236}">
                <a16:creationId xmlns:a16="http://schemas.microsoft.com/office/drawing/2014/main" id="{A146A8B2-99FC-471D-987A-DE8EE53C2E75}"/>
              </a:ext>
            </a:extLst>
          </p:cNvPr>
          <p:cNvSpPr>
            <a:spLocks xmlns:a="http://schemas.openxmlformats.org/drawingml/2006/main" noGrp="1"/>
          </p:cNvSpPr>
          <p:nvPr/>
        </p:nvSpPr>
        <p:spPr>
          <a:xfrm xmlns:a="http://schemas.openxmlformats.org/drawingml/2006/main">
            <a:off x="685800" y="1552575"/>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Each construction must provide a point and two independent directions.</a:t>
            </a:r>
          </a:p>
        </p:txBody>
      </p:sp>
      <p:pic>
        <p:nvPicPr>
          <p:cNvPr id="3" name="equation-0" descr="LaTeX: \vec r=\vec A+s\overrightarrow{AB}+t\overrightarrow{AC}">
            <a:extLst xmlns:a="http://schemas.openxmlformats.org/drawingml/2006/main">
              <a:ext uri="{FF2B5EF4-FFF2-40B4-BE49-F238E27FC236}">
                <a16:creationId xmlns:a16="http://schemas.microsoft.com/office/drawing/2014/main" id="{139E07D6-A872-4DBB-83C4-0F156E085D33}"/>
              </a:ext>
            </a:extLst>
          </p:cNvPr>
          <p:cNvPicPr>
            <a:picLocks xmlns:a="http://schemas.openxmlformats.org/drawingml/2006/main" noChangeAspect="1"/>
          </p:cNvPicPr>
          <p:nvPr/>
        </p:nvPicPr>
        <p:blipFill>
          <a:blip xmlns:r="http://schemas.openxmlformats.org/officeDocument/2006/relationships" xmlns:a="http://schemas.openxmlformats.org/drawingml/2006/main" r:embed="R1e651ac1689d4789">
            <a:extLst>
              <a:ext uri="{96DAC541-7B7A-43D3-8B79-37D633B846F1}">
                <asvg:svgBlip xmlns:asvg="http://schemas.microsoft.com/office/drawing/2016/SVG/main" r:embed="R42e7a88978354558"/>
              </a:ext>
            </a:extLst>
          </a:blip>
          <a:stretch xmlns:a="http://schemas.openxmlformats.org/drawingml/2006/main"/>
        </p:blipFill>
        <p:spPr>
          <a:xfrm xmlns:a="http://schemas.openxmlformats.org/drawingml/2006/main">
            <a:off x="685800" y="2524125"/>
            <a:ext cx="3108160" cy="437112"/>
          </a:xfrm>
          <a:prstGeom xmlns:a="http://schemas.openxmlformats.org/drawingml/2006/main" prst="rect">
            <a:avLst/>
          </a:prstGeom>
        </p:spPr>
      </p:pic>
      <p:pic>
        <p:nvPicPr>
          <p:cNvPr id="4" name="equation-1" descr="LaTeX: \vec r=\vec P+s\vec d_1+t\vec d_2">
            <a:extLst xmlns:a="http://schemas.openxmlformats.org/drawingml/2006/main">
              <a:ext uri="{FF2B5EF4-FFF2-40B4-BE49-F238E27FC236}">
                <a16:creationId xmlns:a16="http://schemas.microsoft.com/office/drawing/2014/main" id="{809B990E-E365-4A62-9C93-D0FD9139A122}"/>
              </a:ext>
            </a:extLst>
          </p:cNvPr>
          <p:cNvPicPr>
            <a:picLocks xmlns:a="http://schemas.openxmlformats.org/drawingml/2006/main" noChangeAspect="1"/>
          </p:cNvPicPr>
          <p:nvPr/>
        </p:nvPicPr>
        <p:blipFill>
          <a:blip xmlns:r="http://schemas.openxmlformats.org/officeDocument/2006/relationships" xmlns:a="http://schemas.openxmlformats.org/drawingml/2006/main" r:embed="R525479269da74b08">
            <a:extLst>
              <a:ext uri="{96DAC541-7B7A-43D3-8B79-37D633B846F1}">
                <asvg:svgBlip xmlns:asvg="http://schemas.microsoft.com/office/drawing/2016/SVG/main" r:embed="R8db29208d4f948bd"/>
              </a:ext>
            </a:extLst>
          </a:blip>
          <a:stretch xmlns:a="http://schemas.openxmlformats.org/drawingml/2006/main"/>
        </p:blipFill>
        <p:spPr>
          <a:xfrm xmlns:a="http://schemas.openxmlformats.org/drawingml/2006/main">
            <a:off x="685800" y="3170787"/>
            <a:ext cx="2645373" cy="441698"/>
          </a:xfrm>
          <a:prstGeom xmlns:a="http://schemas.openxmlformats.org/drawingml/2006/main" prst="rect">
            <a:avLst/>
          </a:prstGeom>
        </p:spPr>
      </p:pic>
      <p:pic>
        <p:nvPicPr>
          <p:cNvPr id="5" name="equation-2" descr="LaTeX: \vec r=\vec P+s\vec d+t(\vec Q-\vec P)">
            <a:extLst xmlns:a="http://schemas.openxmlformats.org/drawingml/2006/main">
              <a:ext uri="{FF2B5EF4-FFF2-40B4-BE49-F238E27FC236}">
                <a16:creationId xmlns:a16="http://schemas.microsoft.com/office/drawing/2014/main" id="{7617924A-080C-4040-81DF-5E4D5A3907F4}"/>
              </a:ext>
            </a:extLst>
          </p:cNvPr>
          <p:cNvPicPr>
            <a:picLocks xmlns:a="http://schemas.openxmlformats.org/drawingml/2006/main" noChangeAspect="1"/>
          </p:cNvPicPr>
          <p:nvPr/>
        </p:nvPicPr>
        <p:blipFill>
          <a:blip xmlns:r="http://schemas.openxmlformats.org/officeDocument/2006/relationships" xmlns:a="http://schemas.openxmlformats.org/drawingml/2006/main" r:embed="Rcca7943099074fa8">
            <a:extLst>
              <a:ext uri="{96DAC541-7B7A-43D3-8B79-37D633B846F1}">
                <asvg:svgBlip xmlns:asvg="http://schemas.microsoft.com/office/drawing/2016/SVG/main" r:embed="Ra105f3ad48044243"/>
              </a:ext>
            </a:extLst>
          </a:blip>
          <a:stretch xmlns:a="http://schemas.openxmlformats.org/drawingml/2006/main"/>
        </p:blipFill>
        <p:spPr>
          <a:xfrm xmlns:a="http://schemas.openxmlformats.org/drawingml/2006/main">
            <a:off x="685800" y="3822035"/>
            <a:ext cx="3455332" cy="476817"/>
          </a:xfrm>
          <a:prstGeom xmlns:a="http://schemas.openxmlformats.org/drawingml/2006/main" prst="rect">
            <a:avLst/>
          </a:prstGeom>
        </p:spPr>
      </p:pic>
      <p:pic>
        <p:nvPicPr>
          <p:cNvPr id="6" name="equation-3" descr="LaTeX: \vec r=\vec P+s\vec d+t(\vec R-\vec P)">
            <a:extLst xmlns:a="http://schemas.openxmlformats.org/drawingml/2006/main">
              <a:ext uri="{FF2B5EF4-FFF2-40B4-BE49-F238E27FC236}">
                <a16:creationId xmlns:a16="http://schemas.microsoft.com/office/drawing/2014/main" id="{BF528ADB-3101-463F-A4A1-EE97F0FD0D7F}"/>
              </a:ext>
            </a:extLst>
          </p:cNvPr>
          <p:cNvPicPr>
            <a:picLocks xmlns:a="http://schemas.openxmlformats.org/drawingml/2006/main" noChangeAspect="1"/>
          </p:cNvPicPr>
          <p:nvPr/>
        </p:nvPicPr>
        <p:blipFill>
          <a:blip xmlns:r="http://schemas.openxmlformats.org/officeDocument/2006/relationships" xmlns:a="http://schemas.openxmlformats.org/drawingml/2006/main" r:embed="R70ee218ceada4566">
            <a:extLst>
              <a:ext uri="{96DAC541-7B7A-43D3-8B79-37D633B846F1}">
                <asvg:svgBlip xmlns:asvg="http://schemas.microsoft.com/office/drawing/2016/SVG/main" r:embed="Rdf5cf7fb35624fdb"/>
              </a:ext>
            </a:extLst>
          </a:blip>
          <a:stretch xmlns:a="http://schemas.openxmlformats.org/drawingml/2006/main"/>
        </p:blipFill>
        <p:spPr>
          <a:xfrm xmlns:a="http://schemas.openxmlformats.org/drawingml/2006/main">
            <a:off x="685800" y="4508402"/>
            <a:ext cx="3447545" cy="476817"/>
          </a:xfrm>
          <a:prstGeom xmlns:a="http://schemas.openxmlformats.org/drawingml/2006/main" prst="rect">
            <a:avLst/>
          </a:prstGeom>
        </p:spPr>
      </p:pic>
      <p:sp>
        <p:nvSpPr>
          <p:cNvPr id="7" name="def-plane-0">
            <a:extLst xmlns:a="http://schemas.openxmlformats.org/drawingml/2006/main">
              <a:ext uri="{FF2B5EF4-FFF2-40B4-BE49-F238E27FC236}">
                <a16:creationId xmlns:a16="http://schemas.microsoft.com/office/drawing/2014/main" id="{395CED32-4140-43F3-B238-BE5EB8CB2564}"/>
              </a:ext>
            </a:extLst>
          </p:cNvPr>
          <p:cNvSpPr>
            <a:spLocks xmlns:a="http://schemas.openxmlformats.org/drawingml/2006/main" noGrp="1"/>
          </p:cNvSpPr>
          <p:nvPr/>
        </p:nvSpPr>
        <p:spPr>
          <a:xfrm xmlns:a="http://schemas.openxmlformats.org/drawingml/2006/main">
            <a:off x="7524750" y="2809875"/>
            <a:ext cx="1762125" cy="1000125"/>
          </a:xfrm>
          <a:custGeom xmlns:a="http://schemas.openxmlformats.org/drawingml/2006/main">
            <a:pathLst>
              <a:path w="1762125" h="1000125">
                <a:moveTo>
                  <a:pt x="0" y="285750"/>
                </a:moveTo>
                <a:lnTo>
                  <a:pt x="1381125" y="0"/>
                </a:lnTo>
                <a:lnTo>
                  <a:pt x="1762125" y="714375"/>
                </a:lnTo>
                <a:lnTo>
                  <a:pt x="381000" y="1000125"/>
                </a:lnTo>
                <a:close/>
              </a:path>
            </a:pathLst>
          </a:custGeom>
          <a:solidFill xmlns:a="http://schemas.openxmlformats.org/drawingml/2006/main">
            <a:srgbClr val="11232E"/>
          </a:solidFill>
          <a:ln xmlns:a="http://schemas.openxmlformats.org/drawingml/2006/main" w="14288">
            <a:solidFill>
              <a:srgbClr val="385E73"/>
            </a:solidFill>
            <a:prstDash val="solid"/>
          </a:ln>
        </p:spPr>
      </p:sp>
      <p:sp>
        <p:nvSpPr>
          <p:cNvPr id="8" name="def-point-0">
            <a:extLst xmlns:a="http://schemas.openxmlformats.org/drawingml/2006/main">
              <a:ext uri="{FF2B5EF4-FFF2-40B4-BE49-F238E27FC236}">
                <a16:creationId xmlns:a16="http://schemas.microsoft.com/office/drawing/2014/main" id="{5A7011AD-EDB5-43E5-BDCB-5CA4838E8617}"/>
              </a:ext>
            </a:extLst>
          </p:cNvPr>
          <p:cNvSpPr>
            <a:spLocks xmlns:a="http://schemas.openxmlformats.org/drawingml/2006/main" noGrp="1"/>
          </p:cNvSpPr>
          <p:nvPr/>
        </p:nvSpPr>
        <p:spPr>
          <a:xfrm xmlns:a="http://schemas.openxmlformats.org/drawingml/2006/main">
            <a:off x="7915275" y="3248025"/>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9" name="def-point-label-0">
            <a:extLst xmlns:a="http://schemas.openxmlformats.org/drawingml/2006/main">
              <a:ext uri="{FF2B5EF4-FFF2-40B4-BE49-F238E27FC236}">
                <a16:creationId xmlns:a16="http://schemas.microsoft.com/office/drawing/2014/main" id="{D7E52F53-770F-40B6-B3C9-513571F7CC3C}"/>
              </a:ext>
            </a:extLst>
          </p:cNvPr>
          <p:cNvSpPr>
            <a:spLocks xmlns:a="http://schemas.openxmlformats.org/drawingml/2006/main" noGrp="1"/>
          </p:cNvSpPr>
          <p:nvPr/>
        </p:nvSpPr>
        <p:spPr>
          <a:xfrm xmlns:a="http://schemas.openxmlformats.org/drawingml/2006/main">
            <a:off x="7991475" y="3048000"/>
            <a:ext cx="266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buNone/>
              <a:defRPr sz="1875" b="0">
                <a:solidFill>
                  <a:srgbClr val="7DD3FC"/>
                </a:solidFill>
                <a:latin typeface="DejaVu Sans"/>
                <a:ea typeface="DejaVu Sans"/>
                <a:cs typeface="DejaVu Sans"/>
              </a:defRPr>
            </a:lvl1pPr>
            <a:lvl2pPr>
              <a:buNone/>
              <a:defRPr sz="1875" b="0">
                <a:solidFill>
                  <a:srgbClr val="7DD3FC"/>
                </a:solidFill>
                <a:latin typeface="DejaVu Sans"/>
                <a:ea typeface="DejaVu Sans"/>
                <a:cs typeface="DejaVu Sans"/>
              </a:defRPr>
            </a:lvl2pPr>
            <a:lvl3pPr>
              <a:buNone/>
              <a:defRPr sz="1875" b="0">
                <a:solidFill>
                  <a:srgbClr val="7DD3FC"/>
                </a:solidFill>
                <a:latin typeface="DejaVu Sans"/>
                <a:ea typeface="DejaVu Sans"/>
                <a:cs typeface="DejaVu Sans"/>
              </a:defRPr>
            </a:lvl3pPr>
            <a:lvl4pPr>
              <a:buNone/>
              <a:defRPr sz="1875" b="0">
                <a:solidFill>
                  <a:srgbClr val="7DD3FC"/>
                </a:solidFill>
                <a:latin typeface="DejaVu Sans"/>
                <a:ea typeface="DejaVu Sans"/>
                <a:cs typeface="DejaVu Sans"/>
              </a:defRPr>
            </a:lvl4pPr>
            <a:lvl5pPr>
              <a:buNone/>
              <a:defRPr sz="1875" b="0">
                <a:solidFill>
                  <a:srgbClr val="7DD3FC"/>
                </a:solidFill>
                <a:latin typeface="DejaVu Sans"/>
                <a:ea typeface="DejaVu Sans"/>
                <a:cs typeface="DejaVu Sans"/>
              </a:defRPr>
            </a:lvl5pPr>
            <a:lvl6pPr>
              <a:buNone/>
              <a:defRPr sz="1875" b="0">
                <a:solidFill>
                  <a:srgbClr val="7DD3FC"/>
                </a:solidFill>
                <a:latin typeface="DejaVu Sans"/>
                <a:ea typeface="DejaVu Sans"/>
                <a:cs typeface="DejaVu Sans"/>
              </a:defRPr>
            </a:lvl6pPr>
            <a:lvl7pPr>
              <a:buNone/>
              <a:defRPr sz="1875" b="0">
                <a:solidFill>
                  <a:srgbClr val="7DD3FC"/>
                </a:solidFill>
                <a:latin typeface="DejaVu Sans"/>
                <a:ea typeface="DejaVu Sans"/>
                <a:cs typeface="DejaVu Sans"/>
              </a:defRPr>
            </a:lvl7pPr>
            <a:lvl8pPr>
              <a:buNone/>
              <a:defRPr sz="1875" b="0">
                <a:solidFill>
                  <a:srgbClr val="7DD3FC"/>
                </a:solidFill>
                <a:latin typeface="DejaVu Sans"/>
                <a:ea typeface="DejaVu Sans"/>
                <a:cs typeface="DejaVu Sans"/>
              </a:defRPr>
            </a:lvl8pPr>
            <a:lvl9pPr>
              <a:buNone/>
              <a:defRPr sz="1875" b="0">
                <a:solidFill>
                  <a:srgbClr val="7DD3FC"/>
                </a:solidFill>
                <a:latin typeface="DejaVu Sans"/>
                <a:ea typeface="DejaVu Sans"/>
                <a:cs typeface="DejaVu Sans"/>
              </a:defRPr>
            </a:lvl9pPr>
          </a:lstStyle>
          <a:p xmlns:a="http://schemas.openxmlformats.org/drawingml/2006/main">
            <a:pPr>
              <a:buNone/>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A</a:t>
            </a:r>
          </a:p>
        </p:txBody>
      </p:sp>
      <p:sp>
        <p:nvSpPr>
          <p:cNvPr id="10" name="def-point-1">
            <a:extLst xmlns:a="http://schemas.openxmlformats.org/drawingml/2006/main">
              <a:ext uri="{FF2B5EF4-FFF2-40B4-BE49-F238E27FC236}">
                <a16:creationId xmlns:a16="http://schemas.microsoft.com/office/drawing/2014/main" id="{0D94B0FC-2780-44B5-B48B-BA563CD2066E}"/>
              </a:ext>
            </a:extLst>
          </p:cNvPr>
          <p:cNvSpPr>
            <a:spLocks xmlns:a="http://schemas.openxmlformats.org/drawingml/2006/main" noGrp="1"/>
          </p:cNvSpPr>
          <p:nvPr/>
        </p:nvSpPr>
        <p:spPr>
          <a:xfrm xmlns:a="http://schemas.openxmlformats.org/drawingml/2006/main">
            <a:off x="8439150" y="3057525"/>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1" name="def-point-label-1">
            <a:extLst xmlns:a="http://schemas.openxmlformats.org/drawingml/2006/main">
              <a:ext uri="{FF2B5EF4-FFF2-40B4-BE49-F238E27FC236}">
                <a16:creationId xmlns:a16="http://schemas.microsoft.com/office/drawing/2014/main" id="{3490C590-F40A-405F-A408-D762EDC3340A}"/>
              </a:ext>
            </a:extLst>
          </p:cNvPr>
          <p:cNvSpPr>
            <a:spLocks xmlns:a="http://schemas.openxmlformats.org/drawingml/2006/main" noGrp="1"/>
          </p:cNvSpPr>
          <p:nvPr/>
        </p:nvSpPr>
        <p:spPr>
          <a:xfrm xmlns:a="http://schemas.openxmlformats.org/drawingml/2006/main">
            <a:off x="8515350" y="2857500"/>
            <a:ext cx="266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buNone/>
              <a:defRPr sz="1875" b="0">
                <a:solidFill>
                  <a:srgbClr val="7DD3FC"/>
                </a:solidFill>
                <a:latin typeface="DejaVu Sans"/>
                <a:ea typeface="DejaVu Sans"/>
                <a:cs typeface="DejaVu Sans"/>
              </a:defRPr>
            </a:lvl1pPr>
            <a:lvl2pPr>
              <a:buNone/>
              <a:defRPr sz="1875" b="0">
                <a:solidFill>
                  <a:srgbClr val="7DD3FC"/>
                </a:solidFill>
                <a:latin typeface="DejaVu Sans"/>
                <a:ea typeface="DejaVu Sans"/>
                <a:cs typeface="DejaVu Sans"/>
              </a:defRPr>
            </a:lvl2pPr>
            <a:lvl3pPr>
              <a:buNone/>
              <a:defRPr sz="1875" b="0">
                <a:solidFill>
                  <a:srgbClr val="7DD3FC"/>
                </a:solidFill>
                <a:latin typeface="DejaVu Sans"/>
                <a:ea typeface="DejaVu Sans"/>
                <a:cs typeface="DejaVu Sans"/>
              </a:defRPr>
            </a:lvl3pPr>
            <a:lvl4pPr>
              <a:buNone/>
              <a:defRPr sz="1875" b="0">
                <a:solidFill>
                  <a:srgbClr val="7DD3FC"/>
                </a:solidFill>
                <a:latin typeface="DejaVu Sans"/>
                <a:ea typeface="DejaVu Sans"/>
                <a:cs typeface="DejaVu Sans"/>
              </a:defRPr>
            </a:lvl4pPr>
            <a:lvl5pPr>
              <a:buNone/>
              <a:defRPr sz="1875" b="0">
                <a:solidFill>
                  <a:srgbClr val="7DD3FC"/>
                </a:solidFill>
                <a:latin typeface="DejaVu Sans"/>
                <a:ea typeface="DejaVu Sans"/>
                <a:cs typeface="DejaVu Sans"/>
              </a:defRPr>
            </a:lvl5pPr>
            <a:lvl6pPr>
              <a:buNone/>
              <a:defRPr sz="1875" b="0">
                <a:solidFill>
                  <a:srgbClr val="7DD3FC"/>
                </a:solidFill>
                <a:latin typeface="DejaVu Sans"/>
                <a:ea typeface="DejaVu Sans"/>
                <a:cs typeface="DejaVu Sans"/>
              </a:defRPr>
            </a:lvl6pPr>
            <a:lvl7pPr>
              <a:buNone/>
              <a:defRPr sz="1875" b="0">
                <a:solidFill>
                  <a:srgbClr val="7DD3FC"/>
                </a:solidFill>
                <a:latin typeface="DejaVu Sans"/>
                <a:ea typeface="DejaVu Sans"/>
                <a:cs typeface="DejaVu Sans"/>
              </a:defRPr>
            </a:lvl7pPr>
            <a:lvl8pPr>
              <a:buNone/>
              <a:defRPr sz="1875" b="0">
                <a:solidFill>
                  <a:srgbClr val="7DD3FC"/>
                </a:solidFill>
                <a:latin typeface="DejaVu Sans"/>
                <a:ea typeface="DejaVu Sans"/>
                <a:cs typeface="DejaVu Sans"/>
              </a:defRPr>
            </a:lvl8pPr>
            <a:lvl9pPr>
              <a:buNone/>
              <a:defRPr sz="1875" b="0">
                <a:solidFill>
                  <a:srgbClr val="7DD3FC"/>
                </a:solidFill>
                <a:latin typeface="DejaVu Sans"/>
                <a:ea typeface="DejaVu Sans"/>
                <a:cs typeface="DejaVu Sans"/>
              </a:defRPr>
            </a:lvl9pPr>
          </a:lstStyle>
          <a:p xmlns:a="http://schemas.openxmlformats.org/drawingml/2006/main">
            <a:pPr>
              <a:buNone/>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B</a:t>
            </a:r>
          </a:p>
        </p:txBody>
      </p:sp>
      <p:sp>
        <p:nvSpPr>
          <p:cNvPr id="12" name="def-point-2">
            <a:extLst xmlns:a="http://schemas.openxmlformats.org/drawingml/2006/main">
              <a:ext uri="{FF2B5EF4-FFF2-40B4-BE49-F238E27FC236}">
                <a16:creationId xmlns:a16="http://schemas.microsoft.com/office/drawing/2014/main" id="{8215A29B-5B50-45ED-828A-7E03F78B6C85}"/>
              </a:ext>
            </a:extLst>
          </p:cNvPr>
          <p:cNvSpPr>
            <a:spLocks xmlns:a="http://schemas.openxmlformats.org/drawingml/2006/main" noGrp="1"/>
          </p:cNvSpPr>
          <p:nvPr/>
        </p:nvSpPr>
        <p:spPr>
          <a:xfrm xmlns:a="http://schemas.openxmlformats.org/drawingml/2006/main">
            <a:off x="8534400" y="3486150"/>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3" name="def-point-label-2">
            <a:extLst xmlns:a="http://schemas.openxmlformats.org/drawingml/2006/main">
              <a:ext uri="{FF2B5EF4-FFF2-40B4-BE49-F238E27FC236}">
                <a16:creationId xmlns:a16="http://schemas.microsoft.com/office/drawing/2014/main" id="{1557EF9B-D93E-4F75-BEB2-4E33ABC3235F}"/>
              </a:ext>
            </a:extLst>
          </p:cNvPr>
          <p:cNvSpPr>
            <a:spLocks xmlns:a="http://schemas.openxmlformats.org/drawingml/2006/main" noGrp="1"/>
          </p:cNvSpPr>
          <p:nvPr/>
        </p:nvSpPr>
        <p:spPr>
          <a:xfrm xmlns:a="http://schemas.openxmlformats.org/drawingml/2006/main">
            <a:off x="8610600" y="3286125"/>
            <a:ext cx="266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buNone/>
              <a:defRPr sz="1875" b="0">
                <a:solidFill>
                  <a:srgbClr val="7DD3FC"/>
                </a:solidFill>
                <a:latin typeface="DejaVu Sans"/>
                <a:ea typeface="DejaVu Sans"/>
                <a:cs typeface="DejaVu Sans"/>
              </a:defRPr>
            </a:lvl1pPr>
            <a:lvl2pPr>
              <a:buNone/>
              <a:defRPr sz="1875" b="0">
                <a:solidFill>
                  <a:srgbClr val="7DD3FC"/>
                </a:solidFill>
                <a:latin typeface="DejaVu Sans"/>
                <a:ea typeface="DejaVu Sans"/>
                <a:cs typeface="DejaVu Sans"/>
              </a:defRPr>
            </a:lvl2pPr>
            <a:lvl3pPr>
              <a:buNone/>
              <a:defRPr sz="1875" b="0">
                <a:solidFill>
                  <a:srgbClr val="7DD3FC"/>
                </a:solidFill>
                <a:latin typeface="DejaVu Sans"/>
                <a:ea typeface="DejaVu Sans"/>
                <a:cs typeface="DejaVu Sans"/>
              </a:defRPr>
            </a:lvl3pPr>
            <a:lvl4pPr>
              <a:buNone/>
              <a:defRPr sz="1875" b="0">
                <a:solidFill>
                  <a:srgbClr val="7DD3FC"/>
                </a:solidFill>
                <a:latin typeface="DejaVu Sans"/>
                <a:ea typeface="DejaVu Sans"/>
                <a:cs typeface="DejaVu Sans"/>
              </a:defRPr>
            </a:lvl4pPr>
            <a:lvl5pPr>
              <a:buNone/>
              <a:defRPr sz="1875" b="0">
                <a:solidFill>
                  <a:srgbClr val="7DD3FC"/>
                </a:solidFill>
                <a:latin typeface="DejaVu Sans"/>
                <a:ea typeface="DejaVu Sans"/>
                <a:cs typeface="DejaVu Sans"/>
              </a:defRPr>
            </a:lvl5pPr>
            <a:lvl6pPr>
              <a:buNone/>
              <a:defRPr sz="1875" b="0">
                <a:solidFill>
                  <a:srgbClr val="7DD3FC"/>
                </a:solidFill>
                <a:latin typeface="DejaVu Sans"/>
                <a:ea typeface="DejaVu Sans"/>
                <a:cs typeface="DejaVu Sans"/>
              </a:defRPr>
            </a:lvl6pPr>
            <a:lvl7pPr>
              <a:buNone/>
              <a:defRPr sz="1875" b="0">
                <a:solidFill>
                  <a:srgbClr val="7DD3FC"/>
                </a:solidFill>
                <a:latin typeface="DejaVu Sans"/>
                <a:ea typeface="DejaVu Sans"/>
                <a:cs typeface="DejaVu Sans"/>
              </a:defRPr>
            </a:lvl7pPr>
            <a:lvl8pPr>
              <a:buNone/>
              <a:defRPr sz="1875" b="0">
                <a:solidFill>
                  <a:srgbClr val="7DD3FC"/>
                </a:solidFill>
                <a:latin typeface="DejaVu Sans"/>
                <a:ea typeface="DejaVu Sans"/>
                <a:cs typeface="DejaVu Sans"/>
              </a:defRPr>
            </a:lvl8pPr>
            <a:lvl9pPr>
              <a:buNone/>
              <a:defRPr sz="1875" b="0">
                <a:solidFill>
                  <a:srgbClr val="7DD3FC"/>
                </a:solidFill>
                <a:latin typeface="DejaVu Sans"/>
                <a:ea typeface="DejaVu Sans"/>
                <a:cs typeface="DejaVu Sans"/>
              </a:defRPr>
            </a:lvl9pPr>
          </a:lstStyle>
          <a:p xmlns:a="http://schemas.openxmlformats.org/drawingml/2006/main">
            <a:pPr>
              <a:buNone/>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C</a:t>
            </a:r>
          </a:p>
        </p:txBody>
      </p:sp>
      <p:sp>
        <p:nvSpPr>
          <p:cNvPr id="14" name="def-caption-0">
            <a:extLst xmlns:a="http://schemas.openxmlformats.org/drawingml/2006/main">
              <a:ext uri="{FF2B5EF4-FFF2-40B4-BE49-F238E27FC236}">
                <a16:creationId xmlns:a16="http://schemas.microsoft.com/office/drawing/2014/main" id="{F9A2595F-558B-4FBA-8F28-A8F42FDD9250}"/>
              </a:ext>
            </a:extLst>
          </p:cNvPr>
          <p:cNvSpPr>
            <a:spLocks xmlns:a="http://schemas.openxmlformats.org/drawingml/2006/main" noGrp="1"/>
          </p:cNvSpPr>
          <p:nvPr/>
        </p:nvSpPr>
        <p:spPr>
          <a:xfrm xmlns:a="http://schemas.openxmlformats.org/drawingml/2006/main">
            <a:off x="7524750" y="3857625"/>
            <a:ext cx="19716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275" b="0">
                <a:solidFill>
                  <a:srgbClr val="ADB5BF"/>
                </a:solidFill>
                <a:latin typeface="DejaVu Sans"/>
                <a:ea typeface="DejaVu Sans"/>
                <a:cs typeface="DejaVu Sans"/>
              </a:defRPr>
            </a:defPPr>
            <a:lvl1pPr>
              <a:buNone/>
              <a:defRPr sz="1275" b="0">
                <a:solidFill>
                  <a:srgbClr val="ADB5BF"/>
                </a:solidFill>
                <a:latin typeface="DejaVu Sans"/>
                <a:ea typeface="DejaVu Sans"/>
                <a:cs typeface="DejaVu Sans"/>
              </a:defRPr>
            </a:lvl1pPr>
            <a:lvl2pPr>
              <a:buNone/>
              <a:defRPr sz="1275" b="0">
                <a:solidFill>
                  <a:srgbClr val="ADB5BF"/>
                </a:solidFill>
                <a:latin typeface="DejaVu Sans"/>
                <a:ea typeface="DejaVu Sans"/>
                <a:cs typeface="DejaVu Sans"/>
              </a:defRPr>
            </a:lvl2pPr>
            <a:lvl3pPr>
              <a:buNone/>
              <a:defRPr sz="1275" b="0">
                <a:solidFill>
                  <a:srgbClr val="ADB5BF"/>
                </a:solidFill>
                <a:latin typeface="DejaVu Sans"/>
                <a:ea typeface="DejaVu Sans"/>
                <a:cs typeface="DejaVu Sans"/>
              </a:defRPr>
            </a:lvl3pPr>
            <a:lvl4pPr>
              <a:buNone/>
              <a:defRPr sz="1275" b="0">
                <a:solidFill>
                  <a:srgbClr val="ADB5BF"/>
                </a:solidFill>
                <a:latin typeface="DejaVu Sans"/>
                <a:ea typeface="DejaVu Sans"/>
                <a:cs typeface="DejaVu Sans"/>
              </a:defRPr>
            </a:lvl4pPr>
            <a:lvl5pPr>
              <a:buNone/>
              <a:defRPr sz="1275" b="0">
                <a:solidFill>
                  <a:srgbClr val="ADB5BF"/>
                </a:solidFill>
                <a:latin typeface="DejaVu Sans"/>
                <a:ea typeface="DejaVu Sans"/>
                <a:cs typeface="DejaVu Sans"/>
              </a:defRPr>
            </a:lvl5pPr>
            <a:lvl6pPr>
              <a:buNone/>
              <a:defRPr sz="1275" b="0">
                <a:solidFill>
                  <a:srgbClr val="ADB5BF"/>
                </a:solidFill>
                <a:latin typeface="DejaVu Sans"/>
                <a:ea typeface="DejaVu Sans"/>
                <a:cs typeface="DejaVu Sans"/>
              </a:defRPr>
            </a:lvl6pPr>
            <a:lvl7pPr>
              <a:buNone/>
              <a:defRPr sz="1275" b="0">
                <a:solidFill>
                  <a:srgbClr val="ADB5BF"/>
                </a:solidFill>
                <a:latin typeface="DejaVu Sans"/>
                <a:ea typeface="DejaVu Sans"/>
                <a:cs typeface="DejaVu Sans"/>
              </a:defRPr>
            </a:lvl7pPr>
            <a:lvl8pPr>
              <a:buNone/>
              <a:defRPr sz="1275" b="0">
                <a:solidFill>
                  <a:srgbClr val="ADB5BF"/>
                </a:solidFill>
                <a:latin typeface="DejaVu Sans"/>
                <a:ea typeface="DejaVu Sans"/>
                <a:cs typeface="DejaVu Sans"/>
              </a:defRPr>
            </a:lvl8pPr>
            <a:lvl9pPr>
              <a:buNone/>
              <a:defRPr sz="1275" b="0">
                <a:solidFill>
                  <a:srgbClr val="ADB5BF"/>
                </a:solidFill>
                <a:latin typeface="DejaVu Sans"/>
                <a:ea typeface="DejaVu Sans"/>
                <a:cs typeface="DejaVu Sans"/>
              </a:defRPr>
            </a:lvl9pPr>
          </a:lstStyle>
          <a:p xmlns:a="http://schemas.openxmlformats.org/drawingml/2006/main">
            <a:pPr>
              <a:buNone/>
              <a:defRPr sz="1275" b="0">
                <a:solidFill>
                  <a:srgbClr val="ADB5BF"/>
                </a:solidFill>
                <a:latin typeface="DejaVu Sans"/>
                <a:ea typeface="DejaVu Sans"/>
                <a:cs typeface="DejaVu Sans"/>
              </a:defRPr>
            </a:pPr>
            <a:r>
              <a:rPr sz="1275" b="0">
                <a:solidFill>
                  <a:srgbClr val="ADB5BF"/>
                </a:solidFill>
                <a:latin typeface="DejaVu Sans"/>
                <a:ea typeface="DejaVu Sans"/>
                <a:cs typeface="DejaVu Sans"/>
              </a:rPr>
              <a:t>Three noncollinear points</a:t>
            </a:r>
          </a:p>
        </p:txBody>
      </p:sp>
      <p:sp>
        <p:nvSpPr>
          <p:cNvPr id="15" name="def-plane-1">
            <a:extLst xmlns:a="http://schemas.openxmlformats.org/drawingml/2006/main">
              <a:ext uri="{FF2B5EF4-FFF2-40B4-BE49-F238E27FC236}">
                <a16:creationId xmlns:a16="http://schemas.microsoft.com/office/drawing/2014/main" id="{9834F81A-EF6E-4E76-96FF-AB2DD4F827DD}"/>
              </a:ext>
            </a:extLst>
          </p:cNvPr>
          <p:cNvSpPr>
            <a:spLocks xmlns:a="http://schemas.openxmlformats.org/drawingml/2006/main" noGrp="1"/>
          </p:cNvSpPr>
          <p:nvPr/>
        </p:nvSpPr>
        <p:spPr>
          <a:xfrm xmlns:a="http://schemas.openxmlformats.org/drawingml/2006/main">
            <a:off x="9572625" y="2809875"/>
            <a:ext cx="1762125" cy="1000125"/>
          </a:xfrm>
          <a:custGeom xmlns:a="http://schemas.openxmlformats.org/drawingml/2006/main">
            <a:pathLst>
              <a:path w="1762125" h="1000125">
                <a:moveTo>
                  <a:pt x="0" y="285750"/>
                </a:moveTo>
                <a:lnTo>
                  <a:pt x="1381125" y="0"/>
                </a:lnTo>
                <a:lnTo>
                  <a:pt x="1762125" y="714375"/>
                </a:lnTo>
                <a:lnTo>
                  <a:pt x="381000" y="1000125"/>
                </a:lnTo>
                <a:close/>
              </a:path>
            </a:pathLst>
          </a:custGeom>
          <a:solidFill xmlns:a="http://schemas.openxmlformats.org/drawingml/2006/main">
            <a:srgbClr val="11232E"/>
          </a:solidFill>
          <a:ln xmlns:a="http://schemas.openxmlformats.org/drawingml/2006/main" w="14288">
            <a:solidFill>
              <a:srgbClr val="385E73"/>
            </a:solidFill>
            <a:prstDash val="solid"/>
          </a:ln>
        </p:spPr>
      </p:sp>
      <p:cxnSp>
        <p:nvCxnSpPr>
          <p:cNvPr id="16" name="def-l1">
            <a:extLst xmlns:a="http://schemas.openxmlformats.org/drawingml/2006/main">
              <a:ext uri="{FF2B5EF4-FFF2-40B4-BE49-F238E27FC236}">
                <a16:creationId xmlns:a16="http://schemas.microsoft.com/office/drawing/2014/main" id="{C6DBBF67-A522-4F9B-8276-132FB1976EEA}"/>
              </a:ext>
            </a:extLst>
          </p:cNvPr>
          <p:cNvCxnSpPr/>
          <p:nvPr/>
        </p:nvCxnSpPr>
        <p:spPr>
          <a:xfrm xmlns:a="http://schemas.openxmlformats.org/drawingml/2006/main" rot="-936659">
            <a:off x="9738317" y="3305175"/>
            <a:ext cx="1345016" cy="0"/>
          </a:xfrm>
          <a:prstGeom xmlns:a="http://schemas.openxmlformats.org/drawingml/2006/main" prst="straightConnector1">
            <a:avLst/>
          </a:prstGeom>
          <a:ln xmlns:a="http://schemas.openxmlformats.org/drawingml/2006/main" w="28575">
            <a:solidFill>
              <a:srgbClr val="86EFAC"/>
            </a:solidFill>
            <a:prstDash val="solid"/>
          </a:ln>
        </p:spPr>
      </p:cxnSp>
      <p:cxnSp>
        <p:nvCxnSpPr>
          <p:cNvPr id="17" name="def-l2">
            <a:extLst xmlns:a="http://schemas.openxmlformats.org/drawingml/2006/main">
              <a:ext uri="{FF2B5EF4-FFF2-40B4-BE49-F238E27FC236}">
                <a16:creationId xmlns:a16="http://schemas.microsoft.com/office/drawing/2014/main" id="{6BBA434D-2C5F-4669-8BB4-BA555E95D10C}"/>
              </a:ext>
            </a:extLst>
          </p:cNvPr>
          <p:cNvCxnSpPr/>
          <p:nvPr/>
        </p:nvCxnSpPr>
        <p:spPr>
          <a:xfrm xmlns:a="http://schemas.openxmlformats.org/drawingml/2006/main" rot="2447679">
            <a:off x="9965883" y="3319463"/>
            <a:ext cx="918459" cy="0"/>
          </a:xfrm>
          <a:prstGeom xmlns:a="http://schemas.openxmlformats.org/drawingml/2006/main" prst="straightConnector1">
            <a:avLst/>
          </a:prstGeom>
          <a:ln xmlns:a="http://schemas.openxmlformats.org/drawingml/2006/main" w="28575">
            <a:solidFill>
              <a:srgbClr val="C4B5FD"/>
            </a:solidFill>
            <a:prstDash val="solid"/>
          </a:ln>
        </p:spPr>
      </p:cxnSp>
      <p:sp>
        <p:nvSpPr>
          <p:cNvPr id="18" name="def-P">
            <a:extLst xmlns:a="http://schemas.openxmlformats.org/drawingml/2006/main">
              <a:ext uri="{FF2B5EF4-FFF2-40B4-BE49-F238E27FC236}">
                <a16:creationId xmlns:a16="http://schemas.microsoft.com/office/drawing/2014/main" id="{F2868BCB-9852-4C5A-8082-9136E6DEC15D}"/>
              </a:ext>
            </a:extLst>
          </p:cNvPr>
          <p:cNvSpPr>
            <a:spLocks xmlns:a="http://schemas.openxmlformats.org/drawingml/2006/main" noGrp="1"/>
          </p:cNvSpPr>
          <p:nvPr/>
        </p:nvSpPr>
        <p:spPr>
          <a:xfrm xmlns:a="http://schemas.openxmlformats.org/drawingml/2006/main">
            <a:off x="10391775" y="3257550"/>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9" name="def-caption-1">
            <a:extLst xmlns:a="http://schemas.openxmlformats.org/drawingml/2006/main">
              <a:ext uri="{FF2B5EF4-FFF2-40B4-BE49-F238E27FC236}">
                <a16:creationId xmlns:a16="http://schemas.microsoft.com/office/drawing/2014/main" id="{7D0779AE-4D0D-4188-92AE-91EE0E5B4D05}"/>
              </a:ext>
            </a:extLst>
          </p:cNvPr>
          <p:cNvSpPr>
            <a:spLocks xmlns:a="http://schemas.openxmlformats.org/drawingml/2006/main" noGrp="1"/>
          </p:cNvSpPr>
          <p:nvPr/>
        </p:nvSpPr>
        <p:spPr>
          <a:xfrm xmlns:a="http://schemas.openxmlformats.org/drawingml/2006/main">
            <a:off x="9572625" y="3857625"/>
            <a:ext cx="19716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275" b="0">
                <a:solidFill>
                  <a:srgbClr val="ADB5BF"/>
                </a:solidFill>
                <a:latin typeface="DejaVu Sans"/>
                <a:ea typeface="DejaVu Sans"/>
                <a:cs typeface="DejaVu Sans"/>
              </a:defRPr>
            </a:defPPr>
            <a:lvl1pPr>
              <a:buNone/>
              <a:defRPr sz="1275" b="0">
                <a:solidFill>
                  <a:srgbClr val="ADB5BF"/>
                </a:solidFill>
                <a:latin typeface="DejaVu Sans"/>
                <a:ea typeface="DejaVu Sans"/>
                <a:cs typeface="DejaVu Sans"/>
              </a:defRPr>
            </a:lvl1pPr>
            <a:lvl2pPr>
              <a:buNone/>
              <a:defRPr sz="1275" b="0">
                <a:solidFill>
                  <a:srgbClr val="ADB5BF"/>
                </a:solidFill>
                <a:latin typeface="DejaVu Sans"/>
                <a:ea typeface="DejaVu Sans"/>
                <a:cs typeface="DejaVu Sans"/>
              </a:defRPr>
            </a:lvl2pPr>
            <a:lvl3pPr>
              <a:buNone/>
              <a:defRPr sz="1275" b="0">
                <a:solidFill>
                  <a:srgbClr val="ADB5BF"/>
                </a:solidFill>
                <a:latin typeface="DejaVu Sans"/>
                <a:ea typeface="DejaVu Sans"/>
                <a:cs typeface="DejaVu Sans"/>
              </a:defRPr>
            </a:lvl3pPr>
            <a:lvl4pPr>
              <a:buNone/>
              <a:defRPr sz="1275" b="0">
                <a:solidFill>
                  <a:srgbClr val="ADB5BF"/>
                </a:solidFill>
                <a:latin typeface="DejaVu Sans"/>
                <a:ea typeface="DejaVu Sans"/>
                <a:cs typeface="DejaVu Sans"/>
              </a:defRPr>
            </a:lvl4pPr>
            <a:lvl5pPr>
              <a:buNone/>
              <a:defRPr sz="1275" b="0">
                <a:solidFill>
                  <a:srgbClr val="ADB5BF"/>
                </a:solidFill>
                <a:latin typeface="DejaVu Sans"/>
                <a:ea typeface="DejaVu Sans"/>
                <a:cs typeface="DejaVu Sans"/>
              </a:defRPr>
            </a:lvl5pPr>
            <a:lvl6pPr>
              <a:buNone/>
              <a:defRPr sz="1275" b="0">
                <a:solidFill>
                  <a:srgbClr val="ADB5BF"/>
                </a:solidFill>
                <a:latin typeface="DejaVu Sans"/>
                <a:ea typeface="DejaVu Sans"/>
                <a:cs typeface="DejaVu Sans"/>
              </a:defRPr>
            </a:lvl6pPr>
            <a:lvl7pPr>
              <a:buNone/>
              <a:defRPr sz="1275" b="0">
                <a:solidFill>
                  <a:srgbClr val="ADB5BF"/>
                </a:solidFill>
                <a:latin typeface="DejaVu Sans"/>
                <a:ea typeface="DejaVu Sans"/>
                <a:cs typeface="DejaVu Sans"/>
              </a:defRPr>
            </a:lvl7pPr>
            <a:lvl8pPr>
              <a:buNone/>
              <a:defRPr sz="1275" b="0">
                <a:solidFill>
                  <a:srgbClr val="ADB5BF"/>
                </a:solidFill>
                <a:latin typeface="DejaVu Sans"/>
                <a:ea typeface="DejaVu Sans"/>
                <a:cs typeface="DejaVu Sans"/>
              </a:defRPr>
            </a:lvl8pPr>
            <a:lvl9pPr>
              <a:buNone/>
              <a:defRPr sz="1275" b="0">
                <a:solidFill>
                  <a:srgbClr val="ADB5BF"/>
                </a:solidFill>
                <a:latin typeface="DejaVu Sans"/>
                <a:ea typeface="DejaVu Sans"/>
                <a:cs typeface="DejaVu Sans"/>
              </a:defRPr>
            </a:lvl9pPr>
          </a:lstStyle>
          <a:p xmlns:a="http://schemas.openxmlformats.org/drawingml/2006/main">
            <a:pPr>
              <a:buNone/>
              <a:defRPr sz="1275" b="0">
                <a:solidFill>
                  <a:srgbClr val="ADB5BF"/>
                </a:solidFill>
                <a:latin typeface="DejaVu Sans"/>
                <a:ea typeface="DejaVu Sans"/>
                <a:cs typeface="DejaVu Sans"/>
              </a:defRPr>
            </a:pPr>
            <a:r>
              <a:rPr sz="1275" b="0">
                <a:solidFill>
                  <a:srgbClr val="ADB5BF"/>
                </a:solidFill>
                <a:latin typeface="DejaVu Sans"/>
                <a:ea typeface="DejaVu Sans"/>
                <a:cs typeface="DejaVu Sans"/>
              </a:rPr>
              <a:t>Two intersecting lines</a:t>
            </a:r>
          </a:p>
        </p:txBody>
      </p:sp>
      <p:sp>
        <p:nvSpPr>
          <p:cNvPr id="20" name="def-plane-2">
            <a:extLst xmlns:a="http://schemas.openxmlformats.org/drawingml/2006/main">
              <a:ext uri="{FF2B5EF4-FFF2-40B4-BE49-F238E27FC236}">
                <a16:creationId xmlns:a16="http://schemas.microsoft.com/office/drawing/2014/main" id="{BEF32BDA-C82E-4E73-B147-6209097CCEA7}"/>
              </a:ext>
            </a:extLst>
          </p:cNvPr>
          <p:cNvSpPr>
            <a:spLocks xmlns:a="http://schemas.openxmlformats.org/drawingml/2006/main" noGrp="1"/>
          </p:cNvSpPr>
          <p:nvPr/>
        </p:nvSpPr>
        <p:spPr>
          <a:xfrm xmlns:a="http://schemas.openxmlformats.org/drawingml/2006/main">
            <a:off x="7524750" y="4429125"/>
            <a:ext cx="1762125" cy="1000125"/>
          </a:xfrm>
          <a:custGeom xmlns:a="http://schemas.openxmlformats.org/drawingml/2006/main">
            <a:pathLst>
              <a:path w="1762125" h="1000125">
                <a:moveTo>
                  <a:pt x="0" y="285750"/>
                </a:moveTo>
                <a:lnTo>
                  <a:pt x="1381125" y="0"/>
                </a:lnTo>
                <a:lnTo>
                  <a:pt x="1762125" y="714375"/>
                </a:lnTo>
                <a:lnTo>
                  <a:pt x="381000" y="1000125"/>
                </a:lnTo>
                <a:close/>
              </a:path>
            </a:pathLst>
          </a:custGeom>
          <a:solidFill xmlns:a="http://schemas.openxmlformats.org/drawingml/2006/main">
            <a:srgbClr val="11232E"/>
          </a:solidFill>
          <a:ln xmlns:a="http://schemas.openxmlformats.org/drawingml/2006/main" w="14288">
            <a:solidFill>
              <a:srgbClr val="385E73"/>
            </a:solidFill>
            <a:prstDash val="solid"/>
          </a:ln>
        </p:spPr>
      </p:sp>
      <p:cxnSp>
        <p:nvCxnSpPr>
          <p:cNvPr id="21" name="def-l1-2">
            <a:extLst xmlns:a="http://schemas.openxmlformats.org/drawingml/2006/main">
              <a:ext uri="{FF2B5EF4-FFF2-40B4-BE49-F238E27FC236}">
                <a16:creationId xmlns:a16="http://schemas.microsoft.com/office/drawing/2014/main" id="{DA2A4282-E768-40A3-95DC-284D6F602E94}"/>
              </a:ext>
            </a:extLst>
          </p:cNvPr>
          <p:cNvCxnSpPr/>
          <p:nvPr/>
        </p:nvCxnSpPr>
        <p:spPr>
          <a:xfrm xmlns:a="http://schemas.openxmlformats.org/drawingml/2006/main" rot="-757159">
            <a:off x="7699452" y="4810125"/>
            <a:ext cx="1307946" cy="0"/>
          </a:xfrm>
          <a:prstGeom xmlns:a="http://schemas.openxmlformats.org/drawingml/2006/main" prst="straightConnector1">
            <a:avLst/>
          </a:prstGeom>
          <a:ln xmlns:a="http://schemas.openxmlformats.org/drawingml/2006/main" w="28575">
            <a:solidFill>
              <a:srgbClr val="86EFAC"/>
            </a:solidFill>
            <a:prstDash val="solid"/>
          </a:ln>
        </p:spPr>
      </p:cxnSp>
      <p:cxnSp>
        <p:nvCxnSpPr>
          <p:cNvPr id="22" name="def-l2-2">
            <a:extLst xmlns:a="http://schemas.openxmlformats.org/drawingml/2006/main">
              <a:ext uri="{FF2B5EF4-FFF2-40B4-BE49-F238E27FC236}">
                <a16:creationId xmlns:a16="http://schemas.microsoft.com/office/drawing/2014/main" id="{24E99308-42F2-4871-A213-062EA21C3030}"/>
              </a:ext>
            </a:extLst>
          </p:cNvPr>
          <p:cNvCxnSpPr/>
          <p:nvPr/>
        </p:nvCxnSpPr>
        <p:spPr>
          <a:xfrm xmlns:a="http://schemas.openxmlformats.org/drawingml/2006/main" rot="-757159">
            <a:off x="7889952" y="5143500"/>
            <a:ext cx="1307946" cy="0"/>
          </a:xfrm>
          <a:prstGeom xmlns:a="http://schemas.openxmlformats.org/drawingml/2006/main" prst="straightConnector1">
            <a:avLst/>
          </a:prstGeom>
          <a:ln xmlns:a="http://schemas.openxmlformats.org/drawingml/2006/main" w="28575">
            <a:solidFill>
              <a:srgbClr val="C4B5FD"/>
            </a:solidFill>
            <a:prstDash val="solid"/>
          </a:ln>
        </p:spPr>
      </p:cxnSp>
      <p:sp>
        <p:nvSpPr>
          <p:cNvPr id="23" name="def-caption-2">
            <a:extLst xmlns:a="http://schemas.openxmlformats.org/drawingml/2006/main">
              <a:ext uri="{FF2B5EF4-FFF2-40B4-BE49-F238E27FC236}">
                <a16:creationId xmlns:a16="http://schemas.microsoft.com/office/drawing/2014/main" id="{47F0F789-883C-46E8-986B-A8F10DA03D1D}"/>
              </a:ext>
            </a:extLst>
          </p:cNvPr>
          <p:cNvSpPr>
            <a:spLocks xmlns:a="http://schemas.openxmlformats.org/drawingml/2006/main" noGrp="1"/>
          </p:cNvSpPr>
          <p:nvPr/>
        </p:nvSpPr>
        <p:spPr>
          <a:xfrm xmlns:a="http://schemas.openxmlformats.org/drawingml/2006/main">
            <a:off x="7524750" y="5476875"/>
            <a:ext cx="19716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275" b="0">
                <a:solidFill>
                  <a:srgbClr val="ADB5BF"/>
                </a:solidFill>
                <a:latin typeface="DejaVu Sans"/>
                <a:ea typeface="DejaVu Sans"/>
                <a:cs typeface="DejaVu Sans"/>
              </a:defRPr>
            </a:defPPr>
            <a:lvl1pPr>
              <a:buNone/>
              <a:defRPr sz="1275" b="0">
                <a:solidFill>
                  <a:srgbClr val="ADB5BF"/>
                </a:solidFill>
                <a:latin typeface="DejaVu Sans"/>
                <a:ea typeface="DejaVu Sans"/>
                <a:cs typeface="DejaVu Sans"/>
              </a:defRPr>
            </a:lvl1pPr>
            <a:lvl2pPr>
              <a:buNone/>
              <a:defRPr sz="1275" b="0">
                <a:solidFill>
                  <a:srgbClr val="ADB5BF"/>
                </a:solidFill>
                <a:latin typeface="DejaVu Sans"/>
                <a:ea typeface="DejaVu Sans"/>
                <a:cs typeface="DejaVu Sans"/>
              </a:defRPr>
            </a:lvl2pPr>
            <a:lvl3pPr>
              <a:buNone/>
              <a:defRPr sz="1275" b="0">
                <a:solidFill>
                  <a:srgbClr val="ADB5BF"/>
                </a:solidFill>
                <a:latin typeface="DejaVu Sans"/>
                <a:ea typeface="DejaVu Sans"/>
                <a:cs typeface="DejaVu Sans"/>
              </a:defRPr>
            </a:lvl3pPr>
            <a:lvl4pPr>
              <a:buNone/>
              <a:defRPr sz="1275" b="0">
                <a:solidFill>
                  <a:srgbClr val="ADB5BF"/>
                </a:solidFill>
                <a:latin typeface="DejaVu Sans"/>
                <a:ea typeface="DejaVu Sans"/>
                <a:cs typeface="DejaVu Sans"/>
              </a:defRPr>
            </a:lvl4pPr>
            <a:lvl5pPr>
              <a:buNone/>
              <a:defRPr sz="1275" b="0">
                <a:solidFill>
                  <a:srgbClr val="ADB5BF"/>
                </a:solidFill>
                <a:latin typeface="DejaVu Sans"/>
                <a:ea typeface="DejaVu Sans"/>
                <a:cs typeface="DejaVu Sans"/>
              </a:defRPr>
            </a:lvl5pPr>
            <a:lvl6pPr>
              <a:buNone/>
              <a:defRPr sz="1275" b="0">
                <a:solidFill>
                  <a:srgbClr val="ADB5BF"/>
                </a:solidFill>
                <a:latin typeface="DejaVu Sans"/>
                <a:ea typeface="DejaVu Sans"/>
                <a:cs typeface="DejaVu Sans"/>
              </a:defRPr>
            </a:lvl6pPr>
            <a:lvl7pPr>
              <a:buNone/>
              <a:defRPr sz="1275" b="0">
                <a:solidFill>
                  <a:srgbClr val="ADB5BF"/>
                </a:solidFill>
                <a:latin typeface="DejaVu Sans"/>
                <a:ea typeface="DejaVu Sans"/>
                <a:cs typeface="DejaVu Sans"/>
              </a:defRPr>
            </a:lvl7pPr>
            <a:lvl8pPr>
              <a:buNone/>
              <a:defRPr sz="1275" b="0">
                <a:solidFill>
                  <a:srgbClr val="ADB5BF"/>
                </a:solidFill>
                <a:latin typeface="DejaVu Sans"/>
                <a:ea typeface="DejaVu Sans"/>
                <a:cs typeface="DejaVu Sans"/>
              </a:defRPr>
            </a:lvl8pPr>
            <a:lvl9pPr>
              <a:buNone/>
              <a:defRPr sz="1275" b="0">
                <a:solidFill>
                  <a:srgbClr val="ADB5BF"/>
                </a:solidFill>
                <a:latin typeface="DejaVu Sans"/>
                <a:ea typeface="DejaVu Sans"/>
                <a:cs typeface="DejaVu Sans"/>
              </a:defRPr>
            </a:lvl9pPr>
          </a:lstStyle>
          <a:p xmlns:a="http://schemas.openxmlformats.org/drawingml/2006/main">
            <a:pPr>
              <a:buNone/>
              <a:defRPr sz="1275" b="0">
                <a:solidFill>
                  <a:srgbClr val="ADB5BF"/>
                </a:solidFill>
                <a:latin typeface="DejaVu Sans"/>
                <a:ea typeface="DejaVu Sans"/>
                <a:cs typeface="DejaVu Sans"/>
              </a:defRPr>
            </a:pPr>
            <a:r>
              <a:rPr sz="1275" b="0">
                <a:solidFill>
                  <a:srgbClr val="ADB5BF"/>
                </a:solidFill>
                <a:latin typeface="DejaVu Sans"/>
                <a:ea typeface="DejaVu Sans"/>
                <a:cs typeface="DejaVu Sans"/>
              </a:rPr>
              <a:t>Two distinct parallel lines</a:t>
            </a:r>
          </a:p>
        </p:txBody>
      </p:sp>
      <p:sp>
        <p:nvSpPr>
          <p:cNvPr id="24" name="def-plane-3">
            <a:extLst xmlns:a="http://schemas.openxmlformats.org/drawingml/2006/main">
              <a:ext uri="{FF2B5EF4-FFF2-40B4-BE49-F238E27FC236}">
                <a16:creationId xmlns:a16="http://schemas.microsoft.com/office/drawing/2014/main" id="{9ABA7821-3D95-4323-B69C-9C0750262552}"/>
              </a:ext>
            </a:extLst>
          </p:cNvPr>
          <p:cNvSpPr>
            <a:spLocks xmlns:a="http://schemas.openxmlformats.org/drawingml/2006/main" noGrp="1"/>
          </p:cNvSpPr>
          <p:nvPr/>
        </p:nvSpPr>
        <p:spPr>
          <a:xfrm xmlns:a="http://schemas.openxmlformats.org/drawingml/2006/main">
            <a:off x="9572625" y="4429125"/>
            <a:ext cx="1762125" cy="1000125"/>
          </a:xfrm>
          <a:custGeom xmlns:a="http://schemas.openxmlformats.org/drawingml/2006/main">
            <a:pathLst>
              <a:path w="1762125" h="1000125">
                <a:moveTo>
                  <a:pt x="0" y="285750"/>
                </a:moveTo>
                <a:lnTo>
                  <a:pt x="1381125" y="0"/>
                </a:lnTo>
                <a:lnTo>
                  <a:pt x="1762125" y="714375"/>
                </a:lnTo>
                <a:lnTo>
                  <a:pt x="381000" y="1000125"/>
                </a:lnTo>
                <a:close/>
              </a:path>
            </a:pathLst>
          </a:custGeom>
          <a:solidFill xmlns:a="http://schemas.openxmlformats.org/drawingml/2006/main">
            <a:srgbClr val="11232E"/>
          </a:solidFill>
          <a:ln xmlns:a="http://schemas.openxmlformats.org/drawingml/2006/main" w="14288">
            <a:solidFill>
              <a:srgbClr val="385E73"/>
            </a:solidFill>
            <a:prstDash val="solid"/>
          </a:ln>
        </p:spPr>
      </p:sp>
      <p:cxnSp>
        <p:nvCxnSpPr>
          <p:cNvPr id="25" name="def-l1-3">
            <a:extLst xmlns:a="http://schemas.openxmlformats.org/drawingml/2006/main">
              <a:ext uri="{FF2B5EF4-FFF2-40B4-BE49-F238E27FC236}">
                <a16:creationId xmlns:a16="http://schemas.microsoft.com/office/drawing/2014/main" id="{1E0B1647-5D66-4447-A5E2-7D98BDE27ED1}"/>
              </a:ext>
            </a:extLst>
          </p:cNvPr>
          <p:cNvCxnSpPr/>
          <p:nvPr/>
        </p:nvCxnSpPr>
        <p:spPr>
          <a:xfrm xmlns:a="http://schemas.openxmlformats.org/drawingml/2006/main" rot="-757159">
            <a:off x="9747327" y="4810125"/>
            <a:ext cx="1307946" cy="0"/>
          </a:xfrm>
          <a:prstGeom xmlns:a="http://schemas.openxmlformats.org/drawingml/2006/main" prst="straightConnector1">
            <a:avLst/>
          </a:prstGeom>
          <a:ln xmlns:a="http://schemas.openxmlformats.org/drawingml/2006/main" w="28575">
            <a:solidFill>
              <a:srgbClr val="86EFAC"/>
            </a:solidFill>
            <a:prstDash val="solid"/>
          </a:ln>
        </p:spPr>
      </p:cxnSp>
      <p:sp>
        <p:nvSpPr>
          <p:cNvPr id="26" name="def-external">
            <a:extLst xmlns:a="http://schemas.openxmlformats.org/drawingml/2006/main">
              <a:ext uri="{FF2B5EF4-FFF2-40B4-BE49-F238E27FC236}">
                <a16:creationId xmlns:a16="http://schemas.microsoft.com/office/drawing/2014/main" id="{696EDE88-E41A-438B-899C-787150268741}"/>
              </a:ext>
            </a:extLst>
          </p:cNvPr>
          <p:cNvSpPr>
            <a:spLocks xmlns:a="http://schemas.openxmlformats.org/drawingml/2006/main" noGrp="1"/>
          </p:cNvSpPr>
          <p:nvPr/>
        </p:nvSpPr>
        <p:spPr>
          <a:xfrm xmlns:a="http://schemas.openxmlformats.org/drawingml/2006/main">
            <a:off x="10487025" y="5153025"/>
            <a:ext cx="76200" cy="76200"/>
          </a:xfrm>
          <a:prstGeom xmlns:a="http://schemas.openxmlformats.org/drawingml/2006/main" prst="ellipse">
            <a:avLst/>
          </a:prstGeom>
          <a:solidFill xmlns:a="http://schemas.openxmlformats.org/drawingml/2006/main">
            <a:srgbClr val="C4B5FD"/>
          </a:solidFill>
          <a:ln xmlns:a="http://schemas.openxmlformats.org/drawingml/2006/main" w="0">
            <a:solidFill>
              <a:srgbClr val="C4B5FD"/>
            </a:solidFill>
            <a:prstDash val="solid"/>
          </a:ln>
        </p:spPr>
      </p:sp>
      <p:sp>
        <p:nvSpPr>
          <p:cNvPr id="27" name="def-caption-3">
            <a:extLst xmlns:a="http://schemas.openxmlformats.org/drawingml/2006/main">
              <a:ext uri="{FF2B5EF4-FFF2-40B4-BE49-F238E27FC236}">
                <a16:creationId xmlns:a16="http://schemas.microsoft.com/office/drawing/2014/main" id="{79E66CE6-FF9A-4A49-99FB-891E08E939BC}"/>
              </a:ext>
            </a:extLst>
          </p:cNvPr>
          <p:cNvSpPr>
            <a:spLocks xmlns:a="http://schemas.openxmlformats.org/drawingml/2006/main" noGrp="1"/>
          </p:cNvSpPr>
          <p:nvPr/>
        </p:nvSpPr>
        <p:spPr>
          <a:xfrm xmlns:a="http://schemas.openxmlformats.org/drawingml/2006/main">
            <a:off x="9572625" y="5476875"/>
            <a:ext cx="19716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275" b="0">
                <a:solidFill>
                  <a:srgbClr val="ADB5BF"/>
                </a:solidFill>
                <a:latin typeface="DejaVu Sans"/>
                <a:ea typeface="DejaVu Sans"/>
                <a:cs typeface="DejaVu Sans"/>
              </a:defRPr>
            </a:defPPr>
            <a:lvl1pPr>
              <a:buNone/>
              <a:defRPr sz="1275" b="0">
                <a:solidFill>
                  <a:srgbClr val="ADB5BF"/>
                </a:solidFill>
                <a:latin typeface="DejaVu Sans"/>
                <a:ea typeface="DejaVu Sans"/>
                <a:cs typeface="DejaVu Sans"/>
              </a:defRPr>
            </a:lvl1pPr>
            <a:lvl2pPr>
              <a:buNone/>
              <a:defRPr sz="1275" b="0">
                <a:solidFill>
                  <a:srgbClr val="ADB5BF"/>
                </a:solidFill>
                <a:latin typeface="DejaVu Sans"/>
                <a:ea typeface="DejaVu Sans"/>
                <a:cs typeface="DejaVu Sans"/>
              </a:defRPr>
            </a:lvl2pPr>
            <a:lvl3pPr>
              <a:buNone/>
              <a:defRPr sz="1275" b="0">
                <a:solidFill>
                  <a:srgbClr val="ADB5BF"/>
                </a:solidFill>
                <a:latin typeface="DejaVu Sans"/>
                <a:ea typeface="DejaVu Sans"/>
                <a:cs typeface="DejaVu Sans"/>
              </a:defRPr>
            </a:lvl3pPr>
            <a:lvl4pPr>
              <a:buNone/>
              <a:defRPr sz="1275" b="0">
                <a:solidFill>
                  <a:srgbClr val="ADB5BF"/>
                </a:solidFill>
                <a:latin typeface="DejaVu Sans"/>
                <a:ea typeface="DejaVu Sans"/>
                <a:cs typeface="DejaVu Sans"/>
              </a:defRPr>
            </a:lvl4pPr>
            <a:lvl5pPr>
              <a:buNone/>
              <a:defRPr sz="1275" b="0">
                <a:solidFill>
                  <a:srgbClr val="ADB5BF"/>
                </a:solidFill>
                <a:latin typeface="DejaVu Sans"/>
                <a:ea typeface="DejaVu Sans"/>
                <a:cs typeface="DejaVu Sans"/>
              </a:defRPr>
            </a:lvl5pPr>
            <a:lvl6pPr>
              <a:buNone/>
              <a:defRPr sz="1275" b="0">
                <a:solidFill>
                  <a:srgbClr val="ADB5BF"/>
                </a:solidFill>
                <a:latin typeface="DejaVu Sans"/>
                <a:ea typeface="DejaVu Sans"/>
                <a:cs typeface="DejaVu Sans"/>
              </a:defRPr>
            </a:lvl6pPr>
            <a:lvl7pPr>
              <a:buNone/>
              <a:defRPr sz="1275" b="0">
                <a:solidFill>
                  <a:srgbClr val="ADB5BF"/>
                </a:solidFill>
                <a:latin typeface="DejaVu Sans"/>
                <a:ea typeface="DejaVu Sans"/>
                <a:cs typeface="DejaVu Sans"/>
              </a:defRPr>
            </a:lvl7pPr>
            <a:lvl8pPr>
              <a:buNone/>
              <a:defRPr sz="1275" b="0">
                <a:solidFill>
                  <a:srgbClr val="ADB5BF"/>
                </a:solidFill>
                <a:latin typeface="DejaVu Sans"/>
                <a:ea typeface="DejaVu Sans"/>
                <a:cs typeface="DejaVu Sans"/>
              </a:defRPr>
            </a:lvl8pPr>
            <a:lvl9pPr>
              <a:buNone/>
              <a:defRPr sz="1275" b="0">
                <a:solidFill>
                  <a:srgbClr val="ADB5BF"/>
                </a:solidFill>
                <a:latin typeface="DejaVu Sans"/>
                <a:ea typeface="DejaVu Sans"/>
                <a:cs typeface="DejaVu Sans"/>
              </a:defRPr>
            </a:lvl9pPr>
          </a:lstStyle>
          <a:p xmlns:a="http://schemas.openxmlformats.org/drawingml/2006/main">
            <a:pPr>
              <a:buNone/>
              <a:defRPr sz="1275" b="0">
                <a:solidFill>
                  <a:srgbClr val="ADB5BF"/>
                </a:solidFill>
                <a:latin typeface="DejaVu Sans"/>
                <a:ea typeface="DejaVu Sans"/>
                <a:cs typeface="DejaVu Sans"/>
              </a:defRPr>
            </a:pPr>
            <a:r>
              <a:rPr sz="1275" b="0">
                <a:solidFill>
                  <a:srgbClr val="ADB5BF"/>
                </a:solidFill>
                <a:latin typeface="DejaVu Sans"/>
                <a:ea typeface="DejaVu Sans"/>
                <a:cs typeface="DejaVu Sans"/>
              </a:rPr>
              <a:t>A line and an external point</a:t>
            </a:r>
          </a:p>
        </p:txBody>
      </p:sp>
      <p:sp>
        <p:nvSpPr>
          <p:cNvPr id="28" name="page-number">
            <a:extLst xmlns:a="http://schemas.openxmlformats.org/drawingml/2006/main">
              <a:ext uri="{FF2B5EF4-FFF2-40B4-BE49-F238E27FC236}">
                <a16:creationId xmlns:a16="http://schemas.microsoft.com/office/drawing/2014/main" id="{FC7E5E50-04D0-4C27-8AE1-59F00587A519}"/>
              </a:ext>
            </a:extLst>
          </p:cNvPr>
          <p:cNvSpPr>
            <a:spLocks xmlns:a="http://schemas.openxmlformats.org/drawingml/2006/main" noGrp="1"/>
          </p:cNvSpPr>
          <p:nvPr/>
        </p:nvSpPr>
        <p:spPr>
          <a:xfrm xmlns:a="http://schemas.openxmlformats.org/drawingml/2006/main">
            <a:off x="11125200" y="641032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16</a:t>
            </a:r>
          </a:p>
        </p:txBody>
      </p:sp>
    </p:spTree>
    <p:extLst>
      <p:ext uri="{BB962C8B-B14F-4D97-AF65-F5344CB8AC3E}">
        <p14:creationId xmlns:p14="http://schemas.microsoft.com/office/powerpoint/2010/main" val="79861488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400" fill="hold"/>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5"/>
                                        </p:tgtEl>
                                        <p:attrNameLst>
                                          <p:attrName>style.visibility</p:attrName>
                                        </p:attrNameLst>
                                      </p:cBhvr>
                                      <p:to>
                                        <p:strVal val="visible"/>
                                      </p:to>
                                    </p:set>
                                    <p:animEffect transition="in" filter="fade">
                                      <p:cBhvr>
                                        <p:cTn id="12" dur="400" fill="hold"/>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6"/>
                                        </p:tgtEl>
                                        <p:attrNameLst>
                                          <p:attrName>style.visibility</p:attrName>
                                        </p:attrNameLst>
                                      </p:cBhvr>
                                      <p:to>
                                        <p:strVal val="visible"/>
                                      </p:to>
                                    </p:set>
                                    <p:animEffect transition="in" filter="fade">
                                      <p:cBhvr>
                                        <p:cTn id="17" dur="400" fill="hold"/>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18" name="title">
            <a:extLst xmlns:a="http://schemas.openxmlformats.org/drawingml/2006/main">
              <a:ext uri="{FF2B5EF4-FFF2-40B4-BE49-F238E27FC236}">
                <a16:creationId xmlns:a16="http://schemas.microsoft.com/office/drawing/2014/main" id="{56AA0EF8-71E5-4A4B-88B8-8EF6983A9988}"/>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A plane containing parallel lines</a:t>
            </a:r>
          </a:p>
        </p:txBody>
      </p:sp>
      <p:sp>
        <p:nvSpPr>
          <p:cNvPr id="2" name="lead">
            <a:extLst xmlns:a="http://schemas.openxmlformats.org/drawingml/2006/main">
              <a:ext uri="{FF2B5EF4-FFF2-40B4-BE49-F238E27FC236}">
                <a16:creationId xmlns:a16="http://schemas.microsoft.com/office/drawing/2014/main" id="{22BFDAD7-8245-4447-B517-2287B366E79D}"/>
              </a:ext>
            </a:extLst>
          </p:cNvPr>
          <p:cNvSpPr>
            <a:spLocks xmlns:a="http://schemas.openxmlformats.org/drawingml/2006/main" noGrp="1"/>
          </p:cNvSpPr>
          <p:nvPr/>
        </p:nvSpPr>
        <p:spPr>
          <a:xfrm xmlns:a="http://schemas.openxmlformats.org/drawingml/2006/main">
            <a:off x="685800" y="1552575"/>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The shared line direction and a connector provide two spans.</a:t>
            </a:r>
          </a:p>
        </p:txBody>
      </p:sp>
      <p:pic>
        <p:nvPicPr>
          <p:cNvPr id="3" name="equation-0" descr="LaTeX: \begin{aligned}L_1:\vec r&amp;=[1,0,2]+u[1,1,0]\\L_2:\vec r&amp;=[1,1,3]+v[1,1,0]\end{aligned}">
            <a:extLst xmlns:a="http://schemas.openxmlformats.org/drawingml/2006/main">
              <a:ext uri="{FF2B5EF4-FFF2-40B4-BE49-F238E27FC236}">
                <a16:creationId xmlns:a16="http://schemas.microsoft.com/office/drawing/2014/main" id="{FFDE05A9-BA35-4910-8435-F748DB507659}"/>
              </a:ext>
            </a:extLst>
          </p:cNvPr>
          <p:cNvPicPr>
            <a:picLocks xmlns:a="http://schemas.openxmlformats.org/drawingml/2006/main" noChangeAspect="1"/>
          </p:cNvPicPr>
          <p:nvPr/>
        </p:nvPicPr>
        <p:blipFill>
          <a:blip xmlns:r="http://schemas.openxmlformats.org/officeDocument/2006/relationships" xmlns:a="http://schemas.openxmlformats.org/drawingml/2006/main" r:embed="R2d698b73f5154be6">
            <a:extLst>
              <a:ext uri="{96DAC541-7B7A-43D3-8B79-37D633B846F1}">
                <asvg:svgBlip xmlns:asvg="http://schemas.microsoft.com/office/drawing/2016/SVG/main" r:embed="Ree1024749341480e"/>
              </a:ext>
            </a:extLst>
          </a:blip>
          <a:stretch xmlns:a="http://schemas.openxmlformats.org/drawingml/2006/main"/>
        </p:blipFill>
        <p:spPr>
          <a:xfrm xmlns:a="http://schemas.openxmlformats.org/drawingml/2006/main">
            <a:off x="685800" y="2524125"/>
            <a:ext cx="3860497" cy="996382"/>
          </a:xfrm>
          <a:prstGeom xmlns:a="http://schemas.openxmlformats.org/drawingml/2006/main" prst="rect">
            <a:avLst/>
          </a:prstGeom>
        </p:spPr>
      </p:pic>
      <p:pic>
        <p:nvPicPr>
          <p:cNvPr id="4" name="equation-1" descr="LaTeX: \overrightarrow{AC}=[0,1,1]\not\parallel[1,1,0]">
            <a:extLst xmlns:a="http://schemas.openxmlformats.org/drawingml/2006/main">
              <a:ext uri="{FF2B5EF4-FFF2-40B4-BE49-F238E27FC236}">
                <a16:creationId xmlns:a16="http://schemas.microsoft.com/office/drawing/2014/main" id="{BBC1D423-7667-48F7-B7F7-B8477A375CEF}"/>
              </a:ext>
            </a:extLst>
          </p:cNvPr>
          <p:cNvPicPr>
            <a:picLocks xmlns:a="http://schemas.openxmlformats.org/drawingml/2006/main" noChangeAspect="1"/>
          </p:cNvPicPr>
          <p:nvPr/>
        </p:nvPicPr>
        <p:blipFill>
          <a:blip xmlns:r="http://schemas.openxmlformats.org/officeDocument/2006/relationships" xmlns:a="http://schemas.openxmlformats.org/drawingml/2006/main" r:embed="R461cc62321dd498b">
            <a:extLst>
              <a:ext uri="{96DAC541-7B7A-43D3-8B79-37D633B846F1}">
                <asvg:svgBlip xmlns:asvg="http://schemas.microsoft.com/office/drawing/2016/SVG/main" r:embed="R5421f78eeaf54094"/>
              </a:ext>
            </a:extLst>
          </a:blip>
          <a:stretch xmlns:a="http://schemas.openxmlformats.org/drawingml/2006/main"/>
        </p:blipFill>
        <p:spPr>
          <a:xfrm xmlns:a="http://schemas.openxmlformats.org/drawingml/2006/main">
            <a:off x="685800" y="3806257"/>
            <a:ext cx="3351205" cy="503163"/>
          </a:xfrm>
          <a:prstGeom xmlns:a="http://schemas.openxmlformats.org/drawingml/2006/main" prst="rect">
            <a:avLst/>
          </a:prstGeom>
        </p:spPr>
      </p:pic>
      <p:pic>
        <p:nvPicPr>
          <p:cNvPr id="5" name="equation-2" descr="LaTeX: \vec r=[1,0,2]+s[1,1,0]+t[0,1,1]">
            <a:extLst xmlns:a="http://schemas.openxmlformats.org/drawingml/2006/main">
              <a:ext uri="{FF2B5EF4-FFF2-40B4-BE49-F238E27FC236}">
                <a16:creationId xmlns:a16="http://schemas.microsoft.com/office/drawing/2014/main" id="{0C27FC3F-A266-4EEB-B098-AB08B4F27FA3}"/>
              </a:ext>
            </a:extLst>
          </p:cNvPr>
          <p:cNvPicPr>
            <a:picLocks xmlns:a="http://schemas.openxmlformats.org/drawingml/2006/main" noChangeAspect="1"/>
          </p:cNvPicPr>
          <p:nvPr/>
        </p:nvPicPr>
        <p:blipFill>
          <a:blip xmlns:r="http://schemas.openxmlformats.org/officeDocument/2006/relationships" xmlns:a="http://schemas.openxmlformats.org/drawingml/2006/main" r:embed="R14896a408fd94089">
            <a:extLst>
              <a:ext uri="{96DAC541-7B7A-43D3-8B79-37D633B846F1}">
                <asvg:svgBlip xmlns:asvg="http://schemas.microsoft.com/office/drawing/2016/SVG/main" r:embed="R73a09488b0ae48e4"/>
              </a:ext>
            </a:extLst>
          </a:blip>
          <a:stretch xmlns:a="http://schemas.openxmlformats.org/drawingml/2006/main"/>
        </p:blipFill>
        <p:spPr>
          <a:xfrm xmlns:a="http://schemas.openxmlformats.org/drawingml/2006/main">
            <a:off x="685800" y="4595170"/>
            <a:ext cx="4697787" cy="396235"/>
          </a:xfrm>
          <a:prstGeom xmlns:a="http://schemas.openxmlformats.org/drawingml/2006/main" prst="rect">
            <a:avLst/>
          </a:prstGeom>
        </p:spPr>
      </p:pic>
      <p:sp>
        <p:nvSpPr>
          <p:cNvPr id="6" name="plane-patch">
            <a:extLst xmlns:a="http://schemas.openxmlformats.org/drawingml/2006/main">
              <a:ext uri="{FF2B5EF4-FFF2-40B4-BE49-F238E27FC236}">
                <a16:creationId xmlns:a16="http://schemas.microsoft.com/office/drawing/2014/main" id="{C709FAF7-9150-48AB-90B9-E3BC119648C4}"/>
              </a:ext>
            </a:extLst>
          </p:cNvPr>
          <p:cNvSpPr>
            <a:spLocks xmlns:a="http://schemas.openxmlformats.org/drawingml/2006/main" noGrp="1"/>
          </p:cNvSpPr>
          <p:nvPr/>
        </p:nvSpPr>
        <p:spPr>
          <a:xfrm xmlns:a="http://schemas.openxmlformats.org/drawingml/2006/main">
            <a:off x="7524750" y="2962275"/>
            <a:ext cx="3355181" cy="2178844"/>
          </a:xfrm>
          <a:custGeom xmlns:a="http://schemas.openxmlformats.org/drawingml/2006/main">
            <a:pathLst>
              <a:path w="3355181" h="2178844">
                <a:moveTo>
                  <a:pt x="0" y="1000125"/>
                </a:moveTo>
                <a:lnTo>
                  <a:pt x="2333625" y="0"/>
                </a:lnTo>
                <a:lnTo>
                  <a:pt x="3355181" y="1178719"/>
                </a:lnTo>
                <a:lnTo>
                  <a:pt x="1021556" y="2178844"/>
                </a:lnTo>
                <a:close/>
              </a:path>
            </a:pathLst>
          </a:custGeom>
          <a:solidFill xmlns:a="http://schemas.openxmlformats.org/drawingml/2006/main">
            <a:srgbClr val="11232E"/>
          </a:solidFill>
          <a:ln xmlns:a="http://schemas.openxmlformats.org/drawingml/2006/main" w="14288">
            <a:solidFill>
              <a:srgbClr val="385E73"/>
            </a:solidFill>
            <a:prstDash val="solid"/>
          </a:ln>
        </p:spPr>
      </p:sp>
      <p:cxnSp>
        <p:nvCxnSpPr>
          <p:cNvPr id="7" name="line1">
            <a:extLst xmlns:a="http://schemas.openxmlformats.org/drawingml/2006/main">
              <a:ext uri="{FF2B5EF4-FFF2-40B4-BE49-F238E27FC236}">
                <a16:creationId xmlns:a16="http://schemas.microsoft.com/office/drawing/2014/main" id="{9419D933-0FA0-48FC-8504-CF565DEB9385}"/>
              </a:ext>
            </a:extLst>
          </p:cNvPr>
          <p:cNvCxnSpPr/>
          <p:nvPr/>
        </p:nvCxnSpPr>
        <p:spPr>
          <a:xfrm xmlns:a="http://schemas.openxmlformats.org/drawingml/2006/main" rot="-1391915">
            <a:off x="7488032" y="3671888"/>
            <a:ext cx="3264311" cy="0"/>
          </a:xfrm>
          <a:prstGeom xmlns:a="http://schemas.openxmlformats.org/drawingml/2006/main" prst="straightConnector1">
            <a:avLst/>
          </a:prstGeom>
          <a:ln xmlns:a="http://schemas.openxmlformats.org/drawingml/2006/main" w="28575">
            <a:solidFill>
              <a:srgbClr val="86EFAC"/>
            </a:solidFill>
            <a:prstDash val="solid"/>
          </a:ln>
        </p:spPr>
      </p:cxnSp>
      <p:cxnSp>
        <p:nvCxnSpPr>
          <p:cNvPr id="8" name="line2">
            <a:extLst xmlns:a="http://schemas.openxmlformats.org/drawingml/2006/main">
              <a:ext uri="{FF2B5EF4-FFF2-40B4-BE49-F238E27FC236}">
                <a16:creationId xmlns:a16="http://schemas.microsoft.com/office/drawing/2014/main" id="{CFCA58EE-264B-4238-B28C-08E89BEAE46F}"/>
              </a:ext>
            </a:extLst>
          </p:cNvPr>
          <p:cNvCxnSpPr/>
          <p:nvPr/>
        </p:nvCxnSpPr>
        <p:spPr>
          <a:xfrm xmlns:a="http://schemas.openxmlformats.org/drawingml/2006/main" rot="-1391915">
            <a:off x="8107157" y="4386263"/>
            <a:ext cx="3264311" cy="0"/>
          </a:xfrm>
          <a:prstGeom xmlns:a="http://schemas.openxmlformats.org/drawingml/2006/main" prst="straightConnector1">
            <a:avLst/>
          </a:prstGeom>
          <a:ln xmlns:a="http://schemas.openxmlformats.org/drawingml/2006/main" w="28575">
            <a:solidFill>
              <a:srgbClr val="C4B5FD"/>
            </a:solidFill>
            <a:prstDash val="solid"/>
          </a:ln>
        </p:spPr>
      </p:cxnSp>
      <p:cxnSp>
        <p:nvCxnSpPr>
          <p:cNvPr id="9" name="connector">
            <a:extLst xmlns:a="http://schemas.openxmlformats.org/drawingml/2006/main">
              <a:ext uri="{FF2B5EF4-FFF2-40B4-BE49-F238E27FC236}">
                <a16:creationId xmlns:a16="http://schemas.microsoft.com/office/drawing/2014/main" id="{13CF21D4-44CC-44FE-824D-CBFA15E28A57}"/>
              </a:ext>
            </a:extLst>
          </p:cNvPr>
          <p:cNvCxnSpPr/>
          <p:nvPr/>
        </p:nvCxnSpPr>
        <p:spPr>
          <a:xfrm xmlns:a="http://schemas.openxmlformats.org/drawingml/2006/main" rot="2945137">
            <a:off x="8076023" y="4405313"/>
            <a:ext cx="945329" cy="0"/>
          </a:xfrm>
          <a:prstGeom xmlns:a="http://schemas.openxmlformats.org/drawingml/2006/main" prst="straightConnector1">
            <a:avLst/>
          </a:prstGeom>
          <a:ln xmlns:a="http://schemas.openxmlformats.org/drawingml/2006/main" w="28575">
            <a:solidFill>
              <a:srgbClr val="7DD3FC"/>
            </a:solidFill>
            <a:prstDash val="solid"/>
            <a:tailEnd type="triangle" w="med" len="med"/>
          </a:ln>
        </p:spPr>
      </p:cxnSp>
      <p:sp>
        <p:nvSpPr>
          <p:cNvPr id="10" name="A">
            <a:extLst xmlns:a="http://schemas.openxmlformats.org/drawingml/2006/main">
              <a:ext uri="{FF2B5EF4-FFF2-40B4-BE49-F238E27FC236}">
                <a16:creationId xmlns:a16="http://schemas.microsoft.com/office/drawing/2014/main" id="{9DE047F3-FB7D-46BC-8CDB-D464230CD1AF}"/>
              </a:ext>
            </a:extLst>
          </p:cNvPr>
          <p:cNvSpPr>
            <a:spLocks xmlns:a="http://schemas.openxmlformats.org/drawingml/2006/main" noGrp="1"/>
          </p:cNvSpPr>
          <p:nvPr/>
        </p:nvSpPr>
        <p:spPr>
          <a:xfrm xmlns:a="http://schemas.openxmlformats.org/drawingml/2006/main">
            <a:off x="8201025" y="4010025"/>
            <a:ext cx="76200" cy="76200"/>
          </a:xfrm>
          <a:prstGeom xmlns:a="http://schemas.openxmlformats.org/drawingml/2006/main" prst="ellipse">
            <a:avLst/>
          </a:prstGeom>
          <a:solidFill xmlns:a="http://schemas.openxmlformats.org/drawingml/2006/main">
            <a:srgbClr val="86EFAC"/>
          </a:solidFill>
          <a:ln xmlns:a="http://schemas.openxmlformats.org/drawingml/2006/main" w="0">
            <a:solidFill>
              <a:srgbClr val="86EFAC"/>
            </a:solidFill>
            <a:prstDash val="solid"/>
          </a:ln>
        </p:spPr>
      </p:sp>
      <p:sp>
        <p:nvSpPr>
          <p:cNvPr id="11" name="C">
            <a:extLst xmlns:a="http://schemas.openxmlformats.org/drawingml/2006/main">
              <a:ext uri="{FF2B5EF4-FFF2-40B4-BE49-F238E27FC236}">
                <a16:creationId xmlns:a16="http://schemas.microsoft.com/office/drawing/2014/main" id="{BF85F549-EA0F-4237-B9C2-093ACD57C32F}"/>
              </a:ext>
            </a:extLst>
          </p:cNvPr>
          <p:cNvSpPr>
            <a:spLocks xmlns:a="http://schemas.openxmlformats.org/drawingml/2006/main" noGrp="1"/>
          </p:cNvSpPr>
          <p:nvPr/>
        </p:nvSpPr>
        <p:spPr>
          <a:xfrm xmlns:a="http://schemas.openxmlformats.org/drawingml/2006/main">
            <a:off x="8820150" y="4724400"/>
            <a:ext cx="76200" cy="76200"/>
          </a:xfrm>
          <a:prstGeom xmlns:a="http://schemas.openxmlformats.org/drawingml/2006/main" prst="ellipse">
            <a:avLst/>
          </a:prstGeom>
          <a:solidFill xmlns:a="http://schemas.openxmlformats.org/drawingml/2006/main">
            <a:srgbClr val="C4B5FD"/>
          </a:solidFill>
          <a:ln xmlns:a="http://schemas.openxmlformats.org/drawingml/2006/main" w="0">
            <a:solidFill>
              <a:srgbClr val="C4B5FD"/>
            </a:solidFill>
            <a:prstDash val="solid"/>
          </a:ln>
        </p:spPr>
      </p:sp>
      <p:sp>
        <p:nvSpPr>
          <p:cNvPr id="12" name="A-label">
            <a:extLst xmlns:a="http://schemas.openxmlformats.org/drawingml/2006/main">
              <a:ext uri="{FF2B5EF4-FFF2-40B4-BE49-F238E27FC236}">
                <a16:creationId xmlns:a16="http://schemas.microsoft.com/office/drawing/2014/main" id="{8AAFC9E8-7136-468B-8BA6-B9DA9B0E6893}"/>
              </a:ext>
            </a:extLst>
          </p:cNvPr>
          <p:cNvSpPr>
            <a:spLocks xmlns:a="http://schemas.openxmlformats.org/drawingml/2006/main" noGrp="1"/>
          </p:cNvSpPr>
          <p:nvPr/>
        </p:nvSpPr>
        <p:spPr>
          <a:xfrm xmlns:a="http://schemas.openxmlformats.org/drawingml/2006/main">
            <a:off x="8001000" y="37147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86EFAC"/>
                </a:solidFill>
                <a:latin typeface="DejaVu Sans"/>
                <a:ea typeface="DejaVu Sans"/>
                <a:cs typeface="DejaVu Sans"/>
              </a:defRPr>
            </a:defPPr>
            <a:lvl1pPr>
              <a:buNone/>
              <a:defRPr sz="1875" b="0">
                <a:solidFill>
                  <a:srgbClr val="86EFAC"/>
                </a:solidFill>
                <a:latin typeface="DejaVu Sans"/>
                <a:ea typeface="DejaVu Sans"/>
                <a:cs typeface="DejaVu Sans"/>
              </a:defRPr>
            </a:lvl1pPr>
            <a:lvl2pPr>
              <a:buNone/>
              <a:defRPr sz="1875" b="0">
                <a:solidFill>
                  <a:srgbClr val="86EFAC"/>
                </a:solidFill>
                <a:latin typeface="DejaVu Sans"/>
                <a:ea typeface="DejaVu Sans"/>
                <a:cs typeface="DejaVu Sans"/>
              </a:defRPr>
            </a:lvl2pPr>
            <a:lvl3pPr>
              <a:buNone/>
              <a:defRPr sz="1875" b="0">
                <a:solidFill>
                  <a:srgbClr val="86EFAC"/>
                </a:solidFill>
                <a:latin typeface="DejaVu Sans"/>
                <a:ea typeface="DejaVu Sans"/>
                <a:cs typeface="DejaVu Sans"/>
              </a:defRPr>
            </a:lvl3pPr>
            <a:lvl4pPr>
              <a:buNone/>
              <a:defRPr sz="1875" b="0">
                <a:solidFill>
                  <a:srgbClr val="86EFAC"/>
                </a:solidFill>
                <a:latin typeface="DejaVu Sans"/>
                <a:ea typeface="DejaVu Sans"/>
                <a:cs typeface="DejaVu Sans"/>
              </a:defRPr>
            </a:lvl4pPr>
            <a:lvl5pPr>
              <a:buNone/>
              <a:defRPr sz="1875" b="0">
                <a:solidFill>
                  <a:srgbClr val="86EFAC"/>
                </a:solidFill>
                <a:latin typeface="DejaVu Sans"/>
                <a:ea typeface="DejaVu Sans"/>
                <a:cs typeface="DejaVu Sans"/>
              </a:defRPr>
            </a:lvl5pPr>
            <a:lvl6pPr>
              <a:buNone/>
              <a:defRPr sz="1875" b="0">
                <a:solidFill>
                  <a:srgbClr val="86EFAC"/>
                </a:solidFill>
                <a:latin typeface="DejaVu Sans"/>
                <a:ea typeface="DejaVu Sans"/>
                <a:cs typeface="DejaVu Sans"/>
              </a:defRPr>
            </a:lvl6pPr>
            <a:lvl7pPr>
              <a:buNone/>
              <a:defRPr sz="1875" b="0">
                <a:solidFill>
                  <a:srgbClr val="86EFAC"/>
                </a:solidFill>
                <a:latin typeface="DejaVu Sans"/>
                <a:ea typeface="DejaVu Sans"/>
                <a:cs typeface="DejaVu Sans"/>
              </a:defRPr>
            </a:lvl7pPr>
            <a:lvl8pPr>
              <a:buNone/>
              <a:defRPr sz="1875" b="0">
                <a:solidFill>
                  <a:srgbClr val="86EFAC"/>
                </a:solidFill>
                <a:latin typeface="DejaVu Sans"/>
                <a:ea typeface="DejaVu Sans"/>
                <a:cs typeface="DejaVu Sans"/>
              </a:defRPr>
            </a:lvl8pPr>
            <a:lvl9pPr>
              <a:buNone/>
              <a:defRPr sz="1875" b="0">
                <a:solidFill>
                  <a:srgbClr val="86EFAC"/>
                </a:solidFill>
                <a:latin typeface="DejaVu Sans"/>
                <a:ea typeface="DejaVu Sans"/>
                <a:cs typeface="DejaVu Sans"/>
              </a:defRPr>
            </a:lvl9pPr>
          </a:lstStyle>
          <a:p xmlns:a="http://schemas.openxmlformats.org/drawingml/2006/main">
            <a:pPr>
              <a:buNone/>
              <a:defRPr sz="1875" b="0">
                <a:solidFill>
                  <a:srgbClr val="86EFAC"/>
                </a:solidFill>
                <a:latin typeface="DejaVu Sans"/>
                <a:ea typeface="DejaVu Sans"/>
                <a:cs typeface="DejaVu Sans"/>
              </a:defRPr>
            </a:pPr>
            <a:r>
              <a:rPr sz="1875" b="0">
                <a:solidFill>
                  <a:srgbClr val="86EFAC"/>
                </a:solidFill>
                <a:latin typeface="DejaVu Sans"/>
                <a:ea typeface="DejaVu Sans"/>
                <a:cs typeface="DejaVu Sans"/>
              </a:rPr>
              <a:t>A</a:t>
            </a:r>
          </a:p>
        </p:txBody>
      </p:sp>
      <p:sp>
        <p:nvSpPr>
          <p:cNvPr id="13" name="C-label">
            <a:extLst xmlns:a="http://schemas.openxmlformats.org/drawingml/2006/main">
              <a:ext uri="{FF2B5EF4-FFF2-40B4-BE49-F238E27FC236}">
                <a16:creationId xmlns:a16="http://schemas.microsoft.com/office/drawing/2014/main" id="{87AD5FC8-E810-4900-994A-32F3BCD7A4A2}"/>
              </a:ext>
            </a:extLst>
          </p:cNvPr>
          <p:cNvSpPr>
            <a:spLocks xmlns:a="http://schemas.openxmlformats.org/drawingml/2006/main" noGrp="1"/>
          </p:cNvSpPr>
          <p:nvPr/>
        </p:nvSpPr>
        <p:spPr>
          <a:xfrm xmlns:a="http://schemas.openxmlformats.org/drawingml/2006/main">
            <a:off x="8858250" y="48101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C4B5FD"/>
                </a:solidFill>
                <a:latin typeface="DejaVu Sans"/>
                <a:ea typeface="DejaVu Sans"/>
                <a:cs typeface="DejaVu Sans"/>
              </a:defRPr>
            </a:defPPr>
            <a:lvl1pPr>
              <a:buNone/>
              <a:defRPr sz="1875" b="0">
                <a:solidFill>
                  <a:srgbClr val="C4B5FD"/>
                </a:solidFill>
                <a:latin typeface="DejaVu Sans"/>
                <a:ea typeface="DejaVu Sans"/>
                <a:cs typeface="DejaVu Sans"/>
              </a:defRPr>
            </a:lvl1pPr>
            <a:lvl2pPr>
              <a:buNone/>
              <a:defRPr sz="1875" b="0">
                <a:solidFill>
                  <a:srgbClr val="C4B5FD"/>
                </a:solidFill>
                <a:latin typeface="DejaVu Sans"/>
                <a:ea typeface="DejaVu Sans"/>
                <a:cs typeface="DejaVu Sans"/>
              </a:defRPr>
            </a:lvl2pPr>
            <a:lvl3pPr>
              <a:buNone/>
              <a:defRPr sz="1875" b="0">
                <a:solidFill>
                  <a:srgbClr val="C4B5FD"/>
                </a:solidFill>
                <a:latin typeface="DejaVu Sans"/>
                <a:ea typeface="DejaVu Sans"/>
                <a:cs typeface="DejaVu Sans"/>
              </a:defRPr>
            </a:lvl3pPr>
            <a:lvl4pPr>
              <a:buNone/>
              <a:defRPr sz="1875" b="0">
                <a:solidFill>
                  <a:srgbClr val="C4B5FD"/>
                </a:solidFill>
                <a:latin typeface="DejaVu Sans"/>
                <a:ea typeface="DejaVu Sans"/>
                <a:cs typeface="DejaVu Sans"/>
              </a:defRPr>
            </a:lvl4pPr>
            <a:lvl5pPr>
              <a:buNone/>
              <a:defRPr sz="1875" b="0">
                <a:solidFill>
                  <a:srgbClr val="C4B5FD"/>
                </a:solidFill>
                <a:latin typeface="DejaVu Sans"/>
                <a:ea typeface="DejaVu Sans"/>
                <a:cs typeface="DejaVu Sans"/>
              </a:defRPr>
            </a:lvl5pPr>
            <a:lvl6pPr>
              <a:buNone/>
              <a:defRPr sz="1875" b="0">
                <a:solidFill>
                  <a:srgbClr val="C4B5FD"/>
                </a:solidFill>
                <a:latin typeface="DejaVu Sans"/>
                <a:ea typeface="DejaVu Sans"/>
                <a:cs typeface="DejaVu Sans"/>
              </a:defRPr>
            </a:lvl6pPr>
            <a:lvl7pPr>
              <a:buNone/>
              <a:defRPr sz="1875" b="0">
                <a:solidFill>
                  <a:srgbClr val="C4B5FD"/>
                </a:solidFill>
                <a:latin typeface="DejaVu Sans"/>
                <a:ea typeface="DejaVu Sans"/>
                <a:cs typeface="DejaVu Sans"/>
              </a:defRPr>
            </a:lvl7pPr>
            <a:lvl8pPr>
              <a:buNone/>
              <a:defRPr sz="1875" b="0">
                <a:solidFill>
                  <a:srgbClr val="C4B5FD"/>
                </a:solidFill>
                <a:latin typeface="DejaVu Sans"/>
                <a:ea typeface="DejaVu Sans"/>
                <a:cs typeface="DejaVu Sans"/>
              </a:defRPr>
            </a:lvl8pPr>
            <a:lvl9pPr>
              <a:buNone/>
              <a:defRPr sz="1875" b="0">
                <a:solidFill>
                  <a:srgbClr val="C4B5FD"/>
                </a:solidFill>
                <a:latin typeface="DejaVu Sans"/>
                <a:ea typeface="DejaVu Sans"/>
                <a:cs typeface="DejaVu Sans"/>
              </a:defRPr>
            </a:lvl9pPr>
          </a:lstStyle>
          <a:p xmlns:a="http://schemas.openxmlformats.org/drawingml/2006/main">
            <a:pPr>
              <a:buNone/>
              <a:defRPr sz="1875" b="0">
                <a:solidFill>
                  <a:srgbClr val="C4B5FD"/>
                </a:solidFill>
                <a:latin typeface="DejaVu Sans"/>
                <a:ea typeface="DejaVu Sans"/>
                <a:cs typeface="DejaVu Sans"/>
              </a:defRPr>
            </a:pPr>
            <a:r>
              <a:rPr sz="1875" b="0">
                <a:solidFill>
                  <a:srgbClr val="C4B5FD"/>
                </a:solidFill>
                <a:latin typeface="DejaVu Sans"/>
                <a:ea typeface="DejaVu Sans"/>
                <a:cs typeface="DejaVu Sans"/>
              </a:rPr>
              <a:t>C</a:t>
            </a:r>
          </a:p>
        </p:txBody>
      </p:sp>
      <p:sp>
        <p:nvSpPr>
          <p:cNvPr id="14" name="line1-label">
            <a:extLst xmlns:a="http://schemas.openxmlformats.org/drawingml/2006/main">
              <a:ext uri="{FF2B5EF4-FFF2-40B4-BE49-F238E27FC236}">
                <a16:creationId xmlns:a16="http://schemas.microsoft.com/office/drawing/2014/main" id="{6F31F2D2-E351-42D4-A2B6-EC4502DF9ABC}"/>
              </a:ext>
            </a:extLst>
          </p:cNvPr>
          <p:cNvSpPr>
            <a:spLocks xmlns:a="http://schemas.openxmlformats.org/drawingml/2006/main" noGrp="1"/>
          </p:cNvSpPr>
          <p:nvPr/>
        </p:nvSpPr>
        <p:spPr>
          <a:xfrm xmlns:a="http://schemas.openxmlformats.org/drawingml/2006/main">
            <a:off x="10668000" y="274320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86EFAC"/>
                </a:solidFill>
                <a:latin typeface="DejaVu Sans"/>
                <a:ea typeface="DejaVu Sans"/>
                <a:cs typeface="DejaVu Sans"/>
              </a:defRPr>
            </a:defPPr>
            <a:lvl1pPr>
              <a:buNone/>
              <a:defRPr sz="1875" b="0">
                <a:solidFill>
                  <a:srgbClr val="86EFAC"/>
                </a:solidFill>
                <a:latin typeface="DejaVu Sans"/>
                <a:ea typeface="DejaVu Sans"/>
                <a:cs typeface="DejaVu Sans"/>
              </a:defRPr>
            </a:lvl1pPr>
            <a:lvl2pPr>
              <a:buNone/>
              <a:defRPr sz="1875" b="0">
                <a:solidFill>
                  <a:srgbClr val="86EFAC"/>
                </a:solidFill>
                <a:latin typeface="DejaVu Sans"/>
                <a:ea typeface="DejaVu Sans"/>
                <a:cs typeface="DejaVu Sans"/>
              </a:defRPr>
            </a:lvl2pPr>
            <a:lvl3pPr>
              <a:buNone/>
              <a:defRPr sz="1875" b="0">
                <a:solidFill>
                  <a:srgbClr val="86EFAC"/>
                </a:solidFill>
                <a:latin typeface="DejaVu Sans"/>
                <a:ea typeface="DejaVu Sans"/>
                <a:cs typeface="DejaVu Sans"/>
              </a:defRPr>
            </a:lvl3pPr>
            <a:lvl4pPr>
              <a:buNone/>
              <a:defRPr sz="1875" b="0">
                <a:solidFill>
                  <a:srgbClr val="86EFAC"/>
                </a:solidFill>
                <a:latin typeface="DejaVu Sans"/>
                <a:ea typeface="DejaVu Sans"/>
                <a:cs typeface="DejaVu Sans"/>
              </a:defRPr>
            </a:lvl4pPr>
            <a:lvl5pPr>
              <a:buNone/>
              <a:defRPr sz="1875" b="0">
                <a:solidFill>
                  <a:srgbClr val="86EFAC"/>
                </a:solidFill>
                <a:latin typeface="DejaVu Sans"/>
                <a:ea typeface="DejaVu Sans"/>
                <a:cs typeface="DejaVu Sans"/>
              </a:defRPr>
            </a:lvl5pPr>
            <a:lvl6pPr>
              <a:buNone/>
              <a:defRPr sz="1875" b="0">
                <a:solidFill>
                  <a:srgbClr val="86EFAC"/>
                </a:solidFill>
                <a:latin typeface="DejaVu Sans"/>
                <a:ea typeface="DejaVu Sans"/>
                <a:cs typeface="DejaVu Sans"/>
              </a:defRPr>
            </a:lvl6pPr>
            <a:lvl7pPr>
              <a:buNone/>
              <a:defRPr sz="1875" b="0">
                <a:solidFill>
                  <a:srgbClr val="86EFAC"/>
                </a:solidFill>
                <a:latin typeface="DejaVu Sans"/>
                <a:ea typeface="DejaVu Sans"/>
                <a:cs typeface="DejaVu Sans"/>
              </a:defRPr>
            </a:lvl7pPr>
            <a:lvl8pPr>
              <a:buNone/>
              <a:defRPr sz="1875" b="0">
                <a:solidFill>
                  <a:srgbClr val="86EFAC"/>
                </a:solidFill>
                <a:latin typeface="DejaVu Sans"/>
                <a:ea typeface="DejaVu Sans"/>
                <a:cs typeface="DejaVu Sans"/>
              </a:defRPr>
            </a:lvl8pPr>
            <a:lvl9pPr>
              <a:buNone/>
              <a:defRPr sz="1875" b="0">
                <a:solidFill>
                  <a:srgbClr val="86EFAC"/>
                </a:solidFill>
                <a:latin typeface="DejaVu Sans"/>
                <a:ea typeface="DejaVu Sans"/>
                <a:cs typeface="DejaVu Sans"/>
              </a:defRPr>
            </a:lvl9pPr>
          </a:lstStyle>
          <a:p xmlns:a="http://schemas.openxmlformats.org/drawingml/2006/main">
            <a:pPr>
              <a:buNone/>
              <a:defRPr sz="1875" b="0">
                <a:solidFill>
                  <a:srgbClr val="86EFAC"/>
                </a:solidFill>
                <a:latin typeface="DejaVu Sans"/>
                <a:ea typeface="DejaVu Sans"/>
                <a:cs typeface="DejaVu Sans"/>
              </a:defRPr>
            </a:pPr>
            <a:r>
              <a:rPr sz="1875" b="0">
                <a:solidFill>
                  <a:srgbClr val="86EFAC"/>
                </a:solidFill>
                <a:latin typeface="DejaVu Sans"/>
                <a:ea typeface="DejaVu Sans"/>
                <a:cs typeface="DejaVu Sans"/>
              </a:rPr>
              <a:t>L₁</a:t>
            </a:r>
          </a:p>
        </p:txBody>
      </p:sp>
      <p:sp>
        <p:nvSpPr>
          <p:cNvPr id="15" name="line2-label">
            <a:extLst xmlns:a="http://schemas.openxmlformats.org/drawingml/2006/main">
              <a:ext uri="{FF2B5EF4-FFF2-40B4-BE49-F238E27FC236}">
                <a16:creationId xmlns:a16="http://schemas.microsoft.com/office/drawing/2014/main" id="{28072C97-A013-4AD0-822D-CCB38FCAEB75}"/>
              </a:ext>
            </a:extLst>
          </p:cNvPr>
          <p:cNvSpPr>
            <a:spLocks xmlns:a="http://schemas.openxmlformats.org/drawingml/2006/main" noGrp="1"/>
          </p:cNvSpPr>
          <p:nvPr/>
        </p:nvSpPr>
        <p:spPr>
          <a:xfrm xmlns:a="http://schemas.openxmlformats.org/drawingml/2006/main">
            <a:off x="11125200" y="3819525"/>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C4B5FD"/>
                </a:solidFill>
                <a:latin typeface="DejaVu Sans"/>
                <a:ea typeface="DejaVu Sans"/>
                <a:cs typeface="DejaVu Sans"/>
              </a:defRPr>
            </a:defPPr>
            <a:lvl1pPr>
              <a:buNone/>
              <a:defRPr sz="1875" b="0">
                <a:solidFill>
                  <a:srgbClr val="C4B5FD"/>
                </a:solidFill>
                <a:latin typeface="DejaVu Sans"/>
                <a:ea typeface="DejaVu Sans"/>
                <a:cs typeface="DejaVu Sans"/>
              </a:defRPr>
            </a:lvl1pPr>
            <a:lvl2pPr>
              <a:buNone/>
              <a:defRPr sz="1875" b="0">
                <a:solidFill>
                  <a:srgbClr val="C4B5FD"/>
                </a:solidFill>
                <a:latin typeface="DejaVu Sans"/>
                <a:ea typeface="DejaVu Sans"/>
                <a:cs typeface="DejaVu Sans"/>
              </a:defRPr>
            </a:lvl2pPr>
            <a:lvl3pPr>
              <a:buNone/>
              <a:defRPr sz="1875" b="0">
                <a:solidFill>
                  <a:srgbClr val="C4B5FD"/>
                </a:solidFill>
                <a:latin typeface="DejaVu Sans"/>
                <a:ea typeface="DejaVu Sans"/>
                <a:cs typeface="DejaVu Sans"/>
              </a:defRPr>
            </a:lvl3pPr>
            <a:lvl4pPr>
              <a:buNone/>
              <a:defRPr sz="1875" b="0">
                <a:solidFill>
                  <a:srgbClr val="C4B5FD"/>
                </a:solidFill>
                <a:latin typeface="DejaVu Sans"/>
                <a:ea typeface="DejaVu Sans"/>
                <a:cs typeface="DejaVu Sans"/>
              </a:defRPr>
            </a:lvl4pPr>
            <a:lvl5pPr>
              <a:buNone/>
              <a:defRPr sz="1875" b="0">
                <a:solidFill>
                  <a:srgbClr val="C4B5FD"/>
                </a:solidFill>
                <a:latin typeface="DejaVu Sans"/>
                <a:ea typeface="DejaVu Sans"/>
                <a:cs typeface="DejaVu Sans"/>
              </a:defRPr>
            </a:lvl5pPr>
            <a:lvl6pPr>
              <a:buNone/>
              <a:defRPr sz="1875" b="0">
                <a:solidFill>
                  <a:srgbClr val="C4B5FD"/>
                </a:solidFill>
                <a:latin typeface="DejaVu Sans"/>
                <a:ea typeface="DejaVu Sans"/>
                <a:cs typeface="DejaVu Sans"/>
              </a:defRPr>
            </a:lvl6pPr>
            <a:lvl7pPr>
              <a:buNone/>
              <a:defRPr sz="1875" b="0">
                <a:solidFill>
                  <a:srgbClr val="C4B5FD"/>
                </a:solidFill>
                <a:latin typeface="DejaVu Sans"/>
                <a:ea typeface="DejaVu Sans"/>
                <a:cs typeface="DejaVu Sans"/>
              </a:defRPr>
            </a:lvl7pPr>
            <a:lvl8pPr>
              <a:buNone/>
              <a:defRPr sz="1875" b="0">
                <a:solidFill>
                  <a:srgbClr val="C4B5FD"/>
                </a:solidFill>
                <a:latin typeface="DejaVu Sans"/>
                <a:ea typeface="DejaVu Sans"/>
                <a:cs typeface="DejaVu Sans"/>
              </a:defRPr>
            </a:lvl8pPr>
            <a:lvl9pPr>
              <a:buNone/>
              <a:defRPr sz="1875" b="0">
                <a:solidFill>
                  <a:srgbClr val="C4B5FD"/>
                </a:solidFill>
                <a:latin typeface="DejaVu Sans"/>
                <a:ea typeface="DejaVu Sans"/>
                <a:cs typeface="DejaVu Sans"/>
              </a:defRPr>
            </a:lvl9pPr>
          </a:lstStyle>
          <a:p xmlns:a="http://schemas.openxmlformats.org/drawingml/2006/main">
            <a:pPr>
              <a:buNone/>
              <a:defRPr sz="1875" b="0">
                <a:solidFill>
                  <a:srgbClr val="C4B5FD"/>
                </a:solidFill>
                <a:latin typeface="DejaVu Sans"/>
                <a:ea typeface="DejaVu Sans"/>
                <a:cs typeface="DejaVu Sans"/>
              </a:defRPr>
            </a:pPr>
            <a:r>
              <a:rPr sz="1875" b="0">
                <a:solidFill>
                  <a:srgbClr val="C4B5FD"/>
                </a:solidFill>
                <a:latin typeface="DejaVu Sans"/>
                <a:ea typeface="DejaVu Sans"/>
                <a:cs typeface="DejaVu Sans"/>
              </a:rPr>
              <a:t>L₂</a:t>
            </a:r>
          </a:p>
        </p:txBody>
      </p:sp>
      <p:sp>
        <p:nvSpPr>
          <p:cNvPr id="16" name="connector-caption">
            <a:extLst xmlns:a="http://schemas.openxmlformats.org/drawingml/2006/main">
              <a:ext uri="{FF2B5EF4-FFF2-40B4-BE49-F238E27FC236}">
                <a16:creationId xmlns:a16="http://schemas.microsoft.com/office/drawing/2014/main" id="{B1E56E56-C890-420B-B320-2A9BB4B17262}"/>
              </a:ext>
            </a:extLst>
          </p:cNvPr>
          <p:cNvSpPr>
            <a:spLocks xmlns:a="http://schemas.openxmlformats.org/drawingml/2006/main" noGrp="1"/>
          </p:cNvSpPr>
          <p:nvPr/>
        </p:nvSpPr>
        <p:spPr>
          <a:xfrm xmlns:a="http://schemas.openxmlformats.org/drawingml/2006/main">
            <a:off x="7381875" y="542925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575" b="0">
                <a:solidFill>
                  <a:srgbClr val="ADB5BF"/>
                </a:solidFill>
                <a:latin typeface="DejaVu Sans"/>
                <a:ea typeface="DejaVu Sans"/>
                <a:cs typeface="DejaVu Sans"/>
              </a:defRPr>
            </a:defPPr>
            <a:lvl1pPr>
              <a:buNone/>
              <a:defRPr sz="1575" b="0">
                <a:solidFill>
                  <a:srgbClr val="ADB5BF"/>
                </a:solidFill>
                <a:latin typeface="DejaVu Sans"/>
                <a:ea typeface="DejaVu Sans"/>
                <a:cs typeface="DejaVu Sans"/>
              </a:defRPr>
            </a:lvl1pPr>
            <a:lvl2pPr>
              <a:buNone/>
              <a:defRPr sz="1575" b="0">
                <a:solidFill>
                  <a:srgbClr val="ADB5BF"/>
                </a:solidFill>
                <a:latin typeface="DejaVu Sans"/>
                <a:ea typeface="DejaVu Sans"/>
                <a:cs typeface="DejaVu Sans"/>
              </a:defRPr>
            </a:lvl2pPr>
            <a:lvl3pPr>
              <a:buNone/>
              <a:defRPr sz="1575" b="0">
                <a:solidFill>
                  <a:srgbClr val="ADB5BF"/>
                </a:solidFill>
                <a:latin typeface="DejaVu Sans"/>
                <a:ea typeface="DejaVu Sans"/>
                <a:cs typeface="DejaVu Sans"/>
              </a:defRPr>
            </a:lvl3pPr>
            <a:lvl4pPr>
              <a:buNone/>
              <a:defRPr sz="1575" b="0">
                <a:solidFill>
                  <a:srgbClr val="ADB5BF"/>
                </a:solidFill>
                <a:latin typeface="DejaVu Sans"/>
                <a:ea typeface="DejaVu Sans"/>
                <a:cs typeface="DejaVu Sans"/>
              </a:defRPr>
            </a:lvl4pPr>
            <a:lvl5pPr>
              <a:buNone/>
              <a:defRPr sz="1575" b="0">
                <a:solidFill>
                  <a:srgbClr val="ADB5BF"/>
                </a:solidFill>
                <a:latin typeface="DejaVu Sans"/>
                <a:ea typeface="DejaVu Sans"/>
                <a:cs typeface="DejaVu Sans"/>
              </a:defRPr>
            </a:lvl5pPr>
            <a:lvl6pPr>
              <a:buNone/>
              <a:defRPr sz="1575" b="0">
                <a:solidFill>
                  <a:srgbClr val="ADB5BF"/>
                </a:solidFill>
                <a:latin typeface="DejaVu Sans"/>
                <a:ea typeface="DejaVu Sans"/>
                <a:cs typeface="DejaVu Sans"/>
              </a:defRPr>
            </a:lvl6pPr>
            <a:lvl7pPr>
              <a:buNone/>
              <a:defRPr sz="1575" b="0">
                <a:solidFill>
                  <a:srgbClr val="ADB5BF"/>
                </a:solidFill>
                <a:latin typeface="DejaVu Sans"/>
                <a:ea typeface="DejaVu Sans"/>
                <a:cs typeface="DejaVu Sans"/>
              </a:defRPr>
            </a:lvl7pPr>
            <a:lvl8pPr>
              <a:buNone/>
              <a:defRPr sz="1575" b="0">
                <a:solidFill>
                  <a:srgbClr val="ADB5BF"/>
                </a:solidFill>
                <a:latin typeface="DejaVu Sans"/>
                <a:ea typeface="DejaVu Sans"/>
                <a:cs typeface="DejaVu Sans"/>
              </a:defRPr>
            </a:lvl8pPr>
            <a:lvl9pPr>
              <a:buNone/>
              <a:defRPr sz="1575" b="0">
                <a:solidFill>
                  <a:srgbClr val="ADB5BF"/>
                </a:solidFill>
                <a:latin typeface="DejaVu Sans"/>
                <a:ea typeface="DejaVu Sans"/>
                <a:cs typeface="DejaVu Sans"/>
              </a:defRPr>
            </a:lvl9pPr>
          </a:lstStyle>
          <a:p xmlns:a="http://schemas.openxmlformats.org/drawingml/2006/main">
            <a:pPr>
              <a:buNone/>
              <a:defRPr sz="1575" b="0">
                <a:solidFill>
                  <a:srgbClr val="ADB5BF"/>
                </a:solidFill>
                <a:latin typeface="DejaVu Sans"/>
                <a:ea typeface="DejaVu Sans"/>
                <a:cs typeface="DejaVu Sans"/>
              </a:defRPr>
            </a:pPr>
            <a:r>
              <a:rPr sz="1575" b="0">
                <a:solidFill>
                  <a:srgbClr val="ADB5BF"/>
                </a:solidFill>
                <a:latin typeface="DejaVu Sans"/>
                <a:ea typeface="DejaVu Sans"/>
                <a:cs typeface="DejaVu Sans"/>
              </a:rPr>
              <a:t>Connector AC is independent of the line direction</a:t>
            </a:r>
          </a:p>
        </p:txBody>
      </p:sp>
      <p:sp>
        <p:nvSpPr>
          <p:cNvPr id="17" name="page-number">
            <a:extLst xmlns:a="http://schemas.openxmlformats.org/drawingml/2006/main">
              <a:ext uri="{FF2B5EF4-FFF2-40B4-BE49-F238E27FC236}">
                <a16:creationId xmlns:a16="http://schemas.microsoft.com/office/drawing/2014/main" id="{7DC0C896-8812-4914-AC09-5BDF7645343C}"/>
              </a:ext>
            </a:extLst>
          </p:cNvPr>
          <p:cNvSpPr>
            <a:spLocks xmlns:a="http://schemas.openxmlformats.org/drawingml/2006/main" noGrp="1"/>
          </p:cNvSpPr>
          <p:nvPr/>
        </p:nvSpPr>
        <p:spPr>
          <a:xfrm xmlns:a="http://schemas.openxmlformats.org/drawingml/2006/main">
            <a:off x="11125200" y="641032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17</a:t>
            </a:r>
          </a:p>
        </p:txBody>
      </p:sp>
    </p:spTree>
    <p:extLst>
      <p:ext uri="{BB962C8B-B14F-4D97-AF65-F5344CB8AC3E}">
        <p14:creationId xmlns:p14="http://schemas.microsoft.com/office/powerpoint/2010/main" val="52874812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400" fill="hold"/>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5"/>
                                        </p:tgtEl>
                                        <p:attrNameLst>
                                          <p:attrName>style.visibility</p:attrName>
                                        </p:attrNameLst>
                                      </p:cBhvr>
                                      <p:to>
                                        <p:strVal val="visible"/>
                                      </p:to>
                                    </p:set>
                                    <p:animEffect transition="in" filter="fade">
                                      <p:cBhvr>
                                        <p:cTn id="12" dur="400" fill="hold"/>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67D028D8-3CDE-4E4B-92EE-2927C1388B3A}"/>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A plane through intersecting lines</a:t>
            </a:r>
          </a:p>
        </p:txBody>
      </p:sp>
      <p:sp>
        <p:nvSpPr>
          <p:cNvPr id="2" name="page-number">
            <a:extLst xmlns:a="http://schemas.openxmlformats.org/drawingml/2006/main">
              <a:ext uri="{FF2B5EF4-FFF2-40B4-BE49-F238E27FC236}">
                <a16:creationId xmlns:a16="http://schemas.microsoft.com/office/drawing/2014/main" id="{1F5280A4-A638-4B92-A4E9-E360508F13C4}"/>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18</a:t>
            </a:r>
          </a:p>
        </p:txBody>
      </p:sp>
      <p:sp>
        <p:nvSpPr>
          <p:cNvPr id="3" name="lead">
            <a:extLst xmlns:a="http://schemas.openxmlformats.org/drawingml/2006/main">
              <a:ext uri="{FF2B5EF4-FFF2-40B4-BE49-F238E27FC236}">
                <a16:creationId xmlns:a16="http://schemas.microsoft.com/office/drawing/2014/main" id="{AD9B38E2-0006-478F-BBC0-4AF95968EDBB}"/>
              </a:ext>
            </a:extLst>
          </p:cNvPr>
          <p:cNvSpPr>
            <a:spLocks xmlns:a="http://schemas.openxmlformats.org/drawingml/2006/main" noGrp="1"/>
          </p:cNvSpPr>
          <p:nvPr/>
        </p:nvSpPr>
        <p:spPr>
          <a:xfrm xmlns:a="http://schemas.openxmlformats.org/drawingml/2006/main">
            <a:off x="685800" y="1552575"/>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Use their intersection and the two nonparallel line directions.</a:t>
            </a:r>
          </a:p>
        </p:txBody>
      </p:sp>
      <p:pic>
        <p:nvPicPr>
          <p:cNvPr id="4" name="equation-0" descr="LaTeX: L_1:\vec r=[2,-1,1]+s[1,2,0]">
            <a:extLst xmlns:a="http://schemas.openxmlformats.org/drawingml/2006/main">
              <a:ext uri="{FF2B5EF4-FFF2-40B4-BE49-F238E27FC236}">
                <a16:creationId xmlns:a16="http://schemas.microsoft.com/office/drawing/2014/main" id="{0BFF08F7-2316-450D-9FBD-9FFB81BDF68E}"/>
              </a:ext>
            </a:extLst>
          </p:cNvPr>
          <p:cNvPicPr>
            <a:picLocks xmlns:a="http://schemas.openxmlformats.org/drawingml/2006/main" noChangeAspect="1"/>
          </p:cNvPicPr>
          <p:nvPr/>
        </p:nvPicPr>
        <p:blipFill>
          <a:blip xmlns:r="http://schemas.openxmlformats.org/officeDocument/2006/relationships" xmlns:a="http://schemas.openxmlformats.org/drawingml/2006/main" r:embed="Rc6d41be9ad8a487c">
            <a:extLst>
              <a:ext uri="{96DAC541-7B7A-43D3-8B79-37D633B846F1}">
                <asvg:svgBlip xmlns:asvg="http://schemas.microsoft.com/office/drawing/2016/SVG/main" r:embed="R065a0191b4ed4233"/>
              </a:ext>
            </a:extLst>
          </a:blip>
          <a:stretch xmlns:a="http://schemas.openxmlformats.org/drawingml/2006/main"/>
        </p:blipFill>
        <p:spPr>
          <a:xfrm xmlns:a="http://schemas.openxmlformats.org/drawingml/2006/main">
            <a:off x="685800" y="2446351"/>
            <a:ext cx="4522637" cy="436875"/>
          </a:xfrm>
          <a:prstGeom xmlns:a="http://schemas.openxmlformats.org/drawingml/2006/main" prst="rect">
            <a:avLst/>
          </a:prstGeom>
        </p:spPr>
      </p:pic>
      <p:pic>
        <p:nvPicPr>
          <p:cNvPr id="5" name="equation-1" descr="LaTeX: L_2:\vec r=[2,-1,1]+t[0,1,3]">
            <a:extLst xmlns:a="http://schemas.openxmlformats.org/drawingml/2006/main">
              <a:ext uri="{FF2B5EF4-FFF2-40B4-BE49-F238E27FC236}">
                <a16:creationId xmlns:a16="http://schemas.microsoft.com/office/drawing/2014/main" id="{87580550-0498-47AA-BB3B-6366FC15C965}"/>
              </a:ext>
            </a:extLst>
          </p:cNvPr>
          <p:cNvPicPr>
            <a:picLocks xmlns:a="http://schemas.openxmlformats.org/drawingml/2006/main" noChangeAspect="1"/>
          </p:cNvPicPr>
          <p:nvPr/>
        </p:nvPicPr>
        <p:blipFill>
          <a:blip xmlns:r="http://schemas.openxmlformats.org/officeDocument/2006/relationships" xmlns:a="http://schemas.openxmlformats.org/drawingml/2006/main" r:embed="R1de4f2d86bdd4129">
            <a:extLst>
              <a:ext uri="{96DAC541-7B7A-43D3-8B79-37D633B846F1}">
                <asvg:svgBlip xmlns:asvg="http://schemas.microsoft.com/office/drawing/2016/SVG/main" r:embed="Rec07c6204a7b46b6"/>
              </a:ext>
            </a:extLst>
          </a:blip>
          <a:stretch xmlns:a="http://schemas.openxmlformats.org/drawingml/2006/main"/>
        </p:blipFill>
        <p:spPr>
          <a:xfrm xmlns:a="http://schemas.openxmlformats.org/drawingml/2006/main">
            <a:off x="685800" y="3149925"/>
            <a:ext cx="4480609" cy="436875"/>
          </a:xfrm>
          <a:prstGeom xmlns:a="http://schemas.openxmlformats.org/drawingml/2006/main" prst="rect">
            <a:avLst/>
          </a:prstGeom>
        </p:spPr>
      </p:pic>
      <p:pic>
        <p:nvPicPr>
          <p:cNvPr id="6" name="equation-2" descr="LaTeX: \Pi:\vec r=[2,-1,1]+u[1,2,0]+v[0,1,3]">
            <a:extLst xmlns:a="http://schemas.openxmlformats.org/drawingml/2006/main">
              <a:ext uri="{FF2B5EF4-FFF2-40B4-BE49-F238E27FC236}">
                <a16:creationId xmlns:a16="http://schemas.microsoft.com/office/drawing/2014/main" id="{79F224A4-186A-4A77-A0BA-D34F4216B2AE}"/>
              </a:ext>
            </a:extLst>
          </p:cNvPr>
          <p:cNvPicPr>
            <a:picLocks xmlns:a="http://schemas.openxmlformats.org/drawingml/2006/main" noChangeAspect="1"/>
          </p:cNvPicPr>
          <p:nvPr/>
        </p:nvPicPr>
        <p:blipFill>
          <a:blip xmlns:r="http://schemas.openxmlformats.org/officeDocument/2006/relationships" xmlns:a="http://schemas.openxmlformats.org/drawingml/2006/main" r:embed="Re127b467c5e44e86">
            <a:extLst>
              <a:ext uri="{96DAC541-7B7A-43D3-8B79-37D633B846F1}">
                <asvg:svgBlip xmlns:asvg="http://schemas.microsoft.com/office/drawing/2016/SVG/main" r:embed="R8599e820d7394fbc"/>
              </a:ext>
            </a:extLst>
          </a:blip>
          <a:stretch xmlns:a="http://schemas.openxmlformats.org/drawingml/2006/main"/>
        </p:blipFill>
        <p:spPr>
          <a:xfrm xmlns:a="http://schemas.openxmlformats.org/drawingml/2006/main">
            <a:off x="685800" y="3853500"/>
            <a:ext cx="6166719" cy="436875"/>
          </a:xfrm>
          <a:prstGeom xmlns:a="http://schemas.openxmlformats.org/drawingml/2006/main" prst="rect">
            <a:avLst/>
          </a:prstGeom>
        </p:spPr>
      </p:pic>
      <p:pic>
        <p:nvPicPr>
          <p:cNvPr id="7" name="equation-3" descr="LaTeX: [1,2,0]\times[0,1,3]=[6,-3,1]">
            <a:extLst xmlns:a="http://schemas.openxmlformats.org/drawingml/2006/main">
              <a:ext uri="{FF2B5EF4-FFF2-40B4-BE49-F238E27FC236}">
                <a16:creationId xmlns:a16="http://schemas.microsoft.com/office/drawing/2014/main" id="{7A081F4B-CC5F-4223-9502-F255F1BDEE43}"/>
              </a:ext>
            </a:extLst>
          </p:cNvPr>
          <p:cNvPicPr>
            <a:picLocks xmlns:a="http://schemas.openxmlformats.org/drawingml/2006/main" noChangeAspect="1"/>
          </p:cNvPicPr>
          <p:nvPr/>
        </p:nvPicPr>
        <p:blipFill>
          <a:blip xmlns:r="http://schemas.openxmlformats.org/officeDocument/2006/relationships" xmlns:a="http://schemas.openxmlformats.org/drawingml/2006/main" r:embed="Rb4c2a69cedb449d5">
            <a:extLst>
              <a:ext uri="{96DAC541-7B7A-43D3-8B79-37D633B846F1}">
                <asvg:svgBlip xmlns:asvg="http://schemas.microsoft.com/office/drawing/2016/SVG/main" r:embed="Rb3c0ecbd1c65477f"/>
              </a:ext>
            </a:extLst>
          </a:blip>
          <a:stretch xmlns:a="http://schemas.openxmlformats.org/drawingml/2006/main"/>
        </p:blipFill>
        <p:spPr>
          <a:xfrm xmlns:a="http://schemas.openxmlformats.org/drawingml/2006/main">
            <a:off x="685800" y="4557075"/>
            <a:ext cx="4550236" cy="436875"/>
          </a:xfrm>
          <a:prstGeom xmlns:a="http://schemas.openxmlformats.org/drawingml/2006/main" prst="rect">
            <a:avLst/>
          </a:prstGeom>
        </p:spPr>
      </p:pic>
      <p:pic>
        <p:nvPicPr>
          <p:cNvPr id="8" name="equation-4" descr="LaTeX: 6(x-2)-3(y+1)+(z-1)=0\Rightarrow6x-3y+z=16">
            <a:extLst xmlns:a="http://schemas.openxmlformats.org/drawingml/2006/main">
              <a:ext uri="{FF2B5EF4-FFF2-40B4-BE49-F238E27FC236}">
                <a16:creationId xmlns:a16="http://schemas.microsoft.com/office/drawing/2014/main" id="{7AB482B1-65BF-4A65-A981-95E41C53F3C1}"/>
              </a:ext>
            </a:extLst>
          </p:cNvPr>
          <p:cNvPicPr>
            <a:picLocks xmlns:a="http://schemas.openxmlformats.org/drawingml/2006/main" noChangeAspect="1"/>
          </p:cNvPicPr>
          <p:nvPr/>
        </p:nvPicPr>
        <p:blipFill>
          <a:blip xmlns:r="http://schemas.openxmlformats.org/officeDocument/2006/relationships" xmlns:a="http://schemas.openxmlformats.org/drawingml/2006/main" r:embed="Re463caa96ed24e80">
            <a:extLst>
              <a:ext uri="{96DAC541-7B7A-43D3-8B79-37D633B846F1}">
                <asvg:svgBlip xmlns:asvg="http://schemas.microsoft.com/office/drawing/2016/SVG/main" r:embed="Re66aacf3b5af4929"/>
              </a:ext>
            </a:extLst>
          </a:blip>
          <a:stretch xmlns:a="http://schemas.openxmlformats.org/drawingml/2006/main"/>
        </p:blipFill>
        <p:spPr>
          <a:xfrm xmlns:a="http://schemas.openxmlformats.org/drawingml/2006/main">
            <a:off x="685800" y="5260650"/>
            <a:ext cx="8769080" cy="436875"/>
          </a:xfrm>
          <a:prstGeom xmlns:a="http://schemas.openxmlformats.org/drawingml/2006/main" prst="rect">
            <a:avLst/>
          </a:prstGeom>
        </p:spPr>
      </p:pic>
    </p:spTree>
    <p:extLst>
      <p:ext uri="{BB962C8B-B14F-4D97-AF65-F5344CB8AC3E}">
        <p14:creationId xmlns:p14="http://schemas.microsoft.com/office/powerpoint/2010/main" val="30493875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949CC428-19F0-4E8A-AE3E-E93D30C4413A}"/>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A plane through a line and an external point</a:t>
            </a:r>
          </a:p>
        </p:txBody>
      </p:sp>
      <p:sp>
        <p:nvSpPr>
          <p:cNvPr id="2" name="page-number">
            <a:extLst xmlns:a="http://schemas.openxmlformats.org/drawingml/2006/main">
              <a:ext uri="{FF2B5EF4-FFF2-40B4-BE49-F238E27FC236}">
                <a16:creationId xmlns:a16="http://schemas.microsoft.com/office/drawing/2014/main" id="{ADE1DD35-60F4-496D-BD90-D9A3C0338244}"/>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19</a:t>
            </a:r>
          </a:p>
        </p:txBody>
      </p:sp>
      <p:sp>
        <p:nvSpPr>
          <p:cNvPr id="3" name="lead">
            <a:extLst xmlns:a="http://schemas.openxmlformats.org/drawingml/2006/main">
              <a:ext uri="{FF2B5EF4-FFF2-40B4-BE49-F238E27FC236}">
                <a16:creationId xmlns:a16="http://schemas.microsoft.com/office/drawing/2014/main" id="{01BA5A3A-9FF4-45FB-96F5-0B09117CD742}"/>
              </a:ext>
            </a:extLst>
          </p:cNvPr>
          <p:cNvSpPr>
            <a:spLocks xmlns:a="http://schemas.openxmlformats.org/drawingml/2006/main" noGrp="1"/>
          </p:cNvSpPr>
          <p:nvPr/>
        </p:nvSpPr>
        <p:spPr>
          <a:xfrm xmlns:a="http://schemas.openxmlformats.org/drawingml/2006/main">
            <a:off x="685800" y="1552575"/>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Use the line direction and a connector to the external point.</a:t>
            </a:r>
          </a:p>
        </p:txBody>
      </p:sp>
      <p:pic>
        <p:nvPicPr>
          <p:cNvPr id="4" name="equation-0" descr="LaTeX: L:\vec r=[1,2,0]+s[2,0,1],\quad Q(0,3,2)">
            <a:extLst xmlns:a="http://schemas.openxmlformats.org/drawingml/2006/main">
              <a:ext uri="{FF2B5EF4-FFF2-40B4-BE49-F238E27FC236}">
                <a16:creationId xmlns:a16="http://schemas.microsoft.com/office/drawing/2014/main" id="{104FE69A-6E10-4E7D-9F0C-176E1AB2BD67}"/>
              </a:ext>
            </a:extLst>
          </p:cNvPr>
          <p:cNvPicPr>
            <a:picLocks xmlns:a="http://schemas.openxmlformats.org/drawingml/2006/main" noChangeAspect="1"/>
          </p:cNvPicPr>
          <p:nvPr/>
        </p:nvPicPr>
        <p:blipFill>
          <a:blip xmlns:r="http://schemas.openxmlformats.org/officeDocument/2006/relationships" xmlns:a="http://schemas.openxmlformats.org/drawingml/2006/main" r:embed="R1dc6e7cefd254fd1">
            <a:extLst>
              <a:ext uri="{96DAC541-7B7A-43D3-8B79-37D633B846F1}">
                <asvg:svgBlip xmlns:asvg="http://schemas.microsoft.com/office/drawing/2016/SVG/main" r:embed="Re7e691ec56c04e91"/>
              </a:ext>
            </a:extLst>
          </a:blip>
          <a:stretch xmlns:a="http://schemas.openxmlformats.org/drawingml/2006/main"/>
        </p:blipFill>
        <p:spPr>
          <a:xfrm xmlns:a="http://schemas.openxmlformats.org/drawingml/2006/main">
            <a:off x="685800" y="2418492"/>
            <a:ext cx="6075305" cy="436875"/>
          </a:xfrm>
          <a:prstGeom xmlns:a="http://schemas.openxmlformats.org/drawingml/2006/main" prst="rect">
            <a:avLst/>
          </a:prstGeom>
        </p:spPr>
      </p:pic>
      <p:pic>
        <p:nvPicPr>
          <p:cNvPr id="5" name="equation-1" descr="LaTeX: \overrightarrow{AQ}=[-1,1,2]\not\parallel[2,0,1]">
            <a:extLst xmlns:a="http://schemas.openxmlformats.org/drawingml/2006/main">
              <a:ext uri="{FF2B5EF4-FFF2-40B4-BE49-F238E27FC236}">
                <a16:creationId xmlns:a16="http://schemas.microsoft.com/office/drawing/2014/main" id="{08C3070B-2A92-4706-839D-C8DA465D992F}"/>
              </a:ext>
            </a:extLst>
          </p:cNvPr>
          <p:cNvPicPr>
            <a:picLocks xmlns:a="http://schemas.openxmlformats.org/drawingml/2006/main" noChangeAspect="1"/>
          </p:cNvPicPr>
          <p:nvPr/>
        </p:nvPicPr>
        <p:blipFill>
          <a:blip xmlns:r="http://schemas.openxmlformats.org/officeDocument/2006/relationships" xmlns:a="http://schemas.openxmlformats.org/drawingml/2006/main" r:embed="Rb7b26cf570634ba0">
            <a:extLst>
              <a:ext uri="{96DAC541-7B7A-43D3-8B79-37D633B846F1}">
                <asvg:svgBlip xmlns:asvg="http://schemas.microsoft.com/office/drawing/2016/SVG/main" r:embed="Rc4400bf0d33348fe"/>
              </a:ext>
            </a:extLst>
          </a:blip>
          <a:stretch xmlns:a="http://schemas.openxmlformats.org/drawingml/2006/main"/>
        </p:blipFill>
        <p:spPr>
          <a:xfrm xmlns:a="http://schemas.openxmlformats.org/drawingml/2006/main">
            <a:off x="685800" y="3122066"/>
            <a:ext cx="3999846" cy="554769"/>
          </a:xfrm>
          <a:prstGeom xmlns:a="http://schemas.openxmlformats.org/drawingml/2006/main" prst="rect">
            <a:avLst/>
          </a:prstGeom>
        </p:spPr>
      </p:pic>
      <p:pic>
        <p:nvPicPr>
          <p:cNvPr id="6" name="equation-2" descr="LaTeX: \Pi:\vec r=[1,2,0]+u[2,0,1]+v[-1,1,2]">
            <a:extLst xmlns:a="http://schemas.openxmlformats.org/drawingml/2006/main">
              <a:ext uri="{FF2B5EF4-FFF2-40B4-BE49-F238E27FC236}">
                <a16:creationId xmlns:a16="http://schemas.microsoft.com/office/drawing/2014/main" id="{E4FE3A08-4190-438A-9B97-28538018452D}"/>
              </a:ext>
            </a:extLst>
          </p:cNvPr>
          <p:cNvPicPr>
            <a:picLocks xmlns:a="http://schemas.openxmlformats.org/drawingml/2006/main" noChangeAspect="1"/>
          </p:cNvPicPr>
          <p:nvPr/>
        </p:nvPicPr>
        <p:blipFill>
          <a:blip xmlns:r="http://schemas.openxmlformats.org/officeDocument/2006/relationships" xmlns:a="http://schemas.openxmlformats.org/drawingml/2006/main" r:embed="R12ebbd26c4c441ce">
            <a:extLst>
              <a:ext uri="{96DAC541-7B7A-43D3-8B79-37D633B846F1}">
                <asvg:svgBlip xmlns:asvg="http://schemas.microsoft.com/office/drawing/2016/SVG/main" r:embed="Re71602fc60704e40"/>
              </a:ext>
            </a:extLst>
          </a:blip>
          <a:stretch xmlns:a="http://schemas.openxmlformats.org/drawingml/2006/main"/>
        </p:blipFill>
        <p:spPr>
          <a:xfrm xmlns:a="http://schemas.openxmlformats.org/drawingml/2006/main">
            <a:off x="685800" y="3943536"/>
            <a:ext cx="6166719" cy="436875"/>
          </a:xfrm>
          <a:prstGeom xmlns:a="http://schemas.openxmlformats.org/drawingml/2006/main" prst="rect">
            <a:avLst/>
          </a:prstGeom>
        </p:spPr>
      </p:pic>
      <p:pic>
        <p:nvPicPr>
          <p:cNvPr id="7" name="equation-3" descr="LaTeX: x=1+2u-v,\quad y=2+v,\quad z=u+2v">
            <a:extLst xmlns:a="http://schemas.openxmlformats.org/drawingml/2006/main">
              <a:ext uri="{FF2B5EF4-FFF2-40B4-BE49-F238E27FC236}">
                <a16:creationId xmlns:a16="http://schemas.microsoft.com/office/drawing/2014/main" id="{62B0954A-063A-485C-8832-47CC8F839167}"/>
              </a:ext>
            </a:extLst>
          </p:cNvPr>
          <p:cNvPicPr>
            <a:picLocks xmlns:a="http://schemas.openxmlformats.org/drawingml/2006/main" noChangeAspect="1"/>
          </p:cNvPicPr>
          <p:nvPr/>
        </p:nvPicPr>
        <p:blipFill>
          <a:blip xmlns:r="http://schemas.openxmlformats.org/officeDocument/2006/relationships" xmlns:a="http://schemas.openxmlformats.org/drawingml/2006/main" r:embed="R9a59f1287fd3404f">
            <a:extLst>
              <a:ext uri="{96DAC541-7B7A-43D3-8B79-37D633B846F1}">
                <asvg:svgBlip xmlns:asvg="http://schemas.microsoft.com/office/drawing/2016/SVG/main" r:embed="R11aee51853c04191"/>
              </a:ext>
            </a:extLst>
          </a:blip>
          <a:stretch xmlns:a="http://schemas.openxmlformats.org/drawingml/2006/main"/>
        </p:blipFill>
        <p:spPr>
          <a:xfrm xmlns:a="http://schemas.openxmlformats.org/drawingml/2006/main">
            <a:off x="685800" y="4647110"/>
            <a:ext cx="6801765" cy="374698"/>
          </a:xfrm>
          <a:prstGeom xmlns:a="http://schemas.openxmlformats.org/drawingml/2006/main" prst="rect">
            <a:avLst/>
          </a:prstGeom>
        </p:spPr>
      </p:pic>
      <p:pic>
        <p:nvPicPr>
          <p:cNvPr id="8" name="equation-4" descr="LaTeX: Q:\ (u,v)=(0,1)\qquad L:\ v=0">
            <a:extLst xmlns:a="http://schemas.openxmlformats.org/drawingml/2006/main">
              <a:ext uri="{FF2B5EF4-FFF2-40B4-BE49-F238E27FC236}">
                <a16:creationId xmlns:a16="http://schemas.microsoft.com/office/drawing/2014/main" id="{8ED0DC94-A5DB-4414-A4E0-049F1D745D54}"/>
              </a:ext>
            </a:extLst>
          </p:cNvPr>
          <p:cNvPicPr>
            <a:picLocks xmlns:a="http://schemas.openxmlformats.org/drawingml/2006/main" noChangeAspect="1"/>
          </p:cNvPicPr>
          <p:nvPr/>
        </p:nvPicPr>
        <p:blipFill>
          <a:blip xmlns:r="http://schemas.openxmlformats.org/officeDocument/2006/relationships" xmlns:a="http://schemas.openxmlformats.org/drawingml/2006/main" r:embed="R2ea41a1dd4e044c3">
            <a:extLst>
              <a:ext uri="{96DAC541-7B7A-43D3-8B79-37D633B846F1}">
                <asvg:svgBlip xmlns:asvg="http://schemas.microsoft.com/office/drawing/2016/SVG/main" r:embed="R0cc3d541f8cd43eb"/>
              </a:ext>
            </a:extLst>
          </a:blip>
          <a:stretch xmlns:a="http://schemas.openxmlformats.org/drawingml/2006/main"/>
        </p:blipFill>
        <p:spPr>
          <a:xfrm xmlns:a="http://schemas.openxmlformats.org/drawingml/2006/main">
            <a:off x="685800" y="5288509"/>
            <a:ext cx="5235062" cy="436875"/>
          </a:xfrm>
          <a:prstGeom xmlns:a="http://schemas.openxmlformats.org/drawingml/2006/main" prst="rect">
            <a:avLst/>
          </a:prstGeom>
        </p:spPr>
      </p:pic>
    </p:spTree>
    <p:extLst>
      <p:ext uri="{BB962C8B-B14F-4D97-AF65-F5344CB8AC3E}">
        <p14:creationId xmlns:p14="http://schemas.microsoft.com/office/powerpoint/2010/main" val="62253231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A15E3DD-52F7-4C7C-A740-409B6EDD959F}"/>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3  A point already on the line</a:t>
            </a:r>
          </a:p>
        </p:txBody>
      </p:sp>
      <p:sp>
        <p:nvSpPr>
          <p:cNvPr id="2" name="page-number">
            <a:extLst xmlns:a="http://schemas.openxmlformats.org/drawingml/2006/main">
              <a:ext uri="{FF2B5EF4-FFF2-40B4-BE49-F238E27FC236}">
                <a16:creationId xmlns:a16="http://schemas.microsoft.com/office/drawing/2014/main" id="{8E29FBF5-D908-4FDA-88C9-F5966F2FE1ED}"/>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20</a:t>
            </a:r>
          </a:p>
        </p:txBody>
      </p:sp>
      <p:sp>
        <p:nvSpPr>
          <p:cNvPr id="3" name="lead">
            <a:extLst xmlns:a="http://schemas.openxmlformats.org/drawingml/2006/main">
              <a:ext uri="{FF2B5EF4-FFF2-40B4-BE49-F238E27FC236}">
                <a16:creationId xmlns:a16="http://schemas.microsoft.com/office/drawing/2014/main" id="{7D035A9E-C308-4D0C-BA45-F59BB073DDF8}"/>
              </a:ext>
            </a:extLst>
          </p:cNvPr>
          <p:cNvSpPr>
            <a:spLocks xmlns:a="http://schemas.openxmlformats.org/drawingml/2006/main" noGrp="1"/>
          </p:cNvSpPr>
          <p:nvPr/>
        </p:nvSpPr>
        <p:spPr>
          <a:xfrm xmlns:a="http://schemas.openxmlformats.org/drawingml/2006/main">
            <a:off x="685800" y="1552575"/>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Does the information determine a unique plane? Explain and justify.</a:t>
            </a:r>
          </a:p>
        </p:txBody>
      </p:sp>
      <p:pic>
        <p:nvPicPr>
          <p:cNvPr id="4" name="equation-0" descr="LaTeX: L:\vec r=[1,2,0]+s[2,0,1],\qquad Q(5,2,2)">
            <a:extLst xmlns:a="http://schemas.openxmlformats.org/drawingml/2006/main">
              <a:ext uri="{FF2B5EF4-FFF2-40B4-BE49-F238E27FC236}">
                <a16:creationId xmlns:a16="http://schemas.microsoft.com/office/drawing/2014/main" id="{1892CD4C-079C-4B83-AC4C-806EDC4C4966}"/>
              </a:ext>
            </a:extLst>
          </p:cNvPr>
          <p:cNvPicPr>
            <a:picLocks xmlns:a="http://schemas.openxmlformats.org/drawingml/2006/main" noChangeAspect="1"/>
          </p:cNvPicPr>
          <p:nvPr/>
        </p:nvPicPr>
        <p:blipFill>
          <a:blip xmlns:r="http://schemas.openxmlformats.org/officeDocument/2006/relationships" xmlns:a="http://schemas.openxmlformats.org/drawingml/2006/main" r:embed="Ra9428ec0c2dd444d">
            <a:extLst>
              <a:ext uri="{96DAC541-7B7A-43D3-8B79-37D633B846F1}">
                <asvg:svgBlip xmlns:asvg="http://schemas.microsoft.com/office/drawing/2016/SVG/main" r:embed="R3d33063c4b374075"/>
              </a:ext>
            </a:extLst>
          </a:blip>
          <a:stretch xmlns:a="http://schemas.openxmlformats.org/drawingml/2006/main"/>
        </p:blipFill>
        <p:spPr>
          <a:xfrm xmlns:a="http://schemas.openxmlformats.org/drawingml/2006/main">
            <a:off x="685800" y="3853500"/>
            <a:ext cx="6433447" cy="436875"/>
          </a:xfrm>
          <a:prstGeom xmlns:a="http://schemas.openxmlformats.org/drawingml/2006/main" prst="rect">
            <a:avLst/>
          </a:prstGeom>
        </p:spPr>
      </p:pic>
      <p:sp>
        <p:nvSpPr>
          <p:cNvPr id="5" name="practice-pause">
            <a:extLst xmlns:a="http://schemas.openxmlformats.org/drawingml/2006/main">
              <a:ext uri="{FF2B5EF4-FFF2-40B4-BE49-F238E27FC236}">
                <a16:creationId xmlns:a16="http://schemas.microsoft.com/office/drawing/2014/main" id="{5A027B17-C6DD-4D89-801A-E58E0F674918}"/>
              </a:ext>
            </a:extLst>
          </p:cNvPr>
          <p:cNvSpPr>
            <a:spLocks xmlns:a="http://schemas.openxmlformats.org/drawingml/2006/main" noGrp="1"/>
          </p:cNvSpPr>
          <p:nvPr/>
        </p:nvSpPr>
        <p:spPr>
          <a:xfrm xmlns:a="http://schemas.openxmlformats.org/drawingml/2006/main">
            <a:off x="685800" y="5857875"/>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defRPr sz="1875" b="0">
                <a:solidFill>
                  <a:srgbClr val="7DD3FC"/>
                </a:solidFill>
                <a:latin typeface="DejaVu Sans"/>
                <a:ea typeface="DejaVu Sans"/>
                <a:cs typeface="DejaVu Sans"/>
              </a:defRPr>
            </a:lvl1pPr>
            <a:lvl2pPr>
              <a:defRPr sz="1875" b="0">
                <a:solidFill>
                  <a:srgbClr val="7DD3FC"/>
                </a:solidFill>
                <a:latin typeface="DejaVu Sans"/>
                <a:ea typeface="DejaVu Sans"/>
                <a:cs typeface="DejaVu Sans"/>
              </a:defRPr>
            </a:lvl2pPr>
            <a:lvl3pPr>
              <a:defRPr sz="1875" b="0">
                <a:solidFill>
                  <a:srgbClr val="7DD3FC"/>
                </a:solidFill>
                <a:latin typeface="DejaVu Sans"/>
                <a:ea typeface="DejaVu Sans"/>
                <a:cs typeface="DejaVu Sans"/>
              </a:defRPr>
            </a:lvl3pPr>
            <a:lvl4pPr>
              <a:defRPr sz="1875" b="0">
                <a:solidFill>
                  <a:srgbClr val="7DD3FC"/>
                </a:solidFill>
                <a:latin typeface="DejaVu Sans"/>
                <a:ea typeface="DejaVu Sans"/>
                <a:cs typeface="DejaVu Sans"/>
              </a:defRPr>
            </a:lvl4pPr>
            <a:lvl5pPr>
              <a:defRPr sz="1875" b="0">
                <a:solidFill>
                  <a:srgbClr val="7DD3FC"/>
                </a:solidFill>
                <a:latin typeface="DejaVu Sans"/>
                <a:ea typeface="DejaVu Sans"/>
                <a:cs typeface="DejaVu Sans"/>
              </a:defRPr>
            </a:lvl5pPr>
            <a:lvl6pPr>
              <a:defRPr sz="1875" b="0">
                <a:solidFill>
                  <a:srgbClr val="7DD3FC"/>
                </a:solidFill>
                <a:latin typeface="DejaVu Sans"/>
                <a:ea typeface="DejaVu Sans"/>
                <a:cs typeface="DejaVu Sans"/>
              </a:defRPr>
            </a:lvl6pPr>
            <a:lvl7pPr>
              <a:defRPr sz="1875" b="0">
                <a:solidFill>
                  <a:srgbClr val="7DD3FC"/>
                </a:solidFill>
                <a:latin typeface="DejaVu Sans"/>
                <a:ea typeface="DejaVu Sans"/>
                <a:cs typeface="DejaVu Sans"/>
              </a:defRPr>
            </a:lvl7pPr>
            <a:lvl8pPr>
              <a:defRPr sz="1875" b="0">
                <a:solidFill>
                  <a:srgbClr val="7DD3FC"/>
                </a:solidFill>
                <a:latin typeface="DejaVu Sans"/>
                <a:ea typeface="DejaVu Sans"/>
                <a:cs typeface="DejaVu Sans"/>
              </a:defRPr>
            </a:lvl8pPr>
            <a:lvl9pPr>
              <a:defRPr sz="1875" b="0">
                <a:solidFill>
                  <a:srgbClr val="7DD3FC"/>
                </a:solidFill>
                <a:latin typeface="DejaVu Sans"/>
                <a:ea typeface="DejaVu Sans"/>
                <a:cs typeface="DejaVu Sans"/>
              </a:defRPr>
            </a:lvl9pPr>
          </a:lstStyle>
          <a:p xmlns:a="http://schemas.openxmlformats.org/drawingml/2006/main">
            <a:pPr>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Pause the video and try the question</a:t>
            </a:r>
          </a:p>
        </p:txBody>
      </p:sp>
    </p:spTree>
    <p:extLst>
      <p:ext uri="{BB962C8B-B14F-4D97-AF65-F5344CB8AC3E}">
        <p14:creationId xmlns:p14="http://schemas.microsoft.com/office/powerpoint/2010/main" val="836811533"/>
      </p:ext>
    </p:extLst>
  </p:cSld>
  <p:transition spd="med" advClick="1">
    <p:fade/>
  </p:transition>
</p:sld>
</file>

<file path=ppt/slides/slide21.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EBE76F36-B4AF-457C-A456-01DA8AB048E7}"/>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3  Solution</a:t>
            </a:r>
          </a:p>
        </p:txBody>
      </p:sp>
      <p:sp>
        <p:nvSpPr>
          <p:cNvPr id="2" name="page-number">
            <a:extLst xmlns:a="http://schemas.openxmlformats.org/drawingml/2006/main">
              <a:ext uri="{FF2B5EF4-FFF2-40B4-BE49-F238E27FC236}">
                <a16:creationId xmlns:a16="http://schemas.microsoft.com/office/drawing/2014/main" id="{AB67F68D-6DD6-4352-8DEB-9BA5112CAC77}"/>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21</a:t>
            </a:r>
          </a:p>
        </p:txBody>
      </p:sp>
      <p:sp>
        <p:nvSpPr>
          <p:cNvPr id="3" name="lead">
            <a:extLst xmlns:a="http://schemas.openxmlformats.org/drawingml/2006/main">
              <a:ext uri="{FF2B5EF4-FFF2-40B4-BE49-F238E27FC236}">
                <a16:creationId xmlns:a16="http://schemas.microsoft.com/office/drawing/2014/main" id="{F0DE8A46-4369-4E90-8D77-EEC2DE4A185F}"/>
              </a:ext>
            </a:extLst>
          </p:cNvPr>
          <p:cNvSpPr>
            <a:spLocks xmlns:a="http://schemas.openxmlformats.org/drawingml/2006/main" noGrp="1"/>
          </p:cNvSpPr>
          <p:nvPr/>
        </p:nvSpPr>
        <p:spPr>
          <a:xfrm xmlns:a="http://schemas.openxmlformats.org/drawingml/2006/main">
            <a:off x="685800" y="1552575"/>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A point on the line adds no second independent direction.</a:t>
            </a:r>
          </a:p>
        </p:txBody>
      </p:sp>
      <p:pic>
        <p:nvPicPr>
          <p:cNvPr id="4" name="equation-0" descr="LaTeX: s=2:\quad[1,2,0]+2[2,0,1]=[5,2,2]=\vec{OQ}">
            <a:extLst xmlns:a="http://schemas.openxmlformats.org/drawingml/2006/main">
              <a:ext uri="{FF2B5EF4-FFF2-40B4-BE49-F238E27FC236}">
                <a16:creationId xmlns:a16="http://schemas.microsoft.com/office/drawing/2014/main" id="{29C52A2B-775F-4D8F-85A5-93A76EFB3364}"/>
              </a:ext>
            </a:extLst>
          </p:cNvPr>
          <p:cNvPicPr>
            <a:picLocks xmlns:a="http://schemas.openxmlformats.org/drawingml/2006/main" noChangeAspect="1"/>
          </p:cNvPicPr>
          <p:nvPr/>
        </p:nvPicPr>
        <p:blipFill>
          <a:blip xmlns:r="http://schemas.openxmlformats.org/officeDocument/2006/relationships" xmlns:a="http://schemas.openxmlformats.org/drawingml/2006/main" r:embed="R9bbe4ae7342d4553">
            <a:extLst>
              <a:ext uri="{96DAC541-7B7A-43D3-8B79-37D633B846F1}">
                <asvg:svgBlip xmlns:asvg="http://schemas.microsoft.com/office/drawing/2016/SVG/main" r:embed="Rb5470ca92e9f4bdb"/>
              </a:ext>
            </a:extLst>
          </a:blip>
          <a:stretch xmlns:a="http://schemas.openxmlformats.org/drawingml/2006/main"/>
        </p:blipFill>
        <p:spPr>
          <a:xfrm xmlns:a="http://schemas.openxmlformats.org/drawingml/2006/main">
            <a:off x="685800" y="3070232"/>
            <a:ext cx="7036325" cy="521389"/>
          </a:xfrm>
          <a:prstGeom xmlns:a="http://schemas.openxmlformats.org/drawingml/2006/main" prst="rect">
            <a:avLst/>
          </a:prstGeom>
        </p:spPr>
      </p:pic>
      <p:pic>
        <p:nvPicPr>
          <p:cNvPr id="5" name="equation-1" descr="LaTeX: \overrightarrow{AQ}=[4,0,2]=2[2,0,1]">
            <a:extLst xmlns:a="http://schemas.openxmlformats.org/drawingml/2006/main">
              <a:ext uri="{FF2B5EF4-FFF2-40B4-BE49-F238E27FC236}">
                <a16:creationId xmlns:a16="http://schemas.microsoft.com/office/drawing/2014/main" id="{7CF8E534-126A-4A32-A53B-247FE9CCB75A}"/>
              </a:ext>
            </a:extLst>
          </p:cNvPr>
          <p:cNvPicPr>
            <a:picLocks xmlns:a="http://schemas.openxmlformats.org/drawingml/2006/main" noChangeAspect="1"/>
          </p:cNvPicPr>
          <p:nvPr/>
        </p:nvPicPr>
        <p:blipFill>
          <a:blip xmlns:r="http://schemas.openxmlformats.org/officeDocument/2006/relationships" xmlns:a="http://schemas.openxmlformats.org/drawingml/2006/main" r:embed="R201600d0856d4509">
            <a:extLst>
              <a:ext uri="{96DAC541-7B7A-43D3-8B79-37D633B846F1}">
                <asvg:svgBlip xmlns:asvg="http://schemas.microsoft.com/office/drawing/2016/SVG/main" r:embed="R0783db9a96b1433f"/>
              </a:ext>
            </a:extLst>
          </a:blip>
          <a:stretch xmlns:a="http://schemas.openxmlformats.org/drawingml/2006/main"/>
        </p:blipFill>
        <p:spPr>
          <a:xfrm xmlns:a="http://schemas.openxmlformats.org/drawingml/2006/main">
            <a:off x="685800" y="3858321"/>
            <a:ext cx="3961063" cy="554439"/>
          </a:xfrm>
          <a:prstGeom xmlns:a="http://schemas.openxmlformats.org/drawingml/2006/main" prst="rect">
            <a:avLst/>
          </a:prstGeom>
        </p:spPr>
      </p:pic>
      <p:pic>
        <p:nvPicPr>
          <p:cNvPr id="6" name="equation-2" descr="LaTeX: \text{Only one independent direction, so no unique plane}">
            <a:extLst xmlns:a="http://schemas.openxmlformats.org/drawingml/2006/main">
              <a:ext uri="{FF2B5EF4-FFF2-40B4-BE49-F238E27FC236}">
                <a16:creationId xmlns:a16="http://schemas.microsoft.com/office/drawing/2014/main" id="{1B27DF8C-F76E-4E54-8BC4-8D05274F625F}"/>
              </a:ext>
            </a:extLst>
          </p:cNvPr>
          <p:cNvPicPr>
            <a:picLocks xmlns:a="http://schemas.openxmlformats.org/drawingml/2006/main" noChangeAspect="1"/>
          </p:cNvPicPr>
          <p:nvPr/>
        </p:nvPicPr>
        <p:blipFill>
          <a:blip xmlns:r="http://schemas.openxmlformats.org/officeDocument/2006/relationships" xmlns:a="http://schemas.openxmlformats.org/drawingml/2006/main" r:embed="Re3316c12bfd34ce2">
            <a:extLst>
              <a:ext uri="{96DAC541-7B7A-43D3-8B79-37D633B846F1}">
                <asvg:svgBlip xmlns:asvg="http://schemas.microsoft.com/office/drawing/2016/SVG/main" r:embed="Rcbcb544806f442dd"/>
              </a:ext>
            </a:extLst>
          </a:blip>
          <a:stretch xmlns:a="http://schemas.openxmlformats.org/drawingml/2006/main"/>
        </p:blipFill>
        <p:spPr>
          <a:xfrm xmlns:a="http://schemas.openxmlformats.org/drawingml/2006/main">
            <a:off x="685800" y="4679459"/>
            <a:ext cx="8125716" cy="394184"/>
          </a:xfrm>
          <a:prstGeom xmlns:a="http://schemas.openxmlformats.org/drawingml/2006/main" prst="rect">
            <a:avLst/>
          </a:prstGeom>
        </p:spPr>
      </p:pic>
    </p:spTree>
    <p:extLst>
      <p:ext uri="{BB962C8B-B14F-4D97-AF65-F5344CB8AC3E}">
        <p14:creationId xmlns:p14="http://schemas.microsoft.com/office/powerpoint/2010/main" val="190492077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5D604395-DF1F-476E-B078-53F373A2354D}"/>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Comparing plane orientations</a:t>
            </a:r>
          </a:p>
        </p:txBody>
      </p:sp>
      <p:sp>
        <p:nvSpPr>
          <p:cNvPr id="2" name="lead">
            <a:extLst xmlns:a="http://schemas.openxmlformats.org/drawingml/2006/main">
              <a:ext uri="{FF2B5EF4-FFF2-40B4-BE49-F238E27FC236}">
                <a16:creationId xmlns:a16="http://schemas.microsoft.com/office/drawing/2014/main" id="{A74488DF-5773-4E1E-BD9A-900CDF273188}"/>
              </a:ext>
            </a:extLst>
          </p:cNvPr>
          <p:cNvSpPr>
            <a:spLocks xmlns:a="http://schemas.openxmlformats.org/drawingml/2006/main" noGrp="1"/>
          </p:cNvSpPr>
          <p:nvPr/>
        </p:nvSpPr>
        <p:spPr>
          <a:xfrm xmlns:a="http://schemas.openxmlformats.org/drawingml/2006/main">
            <a:off x="685800" y="1552575"/>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Compare normal directions, then compare the complete equations.</a:t>
            </a:r>
          </a:p>
        </p:txBody>
      </p:sp>
      <p:pic>
        <p:nvPicPr>
          <p:cNvPr id="3" name="equation-0" descr="LaTeX: \begin{aligned}\Pi_1:&amp;\ x-y+z=3\\\Pi_2:&amp;\ 2x-2y+2z=6\\\Pi_3:&amp;\ 2x-2y+2z=8\end{aligned}">
            <a:extLst xmlns:a="http://schemas.openxmlformats.org/drawingml/2006/main">
              <a:ext uri="{FF2B5EF4-FFF2-40B4-BE49-F238E27FC236}">
                <a16:creationId xmlns:a16="http://schemas.microsoft.com/office/drawing/2014/main" id="{D15D2374-3D0A-402F-A1E1-91E6F58DE55B}"/>
              </a:ext>
            </a:extLst>
          </p:cNvPr>
          <p:cNvPicPr>
            <a:picLocks xmlns:a="http://schemas.openxmlformats.org/drawingml/2006/main" noChangeAspect="1"/>
          </p:cNvPicPr>
          <p:nvPr/>
        </p:nvPicPr>
        <p:blipFill>
          <a:blip xmlns:r="http://schemas.openxmlformats.org/officeDocument/2006/relationships" xmlns:a="http://schemas.openxmlformats.org/drawingml/2006/main" r:embed="R4a8e3f531361408d">
            <a:extLst>
              <a:ext uri="{96DAC541-7B7A-43D3-8B79-37D633B846F1}">
                <asvg:svgBlip xmlns:asvg="http://schemas.microsoft.com/office/drawing/2016/SVG/main" r:embed="Rc19b934af7254d5d"/>
              </a:ext>
            </a:extLst>
          </a:blip>
          <a:stretch xmlns:a="http://schemas.openxmlformats.org/drawingml/2006/main"/>
        </p:blipFill>
        <p:spPr>
          <a:xfrm xmlns:a="http://schemas.openxmlformats.org/drawingml/2006/main">
            <a:off x="685800" y="2524125"/>
            <a:ext cx="3204072" cy="1494587"/>
          </a:xfrm>
          <a:prstGeom xmlns:a="http://schemas.openxmlformats.org/drawingml/2006/main" prst="rect">
            <a:avLst/>
          </a:prstGeom>
        </p:spPr>
      </p:pic>
      <p:pic>
        <p:nvPicPr>
          <p:cNvPr id="4" name="equation-1" descr="LaTeX: 2\Pi_1:\ 2x-2y+2z=6\quad\Longrightarrow\quad\Pi_1=\Pi_2,\quad\Pi_1\parallel\Pi_3">
            <a:extLst xmlns:a="http://schemas.openxmlformats.org/drawingml/2006/main">
              <a:ext uri="{FF2B5EF4-FFF2-40B4-BE49-F238E27FC236}">
                <a16:creationId xmlns:a16="http://schemas.microsoft.com/office/drawing/2014/main" id="{00E899C7-676C-41B2-9755-3543F642AF9F}"/>
              </a:ext>
            </a:extLst>
          </p:cNvPr>
          <p:cNvPicPr>
            <a:picLocks xmlns:a="http://schemas.openxmlformats.org/drawingml/2006/main" noChangeAspect="1"/>
          </p:cNvPicPr>
          <p:nvPr/>
        </p:nvPicPr>
        <p:blipFill>
          <a:blip xmlns:r="http://schemas.openxmlformats.org/officeDocument/2006/relationships" xmlns:a="http://schemas.openxmlformats.org/drawingml/2006/main" r:embed="Ra88db236ac384542">
            <a:extLst>
              <a:ext uri="{96DAC541-7B7A-43D3-8B79-37D633B846F1}">
                <asvg:svgBlip xmlns:asvg="http://schemas.microsoft.com/office/drawing/2016/SVG/main" r:embed="R8482c1cfe6e14a91"/>
              </a:ext>
            </a:extLst>
          </a:blip>
          <a:stretch xmlns:a="http://schemas.openxmlformats.org/drawingml/2006/main"/>
        </p:blipFill>
        <p:spPr>
          <a:xfrm xmlns:a="http://schemas.openxmlformats.org/drawingml/2006/main">
            <a:off x="685800" y="4304462"/>
            <a:ext cx="6286500" cy="327023"/>
          </a:xfrm>
          <a:prstGeom xmlns:a="http://schemas.openxmlformats.org/drawingml/2006/main" prst="rect">
            <a:avLst/>
          </a:prstGeom>
        </p:spPr>
      </p:pic>
      <p:pic>
        <p:nvPicPr>
          <p:cNvPr id="5" name="equation-2" descr="LaTeX: [1,-1,1]\cdot[1,1,0]=1-1+0=0">
            <a:extLst xmlns:a="http://schemas.openxmlformats.org/drawingml/2006/main">
              <a:ext uri="{FF2B5EF4-FFF2-40B4-BE49-F238E27FC236}">
                <a16:creationId xmlns:a16="http://schemas.microsoft.com/office/drawing/2014/main" id="{EEE16B70-445D-400B-8C4C-EE75F791C7B6}"/>
              </a:ext>
            </a:extLst>
          </p:cNvPr>
          <p:cNvPicPr>
            <a:picLocks xmlns:a="http://schemas.openxmlformats.org/drawingml/2006/main" noChangeAspect="1"/>
          </p:cNvPicPr>
          <p:nvPr/>
        </p:nvPicPr>
        <p:blipFill>
          <a:blip xmlns:r="http://schemas.openxmlformats.org/officeDocument/2006/relationships" xmlns:a="http://schemas.openxmlformats.org/drawingml/2006/main" r:embed="Re5bc8f0b41494d38">
            <a:extLst>
              <a:ext uri="{96DAC541-7B7A-43D3-8B79-37D633B846F1}">
                <asvg:svgBlip xmlns:asvg="http://schemas.microsoft.com/office/drawing/2016/SVG/main" r:embed="R4470760df24a4be3"/>
              </a:ext>
            </a:extLst>
          </a:blip>
          <a:stretch xmlns:a="http://schemas.openxmlformats.org/drawingml/2006/main"/>
        </p:blipFill>
        <p:spPr>
          <a:xfrm xmlns:a="http://schemas.openxmlformats.org/drawingml/2006/main">
            <a:off x="685800" y="4917235"/>
            <a:ext cx="4921629" cy="396235"/>
          </a:xfrm>
          <a:prstGeom xmlns:a="http://schemas.openxmlformats.org/drawingml/2006/main" prst="rect">
            <a:avLst/>
          </a:prstGeom>
        </p:spPr>
      </p:pic>
      <p:sp>
        <p:nvSpPr>
          <p:cNvPr id="6" name="plane1">
            <a:extLst xmlns:a="http://schemas.openxmlformats.org/drawingml/2006/main">
              <a:ext uri="{FF2B5EF4-FFF2-40B4-BE49-F238E27FC236}">
                <a16:creationId xmlns:a16="http://schemas.microsoft.com/office/drawing/2014/main" id="{8E109069-EB90-4C9E-9E00-ECF974894132}"/>
              </a:ext>
            </a:extLst>
          </p:cNvPr>
          <p:cNvSpPr>
            <a:spLocks xmlns:a="http://schemas.openxmlformats.org/drawingml/2006/main" noGrp="1"/>
          </p:cNvSpPr>
          <p:nvPr/>
        </p:nvSpPr>
        <p:spPr>
          <a:xfrm xmlns:a="http://schemas.openxmlformats.org/drawingml/2006/main">
            <a:off x="7793831" y="2975610"/>
            <a:ext cx="2536031" cy="1199197"/>
          </a:xfrm>
          <a:custGeom xmlns:a="http://schemas.openxmlformats.org/drawingml/2006/main">
            <a:pathLst>
              <a:path w="2536031" h="1199197">
                <a:moveTo>
                  <a:pt x="0" y="633413"/>
                </a:moveTo>
                <a:lnTo>
                  <a:pt x="1750219" y="0"/>
                </a:lnTo>
                <a:lnTo>
                  <a:pt x="2536031" y="565785"/>
                </a:lnTo>
                <a:lnTo>
                  <a:pt x="785813" y="1199197"/>
                </a:lnTo>
                <a:close/>
              </a:path>
            </a:pathLst>
          </a:custGeom>
          <a:solidFill xmlns:a="http://schemas.openxmlformats.org/drawingml/2006/main">
            <a:srgbClr val="11232E"/>
          </a:solidFill>
          <a:ln xmlns:a="http://schemas.openxmlformats.org/drawingml/2006/main" w="14288">
            <a:solidFill>
              <a:srgbClr val="385E73"/>
            </a:solidFill>
            <a:prstDash val="solid"/>
          </a:ln>
        </p:spPr>
      </p:sp>
      <p:sp>
        <p:nvSpPr>
          <p:cNvPr id="7" name="plane3">
            <a:extLst xmlns:a="http://schemas.openxmlformats.org/drawingml/2006/main">
              <a:ext uri="{FF2B5EF4-FFF2-40B4-BE49-F238E27FC236}">
                <a16:creationId xmlns:a16="http://schemas.microsoft.com/office/drawing/2014/main" id="{CC635AC1-713C-4F17-A0DF-17E3F7B3F49A}"/>
              </a:ext>
            </a:extLst>
          </p:cNvPr>
          <p:cNvSpPr>
            <a:spLocks xmlns:a="http://schemas.openxmlformats.org/drawingml/2006/main" noGrp="1"/>
          </p:cNvSpPr>
          <p:nvPr/>
        </p:nvSpPr>
        <p:spPr>
          <a:xfrm xmlns:a="http://schemas.openxmlformats.org/drawingml/2006/main">
            <a:off x="7793831" y="3975735"/>
            <a:ext cx="2536031" cy="1199197"/>
          </a:xfrm>
          <a:custGeom xmlns:a="http://schemas.openxmlformats.org/drawingml/2006/main">
            <a:pathLst>
              <a:path w="2536031" h="1199197">
                <a:moveTo>
                  <a:pt x="0" y="633413"/>
                </a:moveTo>
                <a:lnTo>
                  <a:pt x="1750219" y="0"/>
                </a:lnTo>
                <a:lnTo>
                  <a:pt x="2536031" y="565785"/>
                </a:lnTo>
                <a:lnTo>
                  <a:pt x="785813" y="1199197"/>
                </a:lnTo>
                <a:close/>
              </a:path>
            </a:pathLst>
          </a:custGeom>
          <a:solidFill xmlns:a="http://schemas.openxmlformats.org/drawingml/2006/main">
            <a:srgbClr val="241B2D"/>
          </a:solidFill>
          <a:ln xmlns:a="http://schemas.openxmlformats.org/drawingml/2006/main" w="14288">
            <a:solidFill>
              <a:srgbClr val="385E73"/>
            </a:solidFill>
            <a:prstDash val="solid"/>
          </a:ln>
        </p:spPr>
      </p:sp>
      <p:sp>
        <p:nvSpPr>
          <p:cNvPr id="8" name="same-label">
            <a:extLst xmlns:a="http://schemas.openxmlformats.org/drawingml/2006/main">
              <a:ext uri="{FF2B5EF4-FFF2-40B4-BE49-F238E27FC236}">
                <a16:creationId xmlns:a16="http://schemas.microsoft.com/office/drawing/2014/main" id="{077B7F0E-2261-459F-9138-13C5A010705A}"/>
              </a:ext>
            </a:extLst>
          </p:cNvPr>
          <p:cNvSpPr>
            <a:spLocks xmlns:a="http://schemas.openxmlformats.org/drawingml/2006/main" noGrp="1"/>
          </p:cNvSpPr>
          <p:nvPr/>
        </p:nvSpPr>
        <p:spPr>
          <a:xfrm xmlns:a="http://schemas.openxmlformats.org/drawingml/2006/main">
            <a:off x="7477125" y="285750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00" b="0">
                <a:solidFill>
                  <a:srgbClr val="7DD3FC"/>
                </a:solidFill>
                <a:latin typeface="DejaVu Sans"/>
                <a:ea typeface="DejaVu Sans"/>
                <a:cs typeface="DejaVu Sans"/>
              </a:defRPr>
            </a:defPPr>
            <a:lvl1pPr>
              <a:buNone/>
              <a:defRPr sz="1800" b="0">
                <a:solidFill>
                  <a:srgbClr val="7DD3FC"/>
                </a:solidFill>
                <a:latin typeface="DejaVu Sans"/>
                <a:ea typeface="DejaVu Sans"/>
                <a:cs typeface="DejaVu Sans"/>
              </a:defRPr>
            </a:lvl1pPr>
            <a:lvl2pPr>
              <a:buNone/>
              <a:defRPr sz="1800" b="0">
                <a:solidFill>
                  <a:srgbClr val="7DD3FC"/>
                </a:solidFill>
                <a:latin typeface="DejaVu Sans"/>
                <a:ea typeface="DejaVu Sans"/>
                <a:cs typeface="DejaVu Sans"/>
              </a:defRPr>
            </a:lvl2pPr>
            <a:lvl3pPr>
              <a:buNone/>
              <a:defRPr sz="1800" b="0">
                <a:solidFill>
                  <a:srgbClr val="7DD3FC"/>
                </a:solidFill>
                <a:latin typeface="DejaVu Sans"/>
                <a:ea typeface="DejaVu Sans"/>
                <a:cs typeface="DejaVu Sans"/>
              </a:defRPr>
            </a:lvl3pPr>
            <a:lvl4pPr>
              <a:buNone/>
              <a:defRPr sz="1800" b="0">
                <a:solidFill>
                  <a:srgbClr val="7DD3FC"/>
                </a:solidFill>
                <a:latin typeface="DejaVu Sans"/>
                <a:ea typeface="DejaVu Sans"/>
                <a:cs typeface="DejaVu Sans"/>
              </a:defRPr>
            </a:lvl4pPr>
            <a:lvl5pPr>
              <a:buNone/>
              <a:defRPr sz="1800" b="0">
                <a:solidFill>
                  <a:srgbClr val="7DD3FC"/>
                </a:solidFill>
                <a:latin typeface="DejaVu Sans"/>
                <a:ea typeface="DejaVu Sans"/>
                <a:cs typeface="DejaVu Sans"/>
              </a:defRPr>
            </a:lvl5pPr>
            <a:lvl6pPr>
              <a:buNone/>
              <a:defRPr sz="1800" b="0">
                <a:solidFill>
                  <a:srgbClr val="7DD3FC"/>
                </a:solidFill>
                <a:latin typeface="DejaVu Sans"/>
                <a:ea typeface="DejaVu Sans"/>
                <a:cs typeface="DejaVu Sans"/>
              </a:defRPr>
            </a:lvl6pPr>
            <a:lvl7pPr>
              <a:buNone/>
              <a:defRPr sz="1800" b="0">
                <a:solidFill>
                  <a:srgbClr val="7DD3FC"/>
                </a:solidFill>
                <a:latin typeface="DejaVu Sans"/>
                <a:ea typeface="DejaVu Sans"/>
                <a:cs typeface="DejaVu Sans"/>
              </a:defRPr>
            </a:lvl7pPr>
            <a:lvl8pPr>
              <a:buNone/>
              <a:defRPr sz="1800" b="0">
                <a:solidFill>
                  <a:srgbClr val="7DD3FC"/>
                </a:solidFill>
                <a:latin typeface="DejaVu Sans"/>
                <a:ea typeface="DejaVu Sans"/>
                <a:cs typeface="DejaVu Sans"/>
              </a:defRPr>
            </a:lvl8pPr>
            <a:lvl9pPr>
              <a:buNone/>
              <a:defRPr sz="1800" b="0">
                <a:solidFill>
                  <a:srgbClr val="7DD3FC"/>
                </a:solidFill>
                <a:latin typeface="DejaVu Sans"/>
                <a:ea typeface="DejaVu Sans"/>
                <a:cs typeface="DejaVu Sans"/>
              </a:defRPr>
            </a:lvl9pPr>
          </a:lstStyle>
          <a:p xmlns:a="http://schemas.openxmlformats.org/drawingml/2006/main">
            <a:pPr>
              <a:buNone/>
              <a:defRPr sz="1800" b="0">
                <a:solidFill>
                  <a:srgbClr val="7DD3FC"/>
                </a:solidFill>
                <a:latin typeface="DejaVu Sans"/>
                <a:ea typeface="DejaVu Sans"/>
                <a:cs typeface="DejaVu Sans"/>
              </a:defRPr>
            </a:pPr>
            <a:r>
              <a:rPr sz="1800" b="0">
                <a:solidFill>
                  <a:srgbClr val="7DD3FC"/>
                </a:solidFill>
                <a:latin typeface="DejaVu Sans"/>
                <a:ea typeface="DejaVu Sans"/>
                <a:cs typeface="DejaVu Sans"/>
              </a:rPr>
              <a:t>Π₁ = Π₂</a:t>
            </a:r>
          </a:p>
        </p:txBody>
      </p:sp>
      <p:sp>
        <p:nvSpPr>
          <p:cNvPr id="9" name="apart-label">
            <a:extLst xmlns:a="http://schemas.openxmlformats.org/drawingml/2006/main">
              <a:ext uri="{FF2B5EF4-FFF2-40B4-BE49-F238E27FC236}">
                <a16:creationId xmlns:a16="http://schemas.microsoft.com/office/drawing/2014/main" id="{BADC4F32-1D4D-4A78-8775-7102BBCE678D}"/>
              </a:ext>
            </a:extLst>
          </p:cNvPr>
          <p:cNvSpPr>
            <a:spLocks xmlns:a="http://schemas.openxmlformats.org/drawingml/2006/main" noGrp="1"/>
          </p:cNvSpPr>
          <p:nvPr/>
        </p:nvSpPr>
        <p:spPr>
          <a:xfrm xmlns:a="http://schemas.openxmlformats.org/drawingml/2006/main">
            <a:off x="7762875" y="523875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725" b="0">
                <a:solidFill>
                  <a:srgbClr val="C4B5FD"/>
                </a:solidFill>
                <a:latin typeface="DejaVu Sans"/>
                <a:ea typeface="DejaVu Sans"/>
                <a:cs typeface="DejaVu Sans"/>
              </a:defRPr>
            </a:defPPr>
            <a:lvl1pPr>
              <a:buNone/>
              <a:defRPr sz="1725" b="0">
                <a:solidFill>
                  <a:srgbClr val="C4B5FD"/>
                </a:solidFill>
                <a:latin typeface="DejaVu Sans"/>
                <a:ea typeface="DejaVu Sans"/>
                <a:cs typeface="DejaVu Sans"/>
              </a:defRPr>
            </a:lvl1pPr>
            <a:lvl2pPr>
              <a:buNone/>
              <a:defRPr sz="1725" b="0">
                <a:solidFill>
                  <a:srgbClr val="C4B5FD"/>
                </a:solidFill>
                <a:latin typeface="DejaVu Sans"/>
                <a:ea typeface="DejaVu Sans"/>
                <a:cs typeface="DejaVu Sans"/>
              </a:defRPr>
            </a:lvl2pPr>
            <a:lvl3pPr>
              <a:buNone/>
              <a:defRPr sz="1725" b="0">
                <a:solidFill>
                  <a:srgbClr val="C4B5FD"/>
                </a:solidFill>
                <a:latin typeface="DejaVu Sans"/>
                <a:ea typeface="DejaVu Sans"/>
                <a:cs typeface="DejaVu Sans"/>
              </a:defRPr>
            </a:lvl3pPr>
            <a:lvl4pPr>
              <a:buNone/>
              <a:defRPr sz="1725" b="0">
                <a:solidFill>
                  <a:srgbClr val="C4B5FD"/>
                </a:solidFill>
                <a:latin typeface="DejaVu Sans"/>
                <a:ea typeface="DejaVu Sans"/>
                <a:cs typeface="DejaVu Sans"/>
              </a:defRPr>
            </a:lvl4pPr>
            <a:lvl5pPr>
              <a:buNone/>
              <a:defRPr sz="1725" b="0">
                <a:solidFill>
                  <a:srgbClr val="C4B5FD"/>
                </a:solidFill>
                <a:latin typeface="DejaVu Sans"/>
                <a:ea typeface="DejaVu Sans"/>
                <a:cs typeface="DejaVu Sans"/>
              </a:defRPr>
            </a:lvl5pPr>
            <a:lvl6pPr>
              <a:buNone/>
              <a:defRPr sz="1725" b="0">
                <a:solidFill>
                  <a:srgbClr val="C4B5FD"/>
                </a:solidFill>
                <a:latin typeface="DejaVu Sans"/>
                <a:ea typeface="DejaVu Sans"/>
                <a:cs typeface="DejaVu Sans"/>
              </a:defRPr>
            </a:lvl6pPr>
            <a:lvl7pPr>
              <a:buNone/>
              <a:defRPr sz="1725" b="0">
                <a:solidFill>
                  <a:srgbClr val="C4B5FD"/>
                </a:solidFill>
                <a:latin typeface="DejaVu Sans"/>
                <a:ea typeface="DejaVu Sans"/>
                <a:cs typeface="DejaVu Sans"/>
              </a:defRPr>
            </a:lvl7pPr>
            <a:lvl8pPr>
              <a:buNone/>
              <a:defRPr sz="1725" b="0">
                <a:solidFill>
                  <a:srgbClr val="C4B5FD"/>
                </a:solidFill>
                <a:latin typeface="DejaVu Sans"/>
                <a:ea typeface="DejaVu Sans"/>
                <a:cs typeface="DejaVu Sans"/>
              </a:defRPr>
            </a:lvl8pPr>
            <a:lvl9pPr>
              <a:buNone/>
              <a:defRPr sz="1725" b="0">
                <a:solidFill>
                  <a:srgbClr val="C4B5FD"/>
                </a:solidFill>
                <a:latin typeface="DejaVu Sans"/>
                <a:ea typeface="DejaVu Sans"/>
                <a:cs typeface="DejaVu Sans"/>
              </a:defRPr>
            </a:lvl9pPr>
          </a:lstStyle>
          <a:p xmlns:a="http://schemas.openxmlformats.org/drawingml/2006/main">
            <a:pPr>
              <a:buNone/>
              <a:defRPr sz="1725" b="0">
                <a:solidFill>
                  <a:srgbClr val="C4B5FD"/>
                </a:solidFill>
                <a:latin typeface="DejaVu Sans"/>
                <a:ea typeface="DejaVu Sans"/>
                <a:cs typeface="DejaVu Sans"/>
              </a:defRPr>
            </a:pPr>
            <a:r>
              <a:rPr sz="1725" b="0">
                <a:solidFill>
                  <a:srgbClr val="C4B5FD"/>
                </a:solidFill>
                <a:latin typeface="DejaVu Sans"/>
                <a:ea typeface="DejaVu Sans"/>
                <a:cs typeface="DejaVu Sans"/>
              </a:rPr>
              <a:t>Π₃ is parallel and separate</a:t>
            </a:r>
          </a:p>
        </p:txBody>
      </p:sp>
      <p:cxnSp>
        <p:nvCxnSpPr>
          <p:cNvPr id="10" name="normal1">
            <a:extLst xmlns:a="http://schemas.openxmlformats.org/drawingml/2006/main">
              <a:ext uri="{FF2B5EF4-FFF2-40B4-BE49-F238E27FC236}">
                <a16:creationId xmlns:a16="http://schemas.microsoft.com/office/drawing/2014/main" id="{F24C6ED1-1A85-4EFE-99B0-0A3018BED40A}"/>
              </a:ext>
            </a:extLst>
          </p:cNvPr>
          <p:cNvCxnSpPr/>
          <p:nvPr/>
        </p:nvCxnSpPr>
        <p:spPr>
          <a:xfrm xmlns:a="http://schemas.openxmlformats.org/drawingml/2006/main" rot="-5400000">
            <a:off x="8834438" y="3071813"/>
            <a:ext cx="1000125" cy="0"/>
          </a:xfrm>
          <a:prstGeom xmlns:a="http://schemas.openxmlformats.org/drawingml/2006/main" prst="straightConnector1">
            <a:avLst/>
          </a:prstGeom>
          <a:ln xmlns:a="http://schemas.openxmlformats.org/drawingml/2006/main" w="28575">
            <a:solidFill>
              <a:srgbClr val="7DD3FC"/>
            </a:solidFill>
            <a:prstDash val="solid"/>
            <a:tailEnd type="triangle" w="med" len="med"/>
          </a:ln>
        </p:spPr>
      </p:cxnSp>
      <p:cxnSp>
        <p:nvCxnSpPr>
          <p:cNvPr id="11" name="normal3">
            <a:extLst xmlns:a="http://schemas.openxmlformats.org/drawingml/2006/main">
              <a:ext uri="{FF2B5EF4-FFF2-40B4-BE49-F238E27FC236}">
                <a16:creationId xmlns:a16="http://schemas.microsoft.com/office/drawing/2014/main" id="{2E83CF44-DFFC-4003-B241-D46B050EF8F6}"/>
              </a:ext>
            </a:extLst>
          </p:cNvPr>
          <p:cNvCxnSpPr/>
          <p:nvPr/>
        </p:nvCxnSpPr>
        <p:spPr>
          <a:xfrm xmlns:a="http://schemas.openxmlformats.org/drawingml/2006/main" rot="-5400000">
            <a:off x="9024938" y="4262438"/>
            <a:ext cx="619125" cy="0"/>
          </a:xfrm>
          <a:prstGeom xmlns:a="http://schemas.openxmlformats.org/drawingml/2006/main" prst="straightConnector1">
            <a:avLst/>
          </a:prstGeom>
          <a:ln xmlns:a="http://schemas.openxmlformats.org/drawingml/2006/main" w="28575">
            <a:solidFill>
              <a:srgbClr val="C4B5FD"/>
            </a:solidFill>
            <a:prstDash val="solid"/>
            <a:tailEnd type="triangle" w="med" len="med"/>
          </a:ln>
        </p:spPr>
      </p:cxnSp>
      <p:sp>
        <p:nvSpPr>
          <p:cNvPr id="12" name="page-number">
            <a:extLst xmlns:a="http://schemas.openxmlformats.org/drawingml/2006/main">
              <a:ext uri="{FF2B5EF4-FFF2-40B4-BE49-F238E27FC236}">
                <a16:creationId xmlns:a16="http://schemas.microsoft.com/office/drawing/2014/main" id="{02BA3E10-AEDC-4111-8CF7-EB78EE01A508}"/>
              </a:ext>
            </a:extLst>
          </p:cNvPr>
          <p:cNvSpPr>
            <a:spLocks xmlns:a="http://schemas.openxmlformats.org/drawingml/2006/main" noGrp="1"/>
          </p:cNvSpPr>
          <p:nvPr/>
        </p:nvSpPr>
        <p:spPr>
          <a:xfrm xmlns:a="http://schemas.openxmlformats.org/drawingml/2006/main">
            <a:off x="11125200" y="641032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22</a:t>
            </a:r>
          </a:p>
        </p:txBody>
      </p:sp>
    </p:spTree>
    <p:extLst>
      <p:ext uri="{BB962C8B-B14F-4D97-AF65-F5344CB8AC3E}">
        <p14:creationId xmlns:p14="http://schemas.microsoft.com/office/powerpoint/2010/main" val="170027485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400" fill="hold"/>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5"/>
                                        </p:tgtEl>
                                        <p:attrNameLst>
                                          <p:attrName>style.visibility</p:attrName>
                                        </p:attrNameLst>
                                      </p:cBhvr>
                                      <p:to>
                                        <p:strVal val="visible"/>
                                      </p:to>
                                    </p:set>
                                    <p:animEffect transition="in" filter="fade">
                                      <p:cBhvr>
                                        <p:cTn id="12" dur="400" fill="hold"/>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EC7E0EB-13CA-47CF-92C9-44130296ED31}"/>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4  Coincident or distinct parallel planes</a:t>
            </a:r>
          </a:p>
        </p:txBody>
      </p:sp>
      <p:sp>
        <p:nvSpPr>
          <p:cNvPr id="2" name="page-number">
            <a:extLst xmlns:a="http://schemas.openxmlformats.org/drawingml/2006/main">
              <a:ext uri="{FF2B5EF4-FFF2-40B4-BE49-F238E27FC236}">
                <a16:creationId xmlns:a16="http://schemas.microsoft.com/office/drawing/2014/main" id="{3784E486-C0F7-4E2D-A24A-9E985B0E8265}"/>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23</a:t>
            </a:r>
          </a:p>
        </p:txBody>
      </p:sp>
      <p:sp>
        <p:nvSpPr>
          <p:cNvPr id="3" name="lead">
            <a:extLst xmlns:a="http://schemas.openxmlformats.org/drawingml/2006/main">
              <a:ext uri="{FF2B5EF4-FFF2-40B4-BE49-F238E27FC236}">
                <a16:creationId xmlns:a16="http://schemas.microsoft.com/office/drawing/2014/main" id="{C3F632FA-DABF-41FA-B438-B68946D9B9B6}"/>
              </a:ext>
            </a:extLst>
          </p:cNvPr>
          <p:cNvSpPr>
            <a:spLocks xmlns:a="http://schemas.openxmlformats.org/drawingml/2006/main" noGrp="1"/>
          </p:cNvSpPr>
          <p:nvPr/>
        </p:nvSpPr>
        <p:spPr>
          <a:xfrm xmlns:a="http://schemas.openxmlformats.org/drawingml/2006/main">
            <a:off x="685800" y="1552575"/>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Compare the normals and the constants. Give reasons for both conclusions.</a:t>
            </a:r>
          </a:p>
        </p:txBody>
      </p:sp>
      <p:pic>
        <p:nvPicPr>
          <p:cNvPr id="4" name="equation-0" descr="LaTeX: \Pi_1:x+2y-z=4">
            <a:extLst xmlns:a="http://schemas.openxmlformats.org/drawingml/2006/main">
              <a:ext uri="{FF2B5EF4-FFF2-40B4-BE49-F238E27FC236}">
                <a16:creationId xmlns:a16="http://schemas.microsoft.com/office/drawing/2014/main" id="{1171BC9B-F771-4697-8CD3-EBE6996AE12E}"/>
              </a:ext>
            </a:extLst>
          </p:cNvPr>
          <p:cNvPicPr>
            <a:picLocks xmlns:a="http://schemas.openxmlformats.org/drawingml/2006/main" noChangeAspect="1"/>
          </p:cNvPicPr>
          <p:nvPr/>
        </p:nvPicPr>
        <p:blipFill>
          <a:blip xmlns:r="http://schemas.openxmlformats.org/officeDocument/2006/relationships" xmlns:a="http://schemas.openxmlformats.org/drawingml/2006/main" r:embed="R10de415d2c244d37">
            <a:extLst>
              <a:ext uri="{96DAC541-7B7A-43D3-8B79-37D633B846F1}">
                <asvg:svgBlip xmlns:asvg="http://schemas.microsoft.com/office/drawing/2016/SVG/main" r:embed="R444eef17fafd4956"/>
              </a:ext>
            </a:extLst>
          </a:blip>
          <a:stretch xmlns:a="http://schemas.openxmlformats.org/drawingml/2006/main"/>
        </p:blipFill>
        <p:spPr>
          <a:xfrm xmlns:a="http://schemas.openxmlformats.org/drawingml/2006/main">
            <a:off x="685800" y="3548814"/>
            <a:ext cx="3165117" cy="389774"/>
          </a:xfrm>
          <a:prstGeom xmlns:a="http://schemas.openxmlformats.org/drawingml/2006/main" prst="rect">
            <a:avLst/>
          </a:prstGeom>
        </p:spPr>
      </p:pic>
      <p:pic>
        <p:nvPicPr>
          <p:cNvPr id="5" name="equation-1" descr="LaTeX: \Pi_2:-2x-4y+2z=-8,\quad\Pi_3:-2x-4y+2z=8">
            <a:extLst xmlns:a="http://schemas.openxmlformats.org/drawingml/2006/main">
              <a:ext uri="{FF2B5EF4-FFF2-40B4-BE49-F238E27FC236}">
                <a16:creationId xmlns:a16="http://schemas.microsoft.com/office/drawing/2014/main" id="{3BBEE1CA-9FAF-404F-B04D-2D5F520DAFBA}"/>
              </a:ext>
            </a:extLst>
          </p:cNvPr>
          <p:cNvPicPr>
            <a:picLocks xmlns:a="http://schemas.openxmlformats.org/drawingml/2006/main" noChangeAspect="1"/>
          </p:cNvPicPr>
          <p:nvPr/>
        </p:nvPicPr>
        <p:blipFill>
          <a:blip xmlns:r="http://schemas.openxmlformats.org/officeDocument/2006/relationships" xmlns:a="http://schemas.openxmlformats.org/drawingml/2006/main" r:embed="Rd10757f2df1449c9">
            <a:extLst>
              <a:ext uri="{96DAC541-7B7A-43D3-8B79-37D633B846F1}">
                <asvg:svgBlip xmlns:asvg="http://schemas.microsoft.com/office/drawing/2016/SVG/main" r:embed="R46abbd1fca1e4888"/>
              </a:ext>
            </a:extLst>
          </a:blip>
          <a:stretch xmlns:a="http://schemas.openxmlformats.org/drawingml/2006/main"/>
        </p:blipFill>
        <p:spPr>
          <a:xfrm xmlns:a="http://schemas.openxmlformats.org/drawingml/2006/main">
            <a:off x="685800" y="4205288"/>
            <a:ext cx="8439986" cy="389774"/>
          </a:xfrm>
          <a:prstGeom xmlns:a="http://schemas.openxmlformats.org/drawingml/2006/main" prst="rect">
            <a:avLst/>
          </a:prstGeom>
        </p:spPr>
      </p:pic>
      <p:sp>
        <p:nvSpPr>
          <p:cNvPr id="6" name="practice-pause">
            <a:extLst xmlns:a="http://schemas.openxmlformats.org/drawingml/2006/main">
              <a:ext uri="{FF2B5EF4-FFF2-40B4-BE49-F238E27FC236}">
                <a16:creationId xmlns:a16="http://schemas.microsoft.com/office/drawing/2014/main" id="{6751A192-B2E1-4C58-91BE-D8D838DABB75}"/>
              </a:ext>
            </a:extLst>
          </p:cNvPr>
          <p:cNvSpPr>
            <a:spLocks xmlns:a="http://schemas.openxmlformats.org/drawingml/2006/main" noGrp="1"/>
          </p:cNvSpPr>
          <p:nvPr/>
        </p:nvSpPr>
        <p:spPr>
          <a:xfrm xmlns:a="http://schemas.openxmlformats.org/drawingml/2006/main">
            <a:off x="685800" y="5857875"/>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defRPr sz="1875" b="0">
                <a:solidFill>
                  <a:srgbClr val="7DD3FC"/>
                </a:solidFill>
                <a:latin typeface="DejaVu Sans"/>
                <a:ea typeface="DejaVu Sans"/>
                <a:cs typeface="DejaVu Sans"/>
              </a:defRPr>
            </a:lvl1pPr>
            <a:lvl2pPr>
              <a:defRPr sz="1875" b="0">
                <a:solidFill>
                  <a:srgbClr val="7DD3FC"/>
                </a:solidFill>
                <a:latin typeface="DejaVu Sans"/>
                <a:ea typeface="DejaVu Sans"/>
                <a:cs typeface="DejaVu Sans"/>
              </a:defRPr>
            </a:lvl2pPr>
            <a:lvl3pPr>
              <a:defRPr sz="1875" b="0">
                <a:solidFill>
                  <a:srgbClr val="7DD3FC"/>
                </a:solidFill>
                <a:latin typeface="DejaVu Sans"/>
                <a:ea typeface="DejaVu Sans"/>
                <a:cs typeface="DejaVu Sans"/>
              </a:defRPr>
            </a:lvl3pPr>
            <a:lvl4pPr>
              <a:defRPr sz="1875" b="0">
                <a:solidFill>
                  <a:srgbClr val="7DD3FC"/>
                </a:solidFill>
                <a:latin typeface="DejaVu Sans"/>
                <a:ea typeface="DejaVu Sans"/>
                <a:cs typeface="DejaVu Sans"/>
              </a:defRPr>
            </a:lvl4pPr>
            <a:lvl5pPr>
              <a:defRPr sz="1875" b="0">
                <a:solidFill>
                  <a:srgbClr val="7DD3FC"/>
                </a:solidFill>
                <a:latin typeface="DejaVu Sans"/>
                <a:ea typeface="DejaVu Sans"/>
                <a:cs typeface="DejaVu Sans"/>
              </a:defRPr>
            </a:lvl5pPr>
            <a:lvl6pPr>
              <a:defRPr sz="1875" b="0">
                <a:solidFill>
                  <a:srgbClr val="7DD3FC"/>
                </a:solidFill>
                <a:latin typeface="DejaVu Sans"/>
                <a:ea typeface="DejaVu Sans"/>
                <a:cs typeface="DejaVu Sans"/>
              </a:defRPr>
            </a:lvl6pPr>
            <a:lvl7pPr>
              <a:defRPr sz="1875" b="0">
                <a:solidFill>
                  <a:srgbClr val="7DD3FC"/>
                </a:solidFill>
                <a:latin typeface="DejaVu Sans"/>
                <a:ea typeface="DejaVu Sans"/>
                <a:cs typeface="DejaVu Sans"/>
              </a:defRPr>
            </a:lvl7pPr>
            <a:lvl8pPr>
              <a:defRPr sz="1875" b="0">
                <a:solidFill>
                  <a:srgbClr val="7DD3FC"/>
                </a:solidFill>
                <a:latin typeface="DejaVu Sans"/>
                <a:ea typeface="DejaVu Sans"/>
                <a:cs typeface="DejaVu Sans"/>
              </a:defRPr>
            </a:lvl8pPr>
            <a:lvl9pPr>
              <a:defRPr sz="1875" b="0">
                <a:solidFill>
                  <a:srgbClr val="7DD3FC"/>
                </a:solidFill>
                <a:latin typeface="DejaVu Sans"/>
                <a:ea typeface="DejaVu Sans"/>
                <a:cs typeface="DejaVu Sans"/>
              </a:defRPr>
            </a:lvl9pPr>
          </a:lstStyle>
          <a:p xmlns:a="http://schemas.openxmlformats.org/drawingml/2006/main">
            <a:pPr>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Pause the video and try the question</a:t>
            </a:r>
          </a:p>
        </p:txBody>
      </p:sp>
    </p:spTree>
    <p:extLst>
      <p:ext uri="{BB962C8B-B14F-4D97-AF65-F5344CB8AC3E}">
        <p14:creationId xmlns:p14="http://schemas.microsoft.com/office/powerpoint/2010/main" val="268457632"/>
      </p:ext>
    </p:extLst>
  </p:cSld>
  <p:transition spd="med" advClick="1">
    <p:fade/>
  </p:transition>
</p:sld>
</file>

<file path=ppt/slides/slide24.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8F2F4844-AE2A-4AD7-8D65-D83C4B60CB81}"/>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4  Solution</a:t>
            </a:r>
          </a:p>
        </p:txBody>
      </p:sp>
      <p:sp>
        <p:nvSpPr>
          <p:cNvPr id="2" name="page-number">
            <a:extLst xmlns:a="http://schemas.openxmlformats.org/drawingml/2006/main">
              <a:ext uri="{FF2B5EF4-FFF2-40B4-BE49-F238E27FC236}">
                <a16:creationId xmlns:a16="http://schemas.microsoft.com/office/drawing/2014/main" id="{45DAD0B1-0F8D-401B-B3BF-16953EEC3133}"/>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24</a:t>
            </a:r>
          </a:p>
        </p:txBody>
      </p:sp>
      <p:sp>
        <p:nvSpPr>
          <p:cNvPr id="3" name="lead">
            <a:extLst xmlns:a="http://schemas.openxmlformats.org/drawingml/2006/main">
              <a:ext uri="{FF2B5EF4-FFF2-40B4-BE49-F238E27FC236}">
                <a16:creationId xmlns:a16="http://schemas.microsoft.com/office/drawing/2014/main" id="{B89F01EB-36FA-4827-8D7E-CFAD07CDA854}"/>
              </a:ext>
            </a:extLst>
          </p:cNvPr>
          <p:cNvSpPr>
            <a:spLocks xmlns:a="http://schemas.openxmlformats.org/drawingml/2006/main" noGrp="1"/>
          </p:cNvSpPr>
          <p:nvPr/>
        </p:nvSpPr>
        <p:spPr>
          <a:xfrm xmlns:a="http://schemas.openxmlformats.org/drawingml/2006/main">
            <a:off x="685800" y="1552575"/>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Scale every coefficient and the constant by the same nonzero factor.</a:t>
            </a:r>
          </a:p>
        </p:txBody>
      </p:sp>
      <p:pic>
        <p:nvPicPr>
          <p:cNvPr id="4" name="equation-0" descr="LaTeX: \vec n_2=\vec n_3=[-2,-4,2]=-2[1,2,-1]">
            <a:extLst xmlns:a="http://schemas.openxmlformats.org/drawingml/2006/main">
              <a:ext uri="{FF2B5EF4-FFF2-40B4-BE49-F238E27FC236}">
                <a16:creationId xmlns:a16="http://schemas.microsoft.com/office/drawing/2014/main" id="{3AC0BE73-6568-470C-9940-1F4F0B3B9ED8}"/>
              </a:ext>
            </a:extLst>
          </p:cNvPr>
          <p:cNvPicPr>
            <a:picLocks xmlns:a="http://schemas.openxmlformats.org/drawingml/2006/main" noChangeAspect="1"/>
          </p:cNvPicPr>
          <p:nvPr/>
        </p:nvPicPr>
        <p:blipFill>
          <a:blip xmlns:r="http://schemas.openxmlformats.org/officeDocument/2006/relationships" xmlns:a="http://schemas.openxmlformats.org/drawingml/2006/main" r:embed="R1b3c0b35542c4a03">
            <a:extLst>
              <a:ext uri="{96DAC541-7B7A-43D3-8B79-37D633B846F1}">
                <asvg:svgBlip xmlns:asvg="http://schemas.microsoft.com/office/drawing/2016/SVG/main" r:embed="Rbd68f13bea44414c"/>
              </a:ext>
            </a:extLst>
          </a:blip>
          <a:stretch xmlns:a="http://schemas.openxmlformats.org/drawingml/2006/main"/>
        </p:blipFill>
        <p:spPr>
          <a:xfrm xmlns:a="http://schemas.openxmlformats.org/drawingml/2006/main">
            <a:off x="685800" y="2864387"/>
            <a:ext cx="5805316" cy="436875"/>
          </a:xfrm>
          <a:prstGeom xmlns:a="http://schemas.openxmlformats.org/drawingml/2006/main" prst="rect">
            <a:avLst/>
          </a:prstGeom>
        </p:spPr>
      </p:pic>
      <p:pic>
        <p:nvPicPr>
          <p:cNvPr id="5" name="equation-1" descr="LaTeX: -2\Pi_1:\quad-2x-4y+2z=-8\quad\Rightarrow\quad\Pi_1=\Pi_2">
            <a:extLst xmlns:a="http://schemas.openxmlformats.org/drawingml/2006/main">
              <a:ext uri="{FF2B5EF4-FFF2-40B4-BE49-F238E27FC236}">
                <a16:creationId xmlns:a16="http://schemas.microsoft.com/office/drawing/2014/main" id="{73EC7C9C-A53B-4DA7-96EA-0EB47063E43A}"/>
              </a:ext>
            </a:extLst>
          </p:cNvPr>
          <p:cNvPicPr>
            <a:picLocks xmlns:a="http://schemas.openxmlformats.org/drawingml/2006/main" noChangeAspect="1"/>
          </p:cNvPicPr>
          <p:nvPr/>
        </p:nvPicPr>
        <p:blipFill>
          <a:blip xmlns:r="http://schemas.openxmlformats.org/officeDocument/2006/relationships" xmlns:a="http://schemas.openxmlformats.org/drawingml/2006/main" r:embed="Rb379bc7461364672">
            <a:extLst>
              <a:ext uri="{96DAC541-7B7A-43D3-8B79-37D633B846F1}">
                <asvg:svgBlip xmlns:asvg="http://schemas.microsoft.com/office/drawing/2016/SVG/main" r:embed="R24a516e8d6274218"/>
              </a:ext>
            </a:extLst>
          </a:blip>
          <a:stretch xmlns:a="http://schemas.openxmlformats.org/drawingml/2006/main"/>
        </p:blipFill>
        <p:spPr>
          <a:xfrm xmlns:a="http://schemas.openxmlformats.org/drawingml/2006/main">
            <a:off x="685800" y="3567962"/>
            <a:ext cx="7599160" cy="389774"/>
          </a:xfrm>
          <a:prstGeom xmlns:a="http://schemas.openxmlformats.org/drawingml/2006/main" prst="rect">
            <a:avLst/>
          </a:prstGeom>
        </p:spPr>
      </p:pic>
      <p:pic>
        <p:nvPicPr>
          <p:cNvPr id="6" name="equation-2" descr="LaTeX: \Pi_3:\quad-2x-4y+2z=8\ne-8">
            <a:extLst xmlns:a="http://schemas.openxmlformats.org/drawingml/2006/main">
              <a:ext uri="{FF2B5EF4-FFF2-40B4-BE49-F238E27FC236}">
                <a16:creationId xmlns:a16="http://schemas.microsoft.com/office/drawing/2014/main" id="{FB73699B-4647-4219-BFF8-DCD9615A001E}"/>
              </a:ext>
            </a:extLst>
          </p:cNvPr>
          <p:cNvPicPr>
            <a:picLocks xmlns:a="http://schemas.openxmlformats.org/drawingml/2006/main" noChangeAspect="1"/>
          </p:cNvPicPr>
          <p:nvPr/>
        </p:nvPicPr>
        <p:blipFill>
          <a:blip xmlns:r="http://schemas.openxmlformats.org/officeDocument/2006/relationships" xmlns:a="http://schemas.openxmlformats.org/drawingml/2006/main" r:embed="R0f2e2a0352d74ead">
            <a:extLst>
              <a:ext uri="{96DAC541-7B7A-43D3-8B79-37D633B846F1}">
                <asvg:svgBlip xmlns:asvg="http://schemas.microsoft.com/office/drawing/2016/SVG/main" r:embed="R0673110d90274d8f"/>
              </a:ext>
            </a:extLst>
          </a:blip>
          <a:stretch xmlns:a="http://schemas.openxmlformats.org/drawingml/2006/main"/>
        </p:blipFill>
        <p:spPr>
          <a:xfrm xmlns:a="http://schemas.openxmlformats.org/drawingml/2006/main">
            <a:off x="685800" y="4224435"/>
            <a:ext cx="5165891" cy="394169"/>
          </a:xfrm>
          <a:prstGeom xmlns:a="http://schemas.openxmlformats.org/drawingml/2006/main" prst="rect">
            <a:avLst/>
          </a:prstGeom>
        </p:spPr>
      </p:pic>
      <p:pic>
        <p:nvPicPr>
          <p:cNvPr id="7" name="equation-3" descr="LaTeX: \Pi_1\text{ and }\Pi_3\text{ are distinct parallel planes}">
            <a:extLst xmlns:a="http://schemas.openxmlformats.org/drawingml/2006/main">
              <a:ext uri="{FF2B5EF4-FFF2-40B4-BE49-F238E27FC236}">
                <a16:creationId xmlns:a16="http://schemas.microsoft.com/office/drawing/2014/main" id="{7B0BAEB2-E957-41EC-8A3D-A0CADCFE6F59}"/>
              </a:ext>
            </a:extLst>
          </p:cNvPr>
          <p:cNvPicPr>
            <a:picLocks xmlns:a="http://schemas.openxmlformats.org/drawingml/2006/main" noChangeAspect="1"/>
          </p:cNvPicPr>
          <p:nvPr/>
        </p:nvPicPr>
        <p:blipFill>
          <a:blip xmlns:r="http://schemas.openxmlformats.org/officeDocument/2006/relationships" xmlns:a="http://schemas.openxmlformats.org/drawingml/2006/main" r:embed="Raa322603931b4c52">
            <a:extLst>
              <a:ext uri="{96DAC541-7B7A-43D3-8B79-37D633B846F1}">
                <asvg:svgBlip xmlns:asvg="http://schemas.microsoft.com/office/drawing/2016/SVG/main" r:embed="R4a50282648d24acc"/>
              </a:ext>
            </a:extLst>
          </a:blip>
          <a:stretch xmlns:a="http://schemas.openxmlformats.org/drawingml/2006/main"/>
        </p:blipFill>
        <p:spPr>
          <a:xfrm xmlns:a="http://schemas.openxmlformats.org/drawingml/2006/main">
            <a:off x="685800" y="4885304"/>
            <a:ext cx="5905237" cy="394184"/>
          </a:xfrm>
          <a:prstGeom xmlns:a="http://schemas.openxmlformats.org/drawingml/2006/main" prst="rect">
            <a:avLst/>
          </a:prstGeom>
        </p:spPr>
      </p:pic>
    </p:spTree>
    <p:extLst>
      <p:ext uri="{BB962C8B-B14F-4D97-AF65-F5344CB8AC3E}">
        <p14:creationId xmlns:p14="http://schemas.microsoft.com/office/powerpoint/2010/main" val="63169447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8C3C25EC-2D29-4303-BBEB-E164623EA5C8}"/>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The smaller angle between planes</a:t>
            </a:r>
          </a:p>
        </p:txBody>
      </p:sp>
      <p:sp>
        <p:nvSpPr>
          <p:cNvPr id="2" name="lead">
            <a:extLst xmlns:a="http://schemas.openxmlformats.org/drawingml/2006/main">
              <a:ext uri="{FF2B5EF4-FFF2-40B4-BE49-F238E27FC236}">
                <a16:creationId xmlns:a16="http://schemas.microsoft.com/office/drawing/2014/main" id="{1223CE27-0BFF-4836-ADB6-EFD0757C5A7C}"/>
              </a:ext>
            </a:extLst>
          </p:cNvPr>
          <p:cNvSpPr>
            <a:spLocks xmlns:a="http://schemas.openxmlformats.org/drawingml/2006/main" noGrp="1"/>
          </p:cNvSpPr>
          <p:nvPr/>
        </p:nvSpPr>
        <p:spPr>
          <a:xfrm xmlns:a="http://schemas.openxmlformats.org/drawingml/2006/main">
            <a:off x="685800" y="1552575"/>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The smaller angle between planes equals the smaller angle between normals.</a:t>
            </a:r>
          </a:p>
        </p:txBody>
      </p:sp>
      <p:pic>
        <p:nvPicPr>
          <p:cNvPr id="3" name="equation-0" descr="LaTeX: \vec n_1=[1,-1,1],\quad\vec n_2=[0,0,1]">
            <a:extLst xmlns:a="http://schemas.openxmlformats.org/drawingml/2006/main">
              <a:ext uri="{FF2B5EF4-FFF2-40B4-BE49-F238E27FC236}">
                <a16:creationId xmlns:a16="http://schemas.microsoft.com/office/drawing/2014/main" id="{FD9AD1FE-2973-49E6-A363-593BDB651709}"/>
              </a:ext>
            </a:extLst>
          </p:cNvPr>
          <p:cNvPicPr>
            <a:picLocks xmlns:a="http://schemas.openxmlformats.org/drawingml/2006/main" noChangeAspect="1"/>
          </p:cNvPicPr>
          <p:nvPr/>
        </p:nvPicPr>
        <p:blipFill>
          <a:blip xmlns:r="http://schemas.openxmlformats.org/officeDocument/2006/relationships" xmlns:a="http://schemas.openxmlformats.org/drawingml/2006/main" r:embed="Ra4dcd5c443474123">
            <a:extLst>
              <a:ext uri="{96DAC541-7B7A-43D3-8B79-37D633B846F1}">
                <asvg:svgBlip xmlns:asvg="http://schemas.microsoft.com/office/drawing/2016/SVG/main" r:embed="Ra94802438bb742f6"/>
              </a:ext>
            </a:extLst>
          </a:blip>
          <a:stretch xmlns:a="http://schemas.openxmlformats.org/drawingml/2006/main"/>
        </p:blipFill>
        <p:spPr>
          <a:xfrm xmlns:a="http://schemas.openxmlformats.org/drawingml/2006/main">
            <a:off x="685800" y="2524125"/>
            <a:ext cx="4305038" cy="396235"/>
          </a:xfrm>
          <a:prstGeom xmlns:a="http://schemas.openxmlformats.org/drawingml/2006/main" prst="rect">
            <a:avLst/>
          </a:prstGeom>
        </p:spPr>
      </p:pic>
      <p:pic>
        <p:nvPicPr>
          <p:cNvPr id="4" name="equation-1" descr="LaTeX: \vec n_1\cdot\vec n_2=1,\quad\|\vec n_1\|=\sqrt3,\quad\|\vec n_2\|=1">
            <a:extLst xmlns:a="http://schemas.openxmlformats.org/drawingml/2006/main">
              <a:ext uri="{FF2B5EF4-FFF2-40B4-BE49-F238E27FC236}">
                <a16:creationId xmlns:a16="http://schemas.microsoft.com/office/drawing/2014/main" id="{EC879FBE-7404-4322-9082-5AC429C030BD}"/>
              </a:ext>
            </a:extLst>
          </p:cNvPr>
          <p:cNvPicPr>
            <a:picLocks xmlns:a="http://schemas.openxmlformats.org/drawingml/2006/main" noChangeAspect="1"/>
          </p:cNvPicPr>
          <p:nvPr/>
        </p:nvPicPr>
        <p:blipFill>
          <a:blip xmlns:r="http://schemas.openxmlformats.org/officeDocument/2006/relationships" xmlns:a="http://schemas.openxmlformats.org/drawingml/2006/main" r:embed="R138c367b835c41d1">
            <a:extLst>
              <a:ext uri="{96DAC541-7B7A-43D3-8B79-37D633B846F1}">
                <asvg:svgBlip xmlns:asvg="http://schemas.microsoft.com/office/drawing/2016/SVG/main" r:embed="R6c32d6a41cf841e8"/>
              </a:ext>
            </a:extLst>
          </a:blip>
          <a:stretch xmlns:a="http://schemas.openxmlformats.org/drawingml/2006/main"/>
        </p:blipFill>
        <p:spPr>
          <a:xfrm xmlns:a="http://schemas.openxmlformats.org/drawingml/2006/main">
            <a:off x="685800" y="3206110"/>
            <a:ext cx="5412176" cy="470159"/>
          </a:xfrm>
          <a:prstGeom xmlns:a="http://schemas.openxmlformats.org/drawingml/2006/main" prst="rect">
            <a:avLst/>
          </a:prstGeom>
        </p:spPr>
      </p:pic>
      <p:pic>
        <p:nvPicPr>
          <p:cNvPr id="5" name="equation-2" descr="LaTeX: \cos\theta=\frac{|\vec n_1\cdot\vec n_2|}{\|\vec n_1\|\|\vec n_2\|}=\frac1{\sqrt3},\quad\theta\approx54.7^\circ">
            <a:extLst xmlns:a="http://schemas.openxmlformats.org/drawingml/2006/main">
              <a:ext uri="{FF2B5EF4-FFF2-40B4-BE49-F238E27FC236}">
                <a16:creationId xmlns:a16="http://schemas.microsoft.com/office/drawing/2014/main" id="{14B0EB55-6701-45F1-91DE-4088D3D80C85}"/>
              </a:ext>
            </a:extLst>
          </p:cNvPr>
          <p:cNvPicPr>
            <a:picLocks xmlns:a="http://schemas.openxmlformats.org/drawingml/2006/main" noChangeAspect="1"/>
          </p:cNvPicPr>
          <p:nvPr/>
        </p:nvPicPr>
        <p:blipFill>
          <a:blip xmlns:r="http://schemas.openxmlformats.org/officeDocument/2006/relationships" xmlns:a="http://schemas.openxmlformats.org/drawingml/2006/main" r:embed="Rea279fcc00b24c05">
            <a:extLst>
              <a:ext uri="{96DAC541-7B7A-43D3-8B79-37D633B846F1}">
                <asvg:svgBlip xmlns:asvg="http://schemas.microsoft.com/office/drawing/2016/SVG/main" r:embed="R5d4c996358724560"/>
              </a:ext>
            </a:extLst>
          </a:blip>
          <a:stretch xmlns:a="http://schemas.openxmlformats.org/drawingml/2006/main"/>
        </p:blipFill>
        <p:spPr>
          <a:xfrm xmlns:a="http://schemas.openxmlformats.org/drawingml/2006/main">
            <a:off x="685800" y="3962019"/>
            <a:ext cx="5335167" cy="879481"/>
          </a:xfrm>
          <a:prstGeom xmlns:a="http://schemas.openxmlformats.org/drawingml/2006/main" prst="rect">
            <a:avLst/>
          </a:prstGeom>
        </p:spPr>
      </p:pic>
      <p:sp>
        <p:nvSpPr>
          <p:cNvPr id="6" name="p1">
            <a:extLst xmlns:a="http://schemas.openxmlformats.org/drawingml/2006/main">
              <a:ext uri="{FF2B5EF4-FFF2-40B4-BE49-F238E27FC236}">
                <a16:creationId xmlns:a16="http://schemas.microsoft.com/office/drawing/2014/main" id="{E78C9BA7-E952-41EA-BC1B-14BDF8BF1174}"/>
              </a:ext>
            </a:extLst>
          </p:cNvPr>
          <p:cNvSpPr>
            <a:spLocks xmlns:a="http://schemas.openxmlformats.org/drawingml/2006/main" noGrp="1"/>
          </p:cNvSpPr>
          <p:nvPr/>
        </p:nvSpPr>
        <p:spPr>
          <a:xfrm xmlns:a="http://schemas.openxmlformats.org/drawingml/2006/main">
            <a:off x="7524750" y="3429000"/>
            <a:ext cx="3905250" cy="1809750"/>
          </a:xfrm>
          <a:custGeom xmlns:a="http://schemas.openxmlformats.org/drawingml/2006/main">
            <a:pathLst>
              <a:path w="3905250" h="1809750">
                <a:moveTo>
                  <a:pt x="0" y="666750"/>
                </a:moveTo>
                <a:lnTo>
                  <a:pt x="2190750" y="0"/>
                </a:lnTo>
                <a:lnTo>
                  <a:pt x="3905250" y="1143000"/>
                </a:lnTo>
                <a:lnTo>
                  <a:pt x="1714500" y="1809750"/>
                </a:lnTo>
                <a:close/>
              </a:path>
            </a:pathLst>
          </a:custGeom>
          <a:solidFill xmlns:a="http://schemas.openxmlformats.org/drawingml/2006/main">
            <a:srgbClr val="11232E"/>
          </a:solidFill>
          <a:ln xmlns:a="http://schemas.openxmlformats.org/drawingml/2006/main" w="14288">
            <a:solidFill>
              <a:srgbClr val="385E73"/>
            </a:solidFill>
            <a:prstDash val="solid"/>
          </a:ln>
        </p:spPr>
      </p:sp>
      <p:sp>
        <p:nvSpPr>
          <p:cNvPr id="7" name="p2">
            <a:extLst xmlns:a="http://schemas.openxmlformats.org/drawingml/2006/main">
              <a:ext uri="{FF2B5EF4-FFF2-40B4-BE49-F238E27FC236}">
                <a16:creationId xmlns:a16="http://schemas.microsoft.com/office/drawing/2014/main" id="{C96CBB67-248A-4FED-AD32-350212440C07}"/>
              </a:ext>
            </a:extLst>
          </p:cNvPr>
          <p:cNvSpPr>
            <a:spLocks xmlns:a="http://schemas.openxmlformats.org/drawingml/2006/main" noGrp="1"/>
          </p:cNvSpPr>
          <p:nvPr/>
        </p:nvSpPr>
        <p:spPr>
          <a:xfrm xmlns:a="http://schemas.openxmlformats.org/drawingml/2006/main">
            <a:off x="8096250" y="2667000"/>
            <a:ext cx="2476500" cy="2667000"/>
          </a:xfrm>
          <a:custGeom xmlns:a="http://schemas.openxmlformats.org/drawingml/2006/main">
            <a:pathLst>
              <a:path w="2476500" h="2667000">
                <a:moveTo>
                  <a:pt x="0" y="2667000"/>
                </a:moveTo>
                <a:lnTo>
                  <a:pt x="1619250" y="2000250"/>
                </a:lnTo>
                <a:lnTo>
                  <a:pt x="2476500" y="0"/>
                </a:lnTo>
                <a:lnTo>
                  <a:pt x="857250" y="666750"/>
                </a:lnTo>
                <a:close/>
              </a:path>
            </a:pathLst>
          </a:custGeom>
          <a:solidFill xmlns:a="http://schemas.openxmlformats.org/drawingml/2006/main">
            <a:srgbClr val="241B2D"/>
          </a:solidFill>
          <a:ln xmlns:a="http://schemas.openxmlformats.org/drawingml/2006/main" w="14288">
            <a:solidFill>
              <a:srgbClr val="6B5B83"/>
            </a:solidFill>
            <a:prstDash val="solid"/>
          </a:ln>
        </p:spPr>
      </p:sp>
      <p:cxnSp>
        <p:nvCxnSpPr>
          <p:cNvPr id="8" name="intersection">
            <a:extLst xmlns:a="http://schemas.openxmlformats.org/drawingml/2006/main">
              <a:ext uri="{FF2B5EF4-FFF2-40B4-BE49-F238E27FC236}">
                <a16:creationId xmlns:a16="http://schemas.microsoft.com/office/drawing/2014/main" id="{86E7A136-AF47-46CF-86E8-18022E9F0E7F}"/>
              </a:ext>
            </a:extLst>
          </p:cNvPr>
          <p:cNvCxnSpPr/>
          <p:nvPr/>
        </p:nvCxnSpPr>
        <p:spPr>
          <a:xfrm xmlns:a="http://schemas.openxmlformats.org/drawingml/2006/main" rot="-1003589">
            <a:off x="8408067" y="4086225"/>
            <a:ext cx="1919542" cy="0"/>
          </a:xfrm>
          <a:prstGeom xmlns:a="http://schemas.openxmlformats.org/drawingml/2006/main" prst="straightConnector1">
            <a:avLst/>
          </a:prstGeom>
          <a:ln xmlns:a="http://schemas.openxmlformats.org/drawingml/2006/main" w="19050">
            <a:solidFill>
              <a:srgbClr val="F5F5F5"/>
            </a:solidFill>
            <a:prstDash val="solid"/>
          </a:ln>
        </p:spPr>
      </p:cxnSp>
      <p:cxnSp>
        <p:nvCxnSpPr>
          <p:cNvPr id="9" name="n1">
            <a:extLst xmlns:a="http://schemas.openxmlformats.org/drawingml/2006/main">
              <a:ext uri="{FF2B5EF4-FFF2-40B4-BE49-F238E27FC236}">
                <a16:creationId xmlns:a16="http://schemas.microsoft.com/office/drawing/2014/main" id="{5B1D20C5-1755-4D4B-AF15-80468782947D}"/>
              </a:ext>
            </a:extLst>
          </p:cNvPr>
          <p:cNvCxnSpPr/>
          <p:nvPr/>
        </p:nvCxnSpPr>
        <p:spPr>
          <a:xfrm xmlns:a="http://schemas.openxmlformats.org/drawingml/2006/main" rot="-4474670">
            <a:off x="8951518" y="3357563"/>
            <a:ext cx="1432713" cy="0"/>
          </a:xfrm>
          <a:prstGeom xmlns:a="http://schemas.openxmlformats.org/drawingml/2006/main" prst="straightConnector1">
            <a:avLst/>
          </a:prstGeom>
          <a:ln xmlns:a="http://schemas.openxmlformats.org/drawingml/2006/main" w="33338">
            <a:solidFill>
              <a:srgbClr val="7DD3FC"/>
            </a:solidFill>
            <a:prstDash val="solid"/>
            <a:tailEnd type="triangle" w="med" len="med"/>
          </a:ln>
        </p:spPr>
      </p:cxnSp>
      <p:cxnSp>
        <p:nvCxnSpPr>
          <p:cNvPr id="10" name="n2">
            <a:extLst xmlns:a="http://schemas.openxmlformats.org/drawingml/2006/main">
              <a:ext uri="{FF2B5EF4-FFF2-40B4-BE49-F238E27FC236}">
                <a16:creationId xmlns:a16="http://schemas.microsoft.com/office/drawing/2014/main" id="{247DBDA9-FF40-4D0F-9FE5-C9A893288711}"/>
              </a:ext>
            </a:extLst>
          </p:cNvPr>
          <p:cNvCxnSpPr/>
          <p:nvPr/>
        </p:nvCxnSpPr>
        <p:spPr>
          <a:xfrm xmlns:a="http://schemas.openxmlformats.org/drawingml/2006/main" rot="-1034488">
            <a:off x="9444884" y="3833813"/>
            <a:ext cx="1446107" cy="0"/>
          </a:xfrm>
          <a:prstGeom xmlns:a="http://schemas.openxmlformats.org/drawingml/2006/main" prst="straightConnector1">
            <a:avLst/>
          </a:prstGeom>
          <a:ln xmlns:a="http://schemas.openxmlformats.org/drawingml/2006/main" w="33338">
            <a:solidFill>
              <a:srgbClr val="C4B5FD"/>
            </a:solidFill>
            <a:prstDash val="solid"/>
            <a:tailEnd type="triangle" w="med" len="med"/>
          </a:ln>
        </p:spPr>
      </p:cxnSp>
      <p:sp>
        <p:nvSpPr>
          <p:cNvPr id="11" name="n1-label">
            <a:extLst xmlns:a="http://schemas.openxmlformats.org/drawingml/2006/main">
              <a:ext uri="{FF2B5EF4-FFF2-40B4-BE49-F238E27FC236}">
                <a16:creationId xmlns:a16="http://schemas.microsoft.com/office/drawing/2014/main" id="{EE72EA6E-9B11-49DB-8378-A015E9FE287F}"/>
              </a:ext>
            </a:extLst>
          </p:cNvPr>
          <p:cNvSpPr>
            <a:spLocks xmlns:a="http://schemas.openxmlformats.org/drawingml/2006/main" noGrp="1"/>
          </p:cNvSpPr>
          <p:nvPr/>
        </p:nvSpPr>
        <p:spPr>
          <a:xfrm xmlns:a="http://schemas.openxmlformats.org/drawingml/2006/main">
            <a:off x="9763125" y="23050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buNone/>
              <a:defRPr sz="1875" b="0">
                <a:solidFill>
                  <a:srgbClr val="7DD3FC"/>
                </a:solidFill>
                <a:latin typeface="DejaVu Sans"/>
                <a:ea typeface="DejaVu Sans"/>
                <a:cs typeface="DejaVu Sans"/>
              </a:defRPr>
            </a:lvl1pPr>
            <a:lvl2pPr>
              <a:buNone/>
              <a:defRPr sz="1875" b="0">
                <a:solidFill>
                  <a:srgbClr val="7DD3FC"/>
                </a:solidFill>
                <a:latin typeface="DejaVu Sans"/>
                <a:ea typeface="DejaVu Sans"/>
                <a:cs typeface="DejaVu Sans"/>
              </a:defRPr>
            </a:lvl2pPr>
            <a:lvl3pPr>
              <a:buNone/>
              <a:defRPr sz="1875" b="0">
                <a:solidFill>
                  <a:srgbClr val="7DD3FC"/>
                </a:solidFill>
                <a:latin typeface="DejaVu Sans"/>
                <a:ea typeface="DejaVu Sans"/>
                <a:cs typeface="DejaVu Sans"/>
              </a:defRPr>
            </a:lvl3pPr>
            <a:lvl4pPr>
              <a:buNone/>
              <a:defRPr sz="1875" b="0">
                <a:solidFill>
                  <a:srgbClr val="7DD3FC"/>
                </a:solidFill>
                <a:latin typeface="DejaVu Sans"/>
                <a:ea typeface="DejaVu Sans"/>
                <a:cs typeface="DejaVu Sans"/>
              </a:defRPr>
            </a:lvl4pPr>
            <a:lvl5pPr>
              <a:buNone/>
              <a:defRPr sz="1875" b="0">
                <a:solidFill>
                  <a:srgbClr val="7DD3FC"/>
                </a:solidFill>
                <a:latin typeface="DejaVu Sans"/>
                <a:ea typeface="DejaVu Sans"/>
                <a:cs typeface="DejaVu Sans"/>
              </a:defRPr>
            </a:lvl5pPr>
            <a:lvl6pPr>
              <a:buNone/>
              <a:defRPr sz="1875" b="0">
                <a:solidFill>
                  <a:srgbClr val="7DD3FC"/>
                </a:solidFill>
                <a:latin typeface="DejaVu Sans"/>
                <a:ea typeface="DejaVu Sans"/>
                <a:cs typeface="DejaVu Sans"/>
              </a:defRPr>
            </a:lvl6pPr>
            <a:lvl7pPr>
              <a:buNone/>
              <a:defRPr sz="1875" b="0">
                <a:solidFill>
                  <a:srgbClr val="7DD3FC"/>
                </a:solidFill>
                <a:latin typeface="DejaVu Sans"/>
                <a:ea typeface="DejaVu Sans"/>
                <a:cs typeface="DejaVu Sans"/>
              </a:defRPr>
            </a:lvl7pPr>
            <a:lvl8pPr>
              <a:buNone/>
              <a:defRPr sz="1875" b="0">
                <a:solidFill>
                  <a:srgbClr val="7DD3FC"/>
                </a:solidFill>
                <a:latin typeface="DejaVu Sans"/>
                <a:ea typeface="DejaVu Sans"/>
                <a:cs typeface="DejaVu Sans"/>
              </a:defRPr>
            </a:lvl8pPr>
            <a:lvl9pPr>
              <a:buNone/>
              <a:defRPr sz="1875" b="0">
                <a:solidFill>
                  <a:srgbClr val="7DD3FC"/>
                </a:solidFill>
                <a:latin typeface="DejaVu Sans"/>
                <a:ea typeface="DejaVu Sans"/>
                <a:cs typeface="DejaVu Sans"/>
              </a:defRPr>
            </a:lvl9pPr>
          </a:lstStyle>
          <a:p xmlns:a="http://schemas.openxmlformats.org/drawingml/2006/main">
            <a:pPr>
              <a:buNone/>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n₁</a:t>
            </a:r>
          </a:p>
        </p:txBody>
      </p:sp>
      <p:sp>
        <p:nvSpPr>
          <p:cNvPr id="12" name="n2-label">
            <a:extLst xmlns:a="http://schemas.openxmlformats.org/drawingml/2006/main">
              <a:ext uri="{FF2B5EF4-FFF2-40B4-BE49-F238E27FC236}">
                <a16:creationId xmlns:a16="http://schemas.microsoft.com/office/drawing/2014/main" id="{F3EB7717-816E-4239-9A23-509FBC1844AE}"/>
              </a:ext>
            </a:extLst>
          </p:cNvPr>
          <p:cNvSpPr>
            <a:spLocks xmlns:a="http://schemas.openxmlformats.org/drawingml/2006/main" noGrp="1"/>
          </p:cNvSpPr>
          <p:nvPr/>
        </p:nvSpPr>
        <p:spPr>
          <a:xfrm xmlns:a="http://schemas.openxmlformats.org/drawingml/2006/main">
            <a:off x="10934700" y="34099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C4B5FD"/>
                </a:solidFill>
                <a:latin typeface="DejaVu Sans"/>
                <a:ea typeface="DejaVu Sans"/>
                <a:cs typeface="DejaVu Sans"/>
              </a:defRPr>
            </a:defPPr>
            <a:lvl1pPr>
              <a:buNone/>
              <a:defRPr sz="1875" b="0">
                <a:solidFill>
                  <a:srgbClr val="C4B5FD"/>
                </a:solidFill>
                <a:latin typeface="DejaVu Sans"/>
                <a:ea typeface="DejaVu Sans"/>
                <a:cs typeface="DejaVu Sans"/>
              </a:defRPr>
            </a:lvl1pPr>
            <a:lvl2pPr>
              <a:buNone/>
              <a:defRPr sz="1875" b="0">
                <a:solidFill>
                  <a:srgbClr val="C4B5FD"/>
                </a:solidFill>
                <a:latin typeface="DejaVu Sans"/>
                <a:ea typeface="DejaVu Sans"/>
                <a:cs typeface="DejaVu Sans"/>
              </a:defRPr>
            </a:lvl2pPr>
            <a:lvl3pPr>
              <a:buNone/>
              <a:defRPr sz="1875" b="0">
                <a:solidFill>
                  <a:srgbClr val="C4B5FD"/>
                </a:solidFill>
                <a:latin typeface="DejaVu Sans"/>
                <a:ea typeface="DejaVu Sans"/>
                <a:cs typeface="DejaVu Sans"/>
              </a:defRPr>
            </a:lvl3pPr>
            <a:lvl4pPr>
              <a:buNone/>
              <a:defRPr sz="1875" b="0">
                <a:solidFill>
                  <a:srgbClr val="C4B5FD"/>
                </a:solidFill>
                <a:latin typeface="DejaVu Sans"/>
                <a:ea typeface="DejaVu Sans"/>
                <a:cs typeface="DejaVu Sans"/>
              </a:defRPr>
            </a:lvl4pPr>
            <a:lvl5pPr>
              <a:buNone/>
              <a:defRPr sz="1875" b="0">
                <a:solidFill>
                  <a:srgbClr val="C4B5FD"/>
                </a:solidFill>
                <a:latin typeface="DejaVu Sans"/>
                <a:ea typeface="DejaVu Sans"/>
                <a:cs typeface="DejaVu Sans"/>
              </a:defRPr>
            </a:lvl5pPr>
            <a:lvl6pPr>
              <a:buNone/>
              <a:defRPr sz="1875" b="0">
                <a:solidFill>
                  <a:srgbClr val="C4B5FD"/>
                </a:solidFill>
                <a:latin typeface="DejaVu Sans"/>
                <a:ea typeface="DejaVu Sans"/>
                <a:cs typeface="DejaVu Sans"/>
              </a:defRPr>
            </a:lvl6pPr>
            <a:lvl7pPr>
              <a:buNone/>
              <a:defRPr sz="1875" b="0">
                <a:solidFill>
                  <a:srgbClr val="C4B5FD"/>
                </a:solidFill>
                <a:latin typeface="DejaVu Sans"/>
                <a:ea typeface="DejaVu Sans"/>
                <a:cs typeface="DejaVu Sans"/>
              </a:defRPr>
            </a:lvl7pPr>
            <a:lvl8pPr>
              <a:buNone/>
              <a:defRPr sz="1875" b="0">
                <a:solidFill>
                  <a:srgbClr val="C4B5FD"/>
                </a:solidFill>
                <a:latin typeface="DejaVu Sans"/>
                <a:ea typeface="DejaVu Sans"/>
                <a:cs typeface="DejaVu Sans"/>
              </a:defRPr>
            </a:lvl8pPr>
            <a:lvl9pPr>
              <a:buNone/>
              <a:defRPr sz="1875" b="0">
                <a:solidFill>
                  <a:srgbClr val="C4B5FD"/>
                </a:solidFill>
                <a:latin typeface="DejaVu Sans"/>
                <a:ea typeface="DejaVu Sans"/>
                <a:cs typeface="DejaVu Sans"/>
              </a:defRPr>
            </a:lvl9pPr>
          </a:lstStyle>
          <a:p xmlns:a="http://schemas.openxmlformats.org/drawingml/2006/main">
            <a:pPr>
              <a:buNone/>
              <a:defRPr sz="1875" b="0">
                <a:solidFill>
                  <a:srgbClr val="C4B5FD"/>
                </a:solidFill>
                <a:latin typeface="DejaVu Sans"/>
                <a:ea typeface="DejaVu Sans"/>
                <a:cs typeface="DejaVu Sans"/>
              </a:defRPr>
            </a:pPr>
            <a:r>
              <a:rPr sz="1875" b="0">
                <a:solidFill>
                  <a:srgbClr val="C4B5FD"/>
                </a:solidFill>
                <a:latin typeface="DejaVu Sans"/>
                <a:ea typeface="DejaVu Sans"/>
                <a:cs typeface="DejaVu Sans"/>
              </a:rPr>
              <a:t>n₂</a:t>
            </a:r>
          </a:p>
        </p:txBody>
      </p:sp>
      <p:sp>
        <p:nvSpPr>
          <p:cNvPr id="13" name="theta">
            <a:extLst xmlns:a="http://schemas.openxmlformats.org/drawingml/2006/main">
              <a:ext uri="{FF2B5EF4-FFF2-40B4-BE49-F238E27FC236}">
                <a16:creationId xmlns:a16="http://schemas.microsoft.com/office/drawing/2014/main" id="{14C7AEAF-96FD-4DED-96E4-02C0108FFD06}"/>
              </a:ext>
            </a:extLst>
          </p:cNvPr>
          <p:cNvSpPr>
            <a:spLocks xmlns:a="http://schemas.openxmlformats.org/drawingml/2006/main" noGrp="1"/>
          </p:cNvSpPr>
          <p:nvPr/>
        </p:nvSpPr>
        <p:spPr>
          <a:xfrm xmlns:a="http://schemas.openxmlformats.org/drawingml/2006/main">
            <a:off x="9953625" y="3238500"/>
            <a:ext cx="381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250" b="0">
                <a:solidFill>
                  <a:srgbClr val="F5F5F5"/>
                </a:solidFill>
                <a:latin typeface="DejaVu Sans"/>
                <a:ea typeface="DejaVu Sans"/>
                <a:cs typeface="DejaVu Sans"/>
              </a:defRPr>
            </a:defPPr>
            <a:lvl1pPr>
              <a:buNone/>
              <a:defRPr sz="2250" b="0">
                <a:solidFill>
                  <a:srgbClr val="F5F5F5"/>
                </a:solidFill>
                <a:latin typeface="DejaVu Sans"/>
                <a:ea typeface="DejaVu Sans"/>
                <a:cs typeface="DejaVu Sans"/>
              </a:defRPr>
            </a:lvl1pPr>
            <a:lvl2pPr>
              <a:buNone/>
              <a:defRPr sz="2250" b="0">
                <a:solidFill>
                  <a:srgbClr val="F5F5F5"/>
                </a:solidFill>
                <a:latin typeface="DejaVu Sans"/>
                <a:ea typeface="DejaVu Sans"/>
                <a:cs typeface="DejaVu Sans"/>
              </a:defRPr>
            </a:lvl2pPr>
            <a:lvl3pPr>
              <a:buNone/>
              <a:defRPr sz="2250" b="0">
                <a:solidFill>
                  <a:srgbClr val="F5F5F5"/>
                </a:solidFill>
                <a:latin typeface="DejaVu Sans"/>
                <a:ea typeface="DejaVu Sans"/>
                <a:cs typeface="DejaVu Sans"/>
              </a:defRPr>
            </a:lvl3pPr>
            <a:lvl4pPr>
              <a:buNone/>
              <a:defRPr sz="2250" b="0">
                <a:solidFill>
                  <a:srgbClr val="F5F5F5"/>
                </a:solidFill>
                <a:latin typeface="DejaVu Sans"/>
                <a:ea typeface="DejaVu Sans"/>
                <a:cs typeface="DejaVu Sans"/>
              </a:defRPr>
            </a:lvl4pPr>
            <a:lvl5pPr>
              <a:buNone/>
              <a:defRPr sz="2250" b="0">
                <a:solidFill>
                  <a:srgbClr val="F5F5F5"/>
                </a:solidFill>
                <a:latin typeface="DejaVu Sans"/>
                <a:ea typeface="DejaVu Sans"/>
                <a:cs typeface="DejaVu Sans"/>
              </a:defRPr>
            </a:lvl5pPr>
            <a:lvl6pPr>
              <a:buNone/>
              <a:defRPr sz="2250" b="0">
                <a:solidFill>
                  <a:srgbClr val="F5F5F5"/>
                </a:solidFill>
                <a:latin typeface="DejaVu Sans"/>
                <a:ea typeface="DejaVu Sans"/>
                <a:cs typeface="DejaVu Sans"/>
              </a:defRPr>
            </a:lvl6pPr>
            <a:lvl7pPr>
              <a:buNone/>
              <a:defRPr sz="2250" b="0">
                <a:solidFill>
                  <a:srgbClr val="F5F5F5"/>
                </a:solidFill>
                <a:latin typeface="DejaVu Sans"/>
                <a:ea typeface="DejaVu Sans"/>
                <a:cs typeface="DejaVu Sans"/>
              </a:defRPr>
            </a:lvl7pPr>
            <a:lvl8pPr>
              <a:buNone/>
              <a:defRPr sz="2250" b="0">
                <a:solidFill>
                  <a:srgbClr val="F5F5F5"/>
                </a:solidFill>
                <a:latin typeface="DejaVu Sans"/>
                <a:ea typeface="DejaVu Sans"/>
                <a:cs typeface="DejaVu Sans"/>
              </a:defRPr>
            </a:lvl8pPr>
            <a:lvl9pPr>
              <a:buNone/>
              <a:defRPr sz="2250" b="0">
                <a:solidFill>
                  <a:srgbClr val="F5F5F5"/>
                </a:solidFill>
                <a:latin typeface="DejaVu Sans"/>
                <a:ea typeface="DejaVu Sans"/>
                <a:cs typeface="DejaVu Sans"/>
              </a:defRPr>
            </a:lvl9pPr>
          </a:lstStyle>
          <a:p xmlns:a="http://schemas.openxmlformats.org/drawingml/2006/main">
            <a:pPr>
              <a:buNone/>
              <a:defRPr sz="2250" b="0">
                <a:solidFill>
                  <a:srgbClr val="F5F5F5"/>
                </a:solidFill>
                <a:latin typeface="DejaVu Sans"/>
                <a:ea typeface="DejaVu Sans"/>
                <a:cs typeface="DejaVu Sans"/>
              </a:defRPr>
            </a:pPr>
            <a:r>
              <a:rPr sz="2250" b="0">
                <a:solidFill>
                  <a:srgbClr val="F5F5F5"/>
                </a:solidFill>
                <a:latin typeface="DejaVu Sans"/>
                <a:ea typeface="DejaVu Sans"/>
                <a:cs typeface="DejaVu Sans"/>
              </a:rPr>
              <a:t>θ</a:t>
            </a:r>
          </a:p>
        </p:txBody>
      </p:sp>
      <p:sp>
        <p:nvSpPr>
          <p:cNvPr id="14" name="angle-caption">
            <a:extLst xmlns:a="http://schemas.openxmlformats.org/drawingml/2006/main">
              <a:ext uri="{FF2B5EF4-FFF2-40B4-BE49-F238E27FC236}">
                <a16:creationId xmlns:a16="http://schemas.microsoft.com/office/drawing/2014/main" id="{B6B29BCE-74BB-462E-B65D-4B81D8DC17EF}"/>
              </a:ext>
            </a:extLst>
          </p:cNvPr>
          <p:cNvSpPr>
            <a:spLocks xmlns:a="http://schemas.openxmlformats.org/drawingml/2006/main" noGrp="1"/>
          </p:cNvSpPr>
          <p:nvPr/>
        </p:nvSpPr>
        <p:spPr>
          <a:xfrm xmlns:a="http://schemas.openxmlformats.org/drawingml/2006/main">
            <a:off x="7572375" y="5572125"/>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575" b="0">
                <a:solidFill>
                  <a:srgbClr val="ADB5BF"/>
                </a:solidFill>
                <a:latin typeface="DejaVu Sans"/>
                <a:ea typeface="DejaVu Sans"/>
                <a:cs typeface="DejaVu Sans"/>
              </a:defRPr>
            </a:defPPr>
            <a:lvl1pPr>
              <a:buNone/>
              <a:defRPr sz="1575" b="0">
                <a:solidFill>
                  <a:srgbClr val="ADB5BF"/>
                </a:solidFill>
                <a:latin typeface="DejaVu Sans"/>
                <a:ea typeface="DejaVu Sans"/>
                <a:cs typeface="DejaVu Sans"/>
              </a:defRPr>
            </a:lvl1pPr>
            <a:lvl2pPr>
              <a:buNone/>
              <a:defRPr sz="1575" b="0">
                <a:solidFill>
                  <a:srgbClr val="ADB5BF"/>
                </a:solidFill>
                <a:latin typeface="DejaVu Sans"/>
                <a:ea typeface="DejaVu Sans"/>
                <a:cs typeface="DejaVu Sans"/>
              </a:defRPr>
            </a:lvl2pPr>
            <a:lvl3pPr>
              <a:buNone/>
              <a:defRPr sz="1575" b="0">
                <a:solidFill>
                  <a:srgbClr val="ADB5BF"/>
                </a:solidFill>
                <a:latin typeface="DejaVu Sans"/>
                <a:ea typeface="DejaVu Sans"/>
                <a:cs typeface="DejaVu Sans"/>
              </a:defRPr>
            </a:lvl3pPr>
            <a:lvl4pPr>
              <a:buNone/>
              <a:defRPr sz="1575" b="0">
                <a:solidFill>
                  <a:srgbClr val="ADB5BF"/>
                </a:solidFill>
                <a:latin typeface="DejaVu Sans"/>
                <a:ea typeface="DejaVu Sans"/>
                <a:cs typeface="DejaVu Sans"/>
              </a:defRPr>
            </a:lvl4pPr>
            <a:lvl5pPr>
              <a:buNone/>
              <a:defRPr sz="1575" b="0">
                <a:solidFill>
                  <a:srgbClr val="ADB5BF"/>
                </a:solidFill>
                <a:latin typeface="DejaVu Sans"/>
                <a:ea typeface="DejaVu Sans"/>
                <a:cs typeface="DejaVu Sans"/>
              </a:defRPr>
            </a:lvl5pPr>
            <a:lvl6pPr>
              <a:buNone/>
              <a:defRPr sz="1575" b="0">
                <a:solidFill>
                  <a:srgbClr val="ADB5BF"/>
                </a:solidFill>
                <a:latin typeface="DejaVu Sans"/>
                <a:ea typeface="DejaVu Sans"/>
                <a:cs typeface="DejaVu Sans"/>
              </a:defRPr>
            </a:lvl6pPr>
            <a:lvl7pPr>
              <a:buNone/>
              <a:defRPr sz="1575" b="0">
                <a:solidFill>
                  <a:srgbClr val="ADB5BF"/>
                </a:solidFill>
                <a:latin typeface="DejaVu Sans"/>
                <a:ea typeface="DejaVu Sans"/>
                <a:cs typeface="DejaVu Sans"/>
              </a:defRPr>
            </a:lvl7pPr>
            <a:lvl8pPr>
              <a:buNone/>
              <a:defRPr sz="1575" b="0">
                <a:solidFill>
                  <a:srgbClr val="ADB5BF"/>
                </a:solidFill>
                <a:latin typeface="DejaVu Sans"/>
                <a:ea typeface="DejaVu Sans"/>
                <a:cs typeface="DejaVu Sans"/>
              </a:defRPr>
            </a:lvl8pPr>
            <a:lvl9pPr>
              <a:buNone/>
              <a:defRPr sz="1575" b="0">
                <a:solidFill>
                  <a:srgbClr val="ADB5BF"/>
                </a:solidFill>
                <a:latin typeface="DejaVu Sans"/>
                <a:ea typeface="DejaVu Sans"/>
                <a:cs typeface="DejaVu Sans"/>
              </a:defRPr>
            </a:lvl9pPr>
          </a:lstStyle>
          <a:p xmlns:a="http://schemas.openxmlformats.org/drawingml/2006/main">
            <a:pPr>
              <a:buNone/>
              <a:defRPr sz="1575" b="0">
                <a:solidFill>
                  <a:srgbClr val="ADB5BF"/>
                </a:solidFill>
                <a:latin typeface="DejaVu Sans"/>
                <a:ea typeface="DejaVu Sans"/>
                <a:cs typeface="DejaVu Sans"/>
              </a:defRPr>
            </a:pPr>
            <a:r>
              <a:rPr sz="1575" b="0">
                <a:solidFill>
                  <a:srgbClr val="ADB5BF"/>
                </a:solidFill>
                <a:latin typeface="DejaVu Sans"/>
                <a:ea typeface="DejaVu Sans"/>
                <a:cs typeface="DejaVu Sans"/>
              </a:rPr>
              <a:t>Angle shown between normals</a:t>
            </a:r>
          </a:p>
        </p:txBody>
      </p:sp>
      <p:sp>
        <p:nvSpPr>
          <p:cNvPr id="15" name="page-number">
            <a:extLst xmlns:a="http://schemas.openxmlformats.org/drawingml/2006/main">
              <a:ext uri="{FF2B5EF4-FFF2-40B4-BE49-F238E27FC236}">
                <a16:creationId xmlns:a16="http://schemas.microsoft.com/office/drawing/2014/main" id="{50CA59FD-0620-4891-9999-0FC75DE97F43}"/>
              </a:ext>
            </a:extLst>
          </p:cNvPr>
          <p:cNvSpPr>
            <a:spLocks xmlns:a="http://schemas.openxmlformats.org/drawingml/2006/main" noGrp="1"/>
          </p:cNvSpPr>
          <p:nvPr/>
        </p:nvSpPr>
        <p:spPr>
          <a:xfrm xmlns:a="http://schemas.openxmlformats.org/drawingml/2006/main">
            <a:off x="11125200" y="641032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25</a:t>
            </a:r>
          </a:p>
        </p:txBody>
      </p:sp>
    </p:spTree>
    <p:extLst>
      <p:ext uri="{BB962C8B-B14F-4D97-AF65-F5344CB8AC3E}">
        <p14:creationId xmlns:p14="http://schemas.microsoft.com/office/powerpoint/2010/main" val="61563666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400" fill="hold"/>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5"/>
                                        </p:tgtEl>
                                        <p:attrNameLst>
                                          <p:attrName>style.visibility</p:attrName>
                                        </p:attrNameLst>
                                      </p:cBhvr>
                                      <p:to>
                                        <p:strVal val="visible"/>
                                      </p:to>
                                    </p:set>
                                    <p:animEffect transition="in" filter="fade">
                                      <p:cBhvr>
                                        <p:cTn id="12" dur="400" fill="hold"/>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627F0B8-A7D9-4433-A7D4-3E1AAFE36800}"/>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5  The smaller angle</a:t>
            </a:r>
          </a:p>
        </p:txBody>
      </p:sp>
      <p:sp>
        <p:nvSpPr>
          <p:cNvPr id="2" name="page-number">
            <a:extLst xmlns:a="http://schemas.openxmlformats.org/drawingml/2006/main">
              <a:ext uri="{FF2B5EF4-FFF2-40B4-BE49-F238E27FC236}">
                <a16:creationId xmlns:a16="http://schemas.microsoft.com/office/drawing/2014/main" id="{7351FF33-06B2-479A-A6E1-B06BF19A0D8A}"/>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26</a:t>
            </a:r>
          </a:p>
        </p:txBody>
      </p:sp>
      <p:sp>
        <p:nvSpPr>
          <p:cNvPr id="3" name="lead">
            <a:extLst xmlns:a="http://schemas.openxmlformats.org/drawingml/2006/main">
              <a:ext uri="{FF2B5EF4-FFF2-40B4-BE49-F238E27FC236}">
                <a16:creationId xmlns:a16="http://schemas.microsoft.com/office/drawing/2014/main" id="{8E300496-9691-4D6D-A7C9-C639CB563BC7}"/>
              </a:ext>
            </a:extLst>
          </p:cNvPr>
          <p:cNvSpPr>
            <a:spLocks xmlns:a="http://schemas.openxmlformats.org/drawingml/2006/main" noGrp="1"/>
          </p:cNvSpPr>
          <p:nvPr/>
        </p:nvSpPr>
        <p:spPr>
          <a:xfrm xmlns:a="http://schemas.openxmlformats.org/drawingml/2006/main">
            <a:off x="685800" y="1552575"/>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Find the smaller angle between the planes. Keep an exact ratio first.</a:t>
            </a:r>
          </a:p>
        </p:txBody>
      </p:sp>
      <p:pic>
        <p:nvPicPr>
          <p:cNvPr id="4" name="equation-0" descr="LaTeX: \Pi_1:x+y+z=2,\qquad\Pi_2:x+z=1">
            <a:extLst xmlns:a="http://schemas.openxmlformats.org/drawingml/2006/main">
              <a:ext uri="{FF2B5EF4-FFF2-40B4-BE49-F238E27FC236}">
                <a16:creationId xmlns:a16="http://schemas.microsoft.com/office/drawing/2014/main" id="{17C03A8D-72E0-4AB2-8E44-4E03ED4EAD65}"/>
              </a:ext>
            </a:extLst>
          </p:cNvPr>
          <p:cNvPicPr>
            <a:picLocks xmlns:a="http://schemas.openxmlformats.org/drawingml/2006/main" noChangeAspect="1"/>
          </p:cNvPicPr>
          <p:nvPr/>
        </p:nvPicPr>
        <p:blipFill>
          <a:blip xmlns:r="http://schemas.openxmlformats.org/officeDocument/2006/relationships" xmlns:a="http://schemas.openxmlformats.org/drawingml/2006/main" r:embed="R04687167b2814467">
            <a:extLst>
              <a:ext uri="{96DAC541-7B7A-43D3-8B79-37D633B846F1}">
                <asvg:svgBlip xmlns:asvg="http://schemas.microsoft.com/office/drawing/2016/SVG/main" r:embed="Rf0b6c1e44ca046fc"/>
              </a:ext>
            </a:extLst>
          </a:blip>
          <a:stretch xmlns:a="http://schemas.openxmlformats.org/drawingml/2006/main"/>
        </p:blipFill>
        <p:spPr>
          <a:xfrm xmlns:a="http://schemas.openxmlformats.org/drawingml/2006/main">
            <a:off x="685800" y="3877051"/>
            <a:ext cx="6112308" cy="389774"/>
          </a:xfrm>
          <a:prstGeom xmlns:a="http://schemas.openxmlformats.org/drawingml/2006/main" prst="rect">
            <a:avLst/>
          </a:prstGeom>
        </p:spPr>
      </p:pic>
      <p:sp>
        <p:nvSpPr>
          <p:cNvPr id="5" name="practice-pause">
            <a:extLst xmlns:a="http://schemas.openxmlformats.org/drawingml/2006/main">
              <a:ext uri="{FF2B5EF4-FFF2-40B4-BE49-F238E27FC236}">
                <a16:creationId xmlns:a16="http://schemas.microsoft.com/office/drawing/2014/main" id="{55D524B8-E195-4E36-AADC-97780BA81346}"/>
              </a:ext>
            </a:extLst>
          </p:cNvPr>
          <p:cNvSpPr>
            <a:spLocks xmlns:a="http://schemas.openxmlformats.org/drawingml/2006/main" noGrp="1"/>
          </p:cNvSpPr>
          <p:nvPr/>
        </p:nvSpPr>
        <p:spPr>
          <a:xfrm xmlns:a="http://schemas.openxmlformats.org/drawingml/2006/main">
            <a:off x="685800" y="5857875"/>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defRPr sz="1875" b="0">
                <a:solidFill>
                  <a:srgbClr val="7DD3FC"/>
                </a:solidFill>
                <a:latin typeface="DejaVu Sans"/>
                <a:ea typeface="DejaVu Sans"/>
                <a:cs typeface="DejaVu Sans"/>
              </a:defRPr>
            </a:lvl1pPr>
            <a:lvl2pPr>
              <a:defRPr sz="1875" b="0">
                <a:solidFill>
                  <a:srgbClr val="7DD3FC"/>
                </a:solidFill>
                <a:latin typeface="DejaVu Sans"/>
                <a:ea typeface="DejaVu Sans"/>
                <a:cs typeface="DejaVu Sans"/>
              </a:defRPr>
            </a:lvl2pPr>
            <a:lvl3pPr>
              <a:defRPr sz="1875" b="0">
                <a:solidFill>
                  <a:srgbClr val="7DD3FC"/>
                </a:solidFill>
                <a:latin typeface="DejaVu Sans"/>
                <a:ea typeface="DejaVu Sans"/>
                <a:cs typeface="DejaVu Sans"/>
              </a:defRPr>
            </a:lvl3pPr>
            <a:lvl4pPr>
              <a:defRPr sz="1875" b="0">
                <a:solidFill>
                  <a:srgbClr val="7DD3FC"/>
                </a:solidFill>
                <a:latin typeface="DejaVu Sans"/>
                <a:ea typeface="DejaVu Sans"/>
                <a:cs typeface="DejaVu Sans"/>
              </a:defRPr>
            </a:lvl4pPr>
            <a:lvl5pPr>
              <a:defRPr sz="1875" b="0">
                <a:solidFill>
                  <a:srgbClr val="7DD3FC"/>
                </a:solidFill>
                <a:latin typeface="DejaVu Sans"/>
                <a:ea typeface="DejaVu Sans"/>
                <a:cs typeface="DejaVu Sans"/>
              </a:defRPr>
            </a:lvl5pPr>
            <a:lvl6pPr>
              <a:defRPr sz="1875" b="0">
                <a:solidFill>
                  <a:srgbClr val="7DD3FC"/>
                </a:solidFill>
                <a:latin typeface="DejaVu Sans"/>
                <a:ea typeface="DejaVu Sans"/>
                <a:cs typeface="DejaVu Sans"/>
              </a:defRPr>
            </a:lvl6pPr>
            <a:lvl7pPr>
              <a:defRPr sz="1875" b="0">
                <a:solidFill>
                  <a:srgbClr val="7DD3FC"/>
                </a:solidFill>
                <a:latin typeface="DejaVu Sans"/>
                <a:ea typeface="DejaVu Sans"/>
                <a:cs typeface="DejaVu Sans"/>
              </a:defRPr>
            </a:lvl7pPr>
            <a:lvl8pPr>
              <a:defRPr sz="1875" b="0">
                <a:solidFill>
                  <a:srgbClr val="7DD3FC"/>
                </a:solidFill>
                <a:latin typeface="DejaVu Sans"/>
                <a:ea typeface="DejaVu Sans"/>
                <a:cs typeface="DejaVu Sans"/>
              </a:defRPr>
            </a:lvl8pPr>
            <a:lvl9pPr>
              <a:defRPr sz="1875" b="0">
                <a:solidFill>
                  <a:srgbClr val="7DD3FC"/>
                </a:solidFill>
                <a:latin typeface="DejaVu Sans"/>
                <a:ea typeface="DejaVu Sans"/>
                <a:cs typeface="DejaVu Sans"/>
              </a:defRPr>
            </a:lvl9pPr>
          </a:lstStyle>
          <a:p xmlns:a="http://schemas.openxmlformats.org/drawingml/2006/main">
            <a:pPr>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Pause the video and try the question</a:t>
            </a:r>
          </a:p>
        </p:txBody>
      </p:sp>
    </p:spTree>
    <p:extLst>
      <p:ext uri="{BB962C8B-B14F-4D97-AF65-F5344CB8AC3E}">
        <p14:creationId xmlns:p14="http://schemas.microsoft.com/office/powerpoint/2010/main" val="1688553377"/>
      </p:ext>
    </p:extLst>
  </p:cSld>
  <p:transition spd="med" advClick="1">
    <p:fade/>
  </p:transition>
</p:sld>
</file>

<file path=ppt/slides/slide27.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600A6AB3-5D58-47C2-8CD7-E072793BE61D}"/>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5  Solution</a:t>
            </a:r>
          </a:p>
        </p:txBody>
      </p:sp>
      <p:sp>
        <p:nvSpPr>
          <p:cNvPr id="2" name="page-number">
            <a:extLst xmlns:a="http://schemas.openxmlformats.org/drawingml/2006/main">
              <a:ext uri="{FF2B5EF4-FFF2-40B4-BE49-F238E27FC236}">
                <a16:creationId xmlns:a16="http://schemas.microsoft.com/office/drawing/2014/main" id="{BB7C544A-B081-4173-8425-E5DE1DA6DA06}"/>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27</a:t>
            </a:r>
          </a:p>
        </p:txBody>
      </p:sp>
      <p:sp>
        <p:nvSpPr>
          <p:cNvPr id="3" name="lead">
            <a:extLst xmlns:a="http://schemas.openxmlformats.org/drawingml/2006/main">
              <a:ext uri="{FF2B5EF4-FFF2-40B4-BE49-F238E27FC236}">
                <a16:creationId xmlns:a16="http://schemas.microsoft.com/office/drawing/2014/main" id="{FDE4AFAA-B862-4891-8C8F-6423855350E0}"/>
              </a:ext>
            </a:extLst>
          </p:cNvPr>
          <p:cNvSpPr>
            <a:spLocks xmlns:a="http://schemas.openxmlformats.org/drawingml/2006/main" noGrp="1"/>
          </p:cNvSpPr>
          <p:nvPr/>
        </p:nvSpPr>
        <p:spPr>
          <a:xfrm xmlns:a="http://schemas.openxmlformats.org/drawingml/2006/main">
            <a:off x="685800" y="1552575"/>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Use the smaller angle between the normals.</a:t>
            </a:r>
          </a:p>
        </p:txBody>
      </p:sp>
      <p:pic>
        <p:nvPicPr>
          <p:cNvPr id="4" name="equation-0" descr="LaTeX: \vec n_1=[1,1,1],\quad\vec n_2=[1,0,1]">
            <a:extLst xmlns:a="http://schemas.openxmlformats.org/drawingml/2006/main">
              <a:ext uri="{FF2B5EF4-FFF2-40B4-BE49-F238E27FC236}">
                <a16:creationId xmlns:a16="http://schemas.microsoft.com/office/drawing/2014/main" id="{D49FD329-9052-4F02-BE87-3D2F7F202A56}"/>
              </a:ext>
            </a:extLst>
          </p:cNvPr>
          <p:cNvPicPr>
            <a:picLocks xmlns:a="http://schemas.openxmlformats.org/drawingml/2006/main" noChangeAspect="1"/>
          </p:cNvPicPr>
          <p:nvPr/>
        </p:nvPicPr>
        <p:blipFill>
          <a:blip xmlns:r="http://schemas.openxmlformats.org/officeDocument/2006/relationships" xmlns:a="http://schemas.openxmlformats.org/drawingml/2006/main" r:embed="Rc3adaf2e8b3f4322">
            <a:extLst>
              <a:ext uri="{96DAC541-7B7A-43D3-8B79-37D633B846F1}">
                <asvg:svgBlip xmlns:asvg="http://schemas.microsoft.com/office/drawing/2016/SVG/main" r:embed="R29266d78cf624c05"/>
              </a:ext>
            </a:extLst>
          </a:blip>
          <a:stretch xmlns:a="http://schemas.openxmlformats.org/drawingml/2006/main"/>
        </p:blipFill>
        <p:spPr>
          <a:xfrm xmlns:a="http://schemas.openxmlformats.org/drawingml/2006/main">
            <a:off x="685800" y="2333625"/>
            <a:ext cx="4029188" cy="396196"/>
          </a:xfrm>
          <a:prstGeom xmlns:a="http://schemas.openxmlformats.org/drawingml/2006/main" prst="rect">
            <a:avLst/>
          </a:prstGeom>
        </p:spPr>
      </p:pic>
      <p:pic>
        <p:nvPicPr>
          <p:cNvPr id="5" name="equation-1" descr="LaTeX: \vec n_1\cdot\vec n_2=2,\quad\|\vec n_1\|=\sqrt3,\quad\|\vec n_2\|=\sqrt2">
            <a:extLst xmlns:a="http://schemas.openxmlformats.org/drawingml/2006/main">
              <a:ext uri="{FF2B5EF4-FFF2-40B4-BE49-F238E27FC236}">
                <a16:creationId xmlns:a16="http://schemas.microsoft.com/office/drawing/2014/main" id="{CEFE6CC9-37F1-4D11-AB36-663FBA8E6064}"/>
              </a:ext>
            </a:extLst>
          </p:cNvPr>
          <p:cNvPicPr>
            <a:picLocks xmlns:a="http://schemas.openxmlformats.org/drawingml/2006/main" noChangeAspect="1"/>
          </p:cNvPicPr>
          <p:nvPr/>
        </p:nvPicPr>
        <p:blipFill>
          <a:blip xmlns:r="http://schemas.openxmlformats.org/officeDocument/2006/relationships" xmlns:a="http://schemas.openxmlformats.org/drawingml/2006/main" r:embed="Rf490f2436ea7461d">
            <a:extLst>
              <a:ext uri="{96DAC541-7B7A-43D3-8B79-37D633B846F1}">
                <asvg:svgBlip xmlns:asvg="http://schemas.microsoft.com/office/drawing/2016/SVG/main" r:embed="R061d43976eef478d"/>
              </a:ext>
            </a:extLst>
          </a:blip>
          <a:stretch xmlns:a="http://schemas.openxmlformats.org/drawingml/2006/main"/>
        </p:blipFill>
        <p:spPr>
          <a:xfrm xmlns:a="http://schemas.openxmlformats.org/drawingml/2006/main">
            <a:off x="685800" y="2996521"/>
            <a:ext cx="5706730" cy="470112"/>
          </a:xfrm>
          <a:prstGeom xmlns:a="http://schemas.openxmlformats.org/drawingml/2006/main" prst="rect">
            <a:avLst/>
          </a:prstGeom>
        </p:spPr>
      </p:pic>
      <p:pic>
        <p:nvPicPr>
          <p:cNvPr id="6" name="equation-2" descr="LaTeX: \cos\theta=\frac{|2|}{\sqrt3\sqrt2}=\frac2{\sqrt6}">
            <a:extLst xmlns:a="http://schemas.openxmlformats.org/drawingml/2006/main">
              <a:ext uri="{FF2B5EF4-FFF2-40B4-BE49-F238E27FC236}">
                <a16:creationId xmlns:a16="http://schemas.microsoft.com/office/drawing/2014/main" id="{237AA2A5-5135-43B7-B2C1-D1ABF31A3B3A}"/>
              </a:ext>
            </a:extLst>
          </p:cNvPr>
          <p:cNvPicPr>
            <a:picLocks xmlns:a="http://schemas.openxmlformats.org/drawingml/2006/main" noChangeAspect="1"/>
          </p:cNvPicPr>
          <p:nvPr/>
        </p:nvPicPr>
        <p:blipFill>
          <a:blip xmlns:r="http://schemas.openxmlformats.org/officeDocument/2006/relationships" xmlns:a="http://schemas.openxmlformats.org/drawingml/2006/main" r:embed="Rb3a38c7d49934041">
            <a:extLst>
              <a:ext uri="{96DAC541-7B7A-43D3-8B79-37D633B846F1}">
                <asvg:svgBlip xmlns:asvg="http://schemas.microsoft.com/office/drawing/2016/SVG/main" r:embed="R87c610b393074413"/>
              </a:ext>
            </a:extLst>
          </a:blip>
          <a:stretch xmlns:a="http://schemas.openxmlformats.org/drawingml/2006/main"/>
        </p:blipFill>
        <p:spPr>
          <a:xfrm xmlns:a="http://schemas.openxmlformats.org/drawingml/2006/main">
            <a:off x="685800" y="3733333"/>
            <a:ext cx="3050534" cy="879394"/>
          </a:xfrm>
          <a:prstGeom xmlns:a="http://schemas.openxmlformats.org/drawingml/2006/main" prst="rect">
            <a:avLst/>
          </a:prstGeom>
        </p:spPr>
      </p:pic>
      <p:pic>
        <p:nvPicPr>
          <p:cNvPr id="7" name="equation-3" descr="LaTeX: \theta=\cos^{-1}\!\left(\frac2{\sqrt6}\right)\approx35.3^\circ">
            <a:extLst xmlns:a="http://schemas.openxmlformats.org/drawingml/2006/main">
              <a:ext uri="{FF2B5EF4-FFF2-40B4-BE49-F238E27FC236}">
                <a16:creationId xmlns:a16="http://schemas.microsoft.com/office/drawing/2014/main" id="{2E4127DD-00F4-448B-A682-E6CB93AE25C2}"/>
              </a:ext>
            </a:extLst>
          </p:cNvPr>
          <p:cNvPicPr>
            <a:picLocks xmlns:a="http://schemas.openxmlformats.org/drawingml/2006/main" noChangeAspect="1"/>
          </p:cNvPicPr>
          <p:nvPr/>
        </p:nvPicPr>
        <p:blipFill>
          <a:blip xmlns:r="http://schemas.openxmlformats.org/officeDocument/2006/relationships" xmlns:a="http://schemas.openxmlformats.org/drawingml/2006/main" r:embed="R55d44bce8a0d41f0">
            <a:extLst>
              <a:ext uri="{96DAC541-7B7A-43D3-8B79-37D633B846F1}">
                <asvg:svgBlip xmlns:asvg="http://schemas.microsoft.com/office/drawing/2016/SVG/main" r:embed="R857c686ca8f643f5"/>
              </a:ext>
            </a:extLst>
          </a:blip>
          <a:stretch xmlns:a="http://schemas.openxmlformats.org/drawingml/2006/main"/>
        </p:blipFill>
        <p:spPr>
          <a:xfrm xmlns:a="http://schemas.openxmlformats.org/drawingml/2006/main">
            <a:off x="685800" y="4879426"/>
            <a:ext cx="3632492" cy="930824"/>
          </a:xfrm>
          <a:prstGeom xmlns:a="http://schemas.openxmlformats.org/drawingml/2006/main" prst="rect">
            <a:avLst/>
          </a:prstGeom>
        </p:spPr>
      </p:pic>
    </p:spTree>
    <p:extLst>
      <p:ext uri="{BB962C8B-B14F-4D97-AF65-F5344CB8AC3E}">
        <p14:creationId xmlns:p14="http://schemas.microsoft.com/office/powerpoint/2010/main" val="22279029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24" name="title">
            <a:extLst xmlns:a="http://schemas.openxmlformats.org/drawingml/2006/main">
              <a:ext uri="{FF2B5EF4-FFF2-40B4-BE49-F238E27FC236}">
                <a16:creationId xmlns:a16="http://schemas.microsoft.com/office/drawing/2014/main" id="{329A9E74-B111-46B0-8653-A41BF1B7A731}"/>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Plotting a point in three dimensions</a:t>
            </a:r>
          </a:p>
        </p:txBody>
      </p:sp>
      <p:sp>
        <p:nvSpPr>
          <p:cNvPr id="2" name="page-number">
            <a:extLst xmlns:a="http://schemas.openxmlformats.org/drawingml/2006/main">
              <a:ext uri="{FF2B5EF4-FFF2-40B4-BE49-F238E27FC236}">
                <a16:creationId xmlns:a16="http://schemas.microsoft.com/office/drawing/2014/main" id="{88F93E8D-A459-4D62-A83A-478735E3D924}"/>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28</a:t>
            </a:r>
          </a:p>
        </p:txBody>
      </p:sp>
      <p:sp>
        <p:nvSpPr>
          <p:cNvPr id="3" name="lead">
            <a:extLst xmlns:a="http://schemas.openxmlformats.org/drawingml/2006/main">
              <a:ext uri="{FF2B5EF4-FFF2-40B4-BE49-F238E27FC236}">
                <a16:creationId xmlns:a16="http://schemas.microsoft.com/office/drawing/2014/main" id="{4DF112C2-0516-47F3-9820-02C598B2912D}"/>
              </a:ext>
            </a:extLst>
          </p:cNvPr>
          <p:cNvSpPr>
            <a:spLocks xmlns:a="http://schemas.openxmlformats.org/drawingml/2006/main" noGrp="1"/>
          </p:cNvSpPr>
          <p:nvPr/>
        </p:nvSpPr>
        <p:spPr>
          <a:xfrm xmlns:a="http://schemas.openxmlformats.org/drawingml/2006/main">
            <a:off x="685800" y="1552575"/>
            <a:ext cx="5715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Follow the coordinate order x, then y, then z.</a:t>
            </a:r>
          </a:p>
        </p:txBody>
      </p:sp>
      <p:pic>
        <p:nvPicPr>
          <p:cNvPr id="4" name="equation-0" descr="LaTeX: P(2,-1,3)">
            <a:extLst xmlns:a="http://schemas.openxmlformats.org/drawingml/2006/main">
              <a:ext uri="{FF2B5EF4-FFF2-40B4-BE49-F238E27FC236}">
                <a16:creationId xmlns:a16="http://schemas.microsoft.com/office/drawing/2014/main" id="{A2EEE835-F9D1-4B95-896D-6883DE6136A6}"/>
              </a:ext>
            </a:extLst>
          </p:cNvPr>
          <p:cNvPicPr>
            <a:picLocks xmlns:a="http://schemas.openxmlformats.org/drawingml/2006/main" noChangeAspect="1"/>
          </p:cNvPicPr>
          <p:nvPr/>
        </p:nvPicPr>
        <p:blipFill>
          <a:blip xmlns:r="http://schemas.openxmlformats.org/officeDocument/2006/relationships" xmlns:a="http://schemas.openxmlformats.org/drawingml/2006/main" r:embed="R524d627bec694835">
            <a:extLst>
              <a:ext uri="{96DAC541-7B7A-43D3-8B79-37D633B846F1}">
                <asvg:svgBlip xmlns:asvg="http://schemas.microsoft.com/office/drawing/2016/SVG/main" r:embed="R51bbe0666e764df6"/>
              </a:ext>
            </a:extLst>
          </a:blip>
          <a:stretch xmlns:a="http://schemas.openxmlformats.org/drawingml/2006/main"/>
        </p:blipFill>
        <p:spPr>
          <a:xfrm xmlns:a="http://schemas.openxmlformats.org/drawingml/2006/main">
            <a:off x="685800" y="2571750"/>
            <a:ext cx="1554560" cy="375915"/>
          </a:xfrm>
          <a:prstGeom xmlns:a="http://schemas.openxmlformats.org/drawingml/2006/main" prst="rect">
            <a:avLst/>
          </a:prstGeom>
        </p:spPr>
      </p:pic>
      <p:pic>
        <p:nvPicPr>
          <p:cNvPr id="5" name="equation-1" descr="LaTeX: O(0,0,0)\longrightarrow(2,0,0)">
            <a:extLst xmlns:a="http://schemas.openxmlformats.org/drawingml/2006/main">
              <a:ext uri="{FF2B5EF4-FFF2-40B4-BE49-F238E27FC236}">
                <a16:creationId xmlns:a16="http://schemas.microsoft.com/office/drawing/2014/main" id="{53DFD0DC-D051-499D-80EB-BD8B83C939A5}"/>
              </a:ext>
            </a:extLst>
          </p:cNvPr>
          <p:cNvPicPr>
            <a:picLocks xmlns:a="http://schemas.openxmlformats.org/drawingml/2006/main" noChangeAspect="1"/>
          </p:cNvPicPr>
          <p:nvPr/>
        </p:nvPicPr>
        <p:blipFill>
          <a:blip xmlns:r="http://schemas.openxmlformats.org/officeDocument/2006/relationships" xmlns:a="http://schemas.openxmlformats.org/drawingml/2006/main" r:embed="R57ed3cbdb3c846b2">
            <a:extLst>
              <a:ext uri="{96DAC541-7B7A-43D3-8B79-37D633B846F1}">
                <asvg:svgBlip xmlns:asvg="http://schemas.microsoft.com/office/drawing/2016/SVG/main" r:embed="R46b063c9433b4eb0"/>
              </a:ext>
            </a:extLst>
          </a:blip>
          <a:stretch xmlns:a="http://schemas.openxmlformats.org/drawingml/2006/main"/>
        </p:blipFill>
        <p:spPr>
          <a:xfrm xmlns:a="http://schemas.openxmlformats.org/drawingml/2006/main">
            <a:off x="685800" y="3233415"/>
            <a:ext cx="3019008" cy="375915"/>
          </a:xfrm>
          <a:prstGeom xmlns:a="http://schemas.openxmlformats.org/drawingml/2006/main" prst="rect">
            <a:avLst/>
          </a:prstGeom>
        </p:spPr>
      </p:pic>
      <p:pic>
        <p:nvPicPr>
          <p:cNvPr id="6" name="equation-2" descr="LaTeX: (2,0,0)\longrightarrow(2,-1,0)">
            <a:extLst xmlns:a="http://schemas.openxmlformats.org/drawingml/2006/main">
              <a:ext uri="{FF2B5EF4-FFF2-40B4-BE49-F238E27FC236}">
                <a16:creationId xmlns:a16="http://schemas.microsoft.com/office/drawing/2014/main" id="{F7B55D00-9426-48E7-B66C-828922191C03}"/>
              </a:ext>
            </a:extLst>
          </p:cNvPr>
          <p:cNvPicPr>
            <a:picLocks xmlns:a="http://schemas.openxmlformats.org/drawingml/2006/main" noChangeAspect="1"/>
          </p:cNvPicPr>
          <p:nvPr/>
        </p:nvPicPr>
        <p:blipFill>
          <a:blip xmlns:r="http://schemas.openxmlformats.org/officeDocument/2006/relationships" xmlns:a="http://schemas.openxmlformats.org/drawingml/2006/main" r:embed="Rda484d9bbda54a14">
            <a:extLst>
              <a:ext uri="{96DAC541-7B7A-43D3-8B79-37D633B846F1}">
                <asvg:svgBlip xmlns:asvg="http://schemas.microsoft.com/office/drawing/2016/SVG/main" r:embed="Rc51f9e15d6e54417"/>
              </a:ext>
            </a:extLst>
          </a:blip>
          <a:stretch xmlns:a="http://schemas.openxmlformats.org/drawingml/2006/main"/>
        </p:blipFill>
        <p:spPr>
          <a:xfrm xmlns:a="http://schemas.openxmlformats.org/drawingml/2006/main">
            <a:off x="685800" y="3895081"/>
            <a:ext cx="3019781" cy="375915"/>
          </a:xfrm>
          <a:prstGeom xmlns:a="http://schemas.openxmlformats.org/drawingml/2006/main" prst="rect">
            <a:avLst/>
          </a:prstGeom>
        </p:spPr>
      </p:pic>
      <p:pic>
        <p:nvPicPr>
          <p:cNvPr id="7" name="equation-3" descr="LaTeX: (2,-1,0)\longrightarrow P(2,-1,3)">
            <a:extLst xmlns:a="http://schemas.openxmlformats.org/drawingml/2006/main">
              <a:ext uri="{FF2B5EF4-FFF2-40B4-BE49-F238E27FC236}">
                <a16:creationId xmlns:a16="http://schemas.microsoft.com/office/drawing/2014/main" id="{081934BE-D1AD-4E9D-AFB7-8AC167EA3E4F}"/>
              </a:ext>
            </a:extLst>
          </p:cNvPr>
          <p:cNvPicPr>
            <a:picLocks xmlns:a="http://schemas.openxmlformats.org/drawingml/2006/main" noChangeAspect="1"/>
          </p:cNvPicPr>
          <p:nvPr/>
        </p:nvPicPr>
        <p:blipFill>
          <a:blip xmlns:r="http://schemas.openxmlformats.org/officeDocument/2006/relationships" xmlns:a="http://schemas.openxmlformats.org/drawingml/2006/main" r:embed="R1dc9c347196c4c74">
            <a:extLst>
              <a:ext uri="{96DAC541-7B7A-43D3-8B79-37D633B846F1}">
                <asvg:svgBlip xmlns:asvg="http://schemas.microsoft.com/office/drawing/2016/SVG/main" r:embed="R5561735c194c45bb"/>
              </a:ext>
            </a:extLst>
          </a:blip>
          <a:stretch xmlns:a="http://schemas.openxmlformats.org/drawingml/2006/main"/>
        </p:blipFill>
        <p:spPr>
          <a:xfrm xmlns:a="http://schemas.openxmlformats.org/drawingml/2006/main">
            <a:off x="685800" y="4556746"/>
            <a:ext cx="3538849" cy="375915"/>
          </a:xfrm>
          <a:prstGeom xmlns:a="http://schemas.openxmlformats.org/drawingml/2006/main" prst="rect">
            <a:avLst/>
          </a:prstGeom>
        </p:spPr>
      </p:pic>
      <p:cxnSp>
        <p:nvCxnSpPr>
          <p:cNvPr id="8" name="axis-x">
            <a:extLst xmlns:a="http://schemas.openxmlformats.org/drawingml/2006/main">
              <a:ext uri="{FF2B5EF4-FFF2-40B4-BE49-F238E27FC236}">
                <a16:creationId xmlns:a16="http://schemas.microsoft.com/office/drawing/2014/main" id="{21E25E1E-1583-4B3A-B837-4B785BB0175A}"/>
              </a:ext>
            </a:extLst>
          </p:cNvPr>
          <p:cNvCxnSpPr/>
          <p:nvPr/>
        </p:nvCxnSpPr>
        <p:spPr>
          <a:xfrm xmlns:a="http://schemas.openxmlformats.org/drawingml/2006/main" rot="8972067">
            <a:off x="7978726" y="4810125"/>
            <a:ext cx="2254348" cy="0"/>
          </a:xfrm>
          <a:prstGeom xmlns:a="http://schemas.openxmlformats.org/drawingml/2006/main" prst="straightConnector1">
            <a:avLst/>
          </a:prstGeom>
          <a:ln xmlns:a="http://schemas.openxmlformats.org/drawingml/2006/main" w="14288">
            <a:solidFill>
              <a:srgbClr val="50565E"/>
            </a:solidFill>
            <a:prstDash val="solid"/>
            <a:tailEnd type="triangle" w="med" len="med"/>
          </a:ln>
        </p:spPr>
      </p:cxnSp>
      <p:cxnSp>
        <p:nvCxnSpPr>
          <p:cNvPr id="9" name="axis-y">
            <a:extLst xmlns:a="http://schemas.openxmlformats.org/drawingml/2006/main">
              <a:ext uri="{FF2B5EF4-FFF2-40B4-BE49-F238E27FC236}">
                <a16:creationId xmlns:a16="http://schemas.microsoft.com/office/drawing/2014/main" id="{CA1999DF-BDA5-407B-B320-076F5EE7D593}"/>
              </a:ext>
            </a:extLst>
          </p:cNvPr>
          <p:cNvCxnSpPr/>
          <p:nvPr/>
        </p:nvCxnSpPr>
        <p:spPr>
          <a:xfrm xmlns:a="http://schemas.openxmlformats.org/drawingml/2006/main" rot="1446134">
            <a:off x="8222908" y="4700588"/>
            <a:ext cx="2775635" cy="0"/>
          </a:xfrm>
          <a:prstGeom xmlns:a="http://schemas.openxmlformats.org/drawingml/2006/main" prst="straightConnector1">
            <a:avLst/>
          </a:prstGeom>
          <a:ln xmlns:a="http://schemas.openxmlformats.org/drawingml/2006/main" w="14288">
            <a:solidFill>
              <a:srgbClr val="50565E"/>
            </a:solidFill>
            <a:prstDash val="solid"/>
            <a:tailEnd type="triangle" w="med" len="med"/>
          </a:ln>
        </p:spPr>
      </p:cxnSp>
      <p:cxnSp>
        <p:nvCxnSpPr>
          <p:cNvPr id="10" name="axis-z">
            <a:extLst xmlns:a="http://schemas.openxmlformats.org/drawingml/2006/main">
              <a:ext uri="{FF2B5EF4-FFF2-40B4-BE49-F238E27FC236}">
                <a16:creationId xmlns:a16="http://schemas.microsoft.com/office/drawing/2014/main" id="{31DA95FA-4CF4-4474-87BE-CEEC1AF7F880}"/>
              </a:ext>
            </a:extLst>
          </p:cNvPr>
          <p:cNvCxnSpPr/>
          <p:nvPr/>
        </p:nvCxnSpPr>
        <p:spPr>
          <a:xfrm xmlns:a="http://schemas.openxmlformats.org/drawingml/2006/main" rot="-5400000">
            <a:off x="7905750" y="4238625"/>
            <a:ext cx="3048000" cy="0"/>
          </a:xfrm>
          <a:prstGeom xmlns:a="http://schemas.openxmlformats.org/drawingml/2006/main" prst="straightConnector1">
            <a:avLst/>
          </a:prstGeom>
          <a:ln xmlns:a="http://schemas.openxmlformats.org/drawingml/2006/main" w="14288">
            <a:solidFill>
              <a:srgbClr val="50565E"/>
            </a:solidFill>
            <a:prstDash val="solid"/>
            <a:tailEnd type="triangle" w="med" len="med"/>
          </a:ln>
        </p:spPr>
      </p:cxnSp>
      <p:sp>
        <p:nvSpPr>
          <p:cNvPr id="11" name="axis-x-label">
            <a:extLst xmlns:a="http://schemas.openxmlformats.org/drawingml/2006/main">
              <a:ext uri="{FF2B5EF4-FFF2-40B4-BE49-F238E27FC236}">
                <a16:creationId xmlns:a16="http://schemas.microsoft.com/office/drawing/2014/main" id="{F2C6DE3D-CCBD-462C-BBB1-97BC067FB0CE}"/>
              </a:ext>
            </a:extLst>
          </p:cNvPr>
          <p:cNvSpPr>
            <a:spLocks xmlns:a="http://schemas.openxmlformats.org/drawingml/2006/main" noGrp="1"/>
          </p:cNvSpPr>
          <p:nvPr/>
        </p:nvSpPr>
        <p:spPr>
          <a:xfrm xmlns:a="http://schemas.openxmlformats.org/drawingml/2006/main">
            <a:off x="7943850" y="5429250"/>
            <a:ext cx="38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00" b="0">
                <a:solidFill>
                  <a:srgbClr val="ADB5BF"/>
                </a:solidFill>
                <a:latin typeface="DejaVu Sans"/>
                <a:ea typeface="DejaVu Sans"/>
                <a:cs typeface="DejaVu Sans"/>
              </a:defRPr>
            </a:defPPr>
            <a:lvl1pPr>
              <a:defRPr sz="1800" b="0">
                <a:solidFill>
                  <a:srgbClr val="ADB5BF"/>
                </a:solidFill>
                <a:latin typeface="DejaVu Sans"/>
                <a:ea typeface="DejaVu Sans"/>
                <a:cs typeface="DejaVu Sans"/>
              </a:defRPr>
            </a:lvl1pPr>
            <a:lvl2pPr>
              <a:defRPr sz="1800" b="0">
                <a:solidFill>
                  <a:srgbClr val="ADB5BF"/>
                </a:solidFill>
                <a:latin typeface="DejaVu Sans"/>
                <a:ea typeface="DejaVu Sans"/>
                <a:cs typeface="DejaVu Sans"/>
              </a:defRPr>
            </a:lvl2pPr>
            <a:lvl3pPr>
              <a:defRPr sz="1800" b="0">
                <a:solidFill>
                  <a:srgbClr val="ADB5BF"/>
                </a:solidFill>
                <a:latin typeface="DejaVu Sans"/>
                <a:ea typeface="DejaVu Sans"/>
                <a:cs typeface="DejaVu Sans"/>
              </a:defRPr>
            </a:lvl3pPr>
            <a:lvl4pPr>
              <a:defRPr sz="1800" b="0">
                <a:solidFill>
                  <a:srgbClr val="ADB5BF"/>
                </a:solidFill>
                <a:latin typeface="DejaVu Sans"/>
                <a:ea typeface="DejaVu Sans"/>
                <a:cs typeface="DejaVu Sans"/>
              </a:defRPr>
            </a:lvl4pPr>
            <a:lvl5pPr>
              <a:defRPr sz="1800" b="0">
                <a:solidFill>
                  <a:srgbClr val="ADB5BF"/>
                </a:solidFill>
                <a:latin typeface="DejaVu Sans"/>
                <a:ea typeface="DejaVu Sans"/>
                <a:cs typeface="DejaVu Sans"/>
              </a:defRPr>
            </a:lvl5pPr>
            <a:lvl6pPr>
              <a:defRPr sz="1800" b="0">
                <a:solidFill>
                  <a:srgbClr val="ADB5BF"/>
                </a:solidFill>
                <a:latin typeface="DejaVu Sans"/>
                <a:ea typeface="DejaVu Sans"/>
                <a:cs typeface="DejaVu Sans"/>
              </a:defRPr>
            </a:lvl6pPr>
            <a:lvl7pPr>
              <a:defRPr sz="1800" b="0">
                <a:solidFill>
                  <a:srgbClr val="ADB5BF"/>
                </a:solidFill>
                <a:latin typeface="DejaVu Sans"/>
                <a:ea typeface="DejaVu Sans"/>
                <a:cs typeface="DejaVu Sans"/>
              </a:defRPr>
            </a:lvl7pPr>
            <a:lvl8pPr>
              <a:defRPr sz="1800" b="0">
                <a:solidFill>
                  <a:srgbClr val="ADB5BF"/>
                </a:solidFill>
                <a:latin typeface="DejaVu Sans"/>
                <a:ea typeface="DejaVu Sans"/>
                <a:cs typeface="DejaVu Sans"/>
              </a:defRPr>
            </a:lvl8pPr>
            <a:lvl9pPr>
              <a:defRPr sz="1800" b="0">
                <a:solidFill>
                  <a:srgbClr val="ADB5BF"/>
                </a:solidFill>
                <a:latin typeface="DejaVu Sans"/>
                <a:ea typeface="DejaVu Sans"/>
                <a:cs typeface="DejaVu Sans"/>
              </a:defRPr>
            </a:lvl9pPr>
          </a:lstStyle>
          <a:p xmlns:a="http://schemas.openxmlformats.org/drawingml/2006/main">
            <a:pPr>
              <a:defRPr sz="1800" b="0">
                <a:solidFill>
                  <a:srgbClr val="ADB5BF"/>
                </a:solidFill>
                <a:latin typeface="DejaVu Sans"/>
                <a:ea typeface="DejaVu Sans"/>
                <a:cs typeface="DejaVu Sans"/>
              </a:defRPr>
            </a:pPr>
            <a:r>
              <a:rPr sz="1800" b="0">
                <a:solidFill>
                  <a:srgbClr val="ADB5BF"/>
                </a:solidFill>
                <a:latin typeface="DejaVu Sans"/>
                <a:ea typeface="DejaVu Sans"/>
                <a:cs typeface="DejaVu Sans"/>
              </a:rPr>
              <a:t>x</a:t>
            </a:r>
          </a:p>
        </p:txBody>
      </p:sp>
      <p:sp>
        <p:nvSpPr>
          <p:cNvPr id="12" name="axis-y-label">
            <a:extLst xmlns:a="http://schemas.openxmlformats.org/drawingml/2006/main">
              <a:ext uri="{FF2B5EF4-FFF2-40B4-BE49-F238E27FC236}">
                <a16:creationId xmlns:a16="http://schemas.microsoft.com/office/drawing/2014/main" id="{8D251D73-9143-4307-83DE-937DC56E4832}"/>
              </a:ext>
            </a:extLst>
          </p:cNvPr>
          <p:cNvSpPr>
            <a:spLocks xmlns:a="http://schemas.openxmlformats.org/drawingml/2006/main" noGrp="1"/>
          </p:cNvSpPr>
          <p:nvPr/>
        </p:nvSpPr>
        <p:spPr>
          <a:xfrm xmlns:a="http://schemas.openxmlformats.org/drawingml/2006/main">
            <a:off x="10972800" y="5172075"/>
            <a:ext cx="38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00" b="0">
                <a:solidFill>
                  <a:srgbClr val="ADB5BF"/>
                </a:solidFill>
                <a:latin typeface="DejaVu Sans"/>
                <a:ea typeface="DejaVu Sans"/>
                <a:cs typeface="DejaVu Sans"/>
              </a:defRPr>
            </a:defPPr>
            <a:lvl1pPr>
              <a:defRPr sz="1800" b="0">
                <a:solidFill>
                  <a:srgbClr val="ADB5BF"/>
                </a:solidFill>
                <a:latin typeface="DejaVu Sans"/>
                <a:ea typeface="DejaVu Sans"/>
                <a:cs typeface="DejaVu Sans"/>
              </a:defRPr>
            </a:lvl1pPr>
            <a:lvl2pPr>
              <a:defRPr sz="1800" b="0">
                <a:solidFill>
                  <a:srgbClr val="ADB5BF"/>
                </a:solidFill>
                <a:latin typeface="DejaVu Sans"/>
                <a:ea typeface="DejaVu Sans"/>
                <a:cs typeface="DejaVu Sans"/>
              </a:defRPr>
            </a:lvl2pPr>
            <a:lvl3pPr>
              <a:defRPr sz="1800" b="0">
                <a:solidFill>
                  <a:srgbClr val="ADB5BF"/>
                </a:solidFill>
                <a:latin typeface="DejaVu Sans"/>
                <a:ea typeface="DejaVu Sans"/>
                <a:cs typeface="DejaVu Sans"/>
              </a:defRPr>
            </a:lvl3pPr>
            <a:lvl4pPr>
              <a:defRPr sz="1800" b="0">
                <a:solidFill>
                  <a:srgbClr val="ADB5BF"/>
                </a:solidFill>
                <a:latin typeface="DejaVu Sans"/>
                <a:ea typeface="DejaVu Sans"/>
                <a:cs typeface="DejaVu Sans"/>
              </a:defRPr>
            </a:lvl4pPr>
            <a:lvl5pPr>
              <a:defRPr sz="1800" b="0">
                <a:solidFill>
                  <a:srgbClr val="ADB5BF"/>
                </a:solidFill>
                <a:latin typeface="DejaVu Sans"/>
                <a:ea typeface="DejaVu Sans"/>
                <a:cs typeface="DejaVu Sans"/>
              </a:defRPr>
            </a:lvl5pPr>
            <a:lvl6pPr>
              <a:defRPr sz="1800" b="0">
                <a:solidFill>
                  <a:srgbClr val="ADB5BF"/>
                </a:solidFill>
                <a:latin typeface="DejaVu Sans"/>
                <a:ea typeface="DejaVu Sans"/>
                <a:cs typeface="DejaVu Sans"/>
              </a:defRPr>
            </a:lvl6pPr>
            <a:lvl7pPr>
              <a:defRPr sz="1800" b="0">
                <a:solidFill>
                  <a:srgbClr val="ADB5BF"/>
                </a:solidFill>
                <a:latin typeface="DejaVu Sans"/>
                <a:ea typeface="DejaVu Sans"/>
                <a:cs typeface="DejaVu Sans"/>
              </a:defRPr>
            </a:lvl7pPr>
            <a:lvl8pPr>
              <a:defRPr sz="1800" b="0">
                <a:solidFill>
                  <a:srgbClr val="ADB5BF"/>
                </a:solidFill>
                <a:latin typeface="DejaVu Sans"/>
                <a:ea typeface="DejaVu Sans"/>
                <a:cs typeface="DejaVu Sans"/>
              </a:defRPr>
            </a:lvl8pPr>
            <a:lvl9pPr>
              <a:defRPr sz="1800" b="0">
                <a:solidFill>
                  <a:srgbClr val="ADB5BF"/>
                </a:solidFill>
                <a:latin typeface="DejaVu Sans"/>
                <a:ea typeface="DejaVu Sans"/>
                <a:cs typeface="DejaVu Sans"/>
              </a:defRPr>
            </a:lvl9pPr>
          </a:lstStyle>
          <a:p xmlns:a="http://schemas.openxmlformats.org/drawingml/2006/main">
            <a:pPr>
              <a:defRPr sz="1800" b="0">
                <a:solidFill>
                  <a:srgbClr val="ADB5BF"/>
                </a:solidFill>
                <a:latin typeface="DejaVu Sans"/>
                <a:ea typeface="DejaVu Sans"/>
                <a:cs typeface="DejaVu Sans"/>
              </a:defRPr>
            </a:pPr>
            <a:r>
              <a:rPr sz="1800" b="0">
                <a:solidFill>
                  <a:srgbClr val="ADB5BF"/>
                </a:solidFill>
                <a:latin typeface="DejaVu Sans"/>
                <a:ea typeface="DejaVu Sans"/>
                <a:cs typeface="DejaVu Sans"/>
              </a:rPr>
              <a:t>y</a:t>
            </a:r>
          </a:p>
        </p:txBody>
      </p:sp>
      <p:sp>
        <p:nvSpPr>
          <p:cNvPr id="13" name="axis-z-label">
            <a:extLst xmlns:a="http://schemas.openxmlformats.org/drawingml/2006/main">
              <a:ext uri="{FF2B5EF4-FFF2-40B4-BE49-F238E27FC236}">
                <a16:creationId xmlns:a16="http://schemas.microsoft.com/office/drawing/2014/main" id="{A9AA34F9-47C6-40A8-BB47-4617376BB8CC}"/>
              </a:ext>
            </a:extLst>
          </p:cNvPr>
          <p:cNvSpPr>
            <a:spLocks xmlns:a="http://schemas.openxmlformats.org/drawingml/2006/main" noGrp="1"/>
          </p:cNvSpPr>
          <p:nvPr/>
        </p:nvSpPr>
        <p:spPr>
          <a:xfrm xmlns:a="http://schemas.openxmlformats.org/drawingml/2006/main">
            <a:off x="9163050" y="2524125"/>
            <a:ext cx="38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00" b="0">
                <a:solidFill>
                  <a:srgbClr val="ADB5BF"/>
                </a:solidFill>
                <a:latin typeface="DejaVu Sans"/>
                <a:ea typeface="DejaVu Sans"/>
                <a:cs typeface="DejaVu Sans"/>
              </a:defRPr>
            </a:defPPr>
            <a:lvl1pPr>
              <a:defRPr sz="1800" b="0">
                <a:solidFill>
                  <a:srgbClr val="ADB5BF"/>
                </a:solidFill>
                <a:latin typeface="DejaVu Sans"/>
                <a:ea typeface="DejaVu Sans"/>
                <a:cs typeface="DejaVu Sans"/>
              </a:defRPr>
            </a:lvl1pPr>
            <a:lvl2pPr>
              <a:defRPr sz="1800" b="0">
                <a:solidFill>
                  <a:srgbClr val="ADB5BF"/>
                </a:solidFill>
                <a:latin typeface="DejaVu Sans"/>
                <a:ea typeface="DejaVu Sans"/>
                <a:cs typeface="DejaVu Sans"/>
              </a:defRPr>
            </a:lvl2pPr>
            <a:lvl3pPr>
              <a:defRPr sz="1800" b="0">
                <a:solidFill>
                  <a:srgbClr val="ADB5BF"/>
                </a:solidFill>
                <a:latin typeface="DejaVu Sans"/>
                <a:ea typeface="DejaVu Sans"/>
                <a:cs typeface="DejaVu Sans"/>
              </a:defRPr>
            </a:lvl3pPr>
            <a:lvl4pPr>
              <a:defRPr sz="1800" b="0">
                <a:solidFill>
                  <a:srgbClr val="ADB5BF"/>
                </a:solidFill>
                <a:latin typeface="DejaVu Sans"/>
                <a:ea typeface="DejaVu Sans"/>
                <a:cs typeface="DejaVu Sans"/>
              </a:defRPr>
            </a:lvl4pPr>
            <a:lvl5pPr>
              <a:defRPr sz="1800" b="0">
                <a:solidFill>
                  <a:srgbClr val="ADB5BF"/>
                </a:solidFill>
                <a:latin typeface="DejaVu Sans"/>
                <a:ea typeface="DejaVu Sans"/>
                <a:cs typeface="DejaVu Sans"/>
              </a:defRPr>
            </a:lvl5pPr>
            <a:lvl6pPr>
              <a:defRPr sz="1800" b="0">
                <a:solidFill>
                  <a:srgbClr val="ADB5BF"/>
                </a:solidFill>
                <a:latin typeface="DejaVu Sans"/>
                <a:ea typeface="DejaVu Sans"/>
                <a:cs typeface="DejaVu Sans"/>
              </a:defRPr>
            </a:lvl6pPr>
            <a:lvl7pPr>
              <a:defRPr sz="1800" b="0">
                <a:solidFill>
                  <a:srgbClr val="ADB5BF"/>
                </a:solidFill>
                <a:latin typeface="DejaVu Sans"/>
                <a:ea typeface="DejaVu Sans"/>
                <a:cs typeface="DejaVu Sans"/>
              </a:defRPr>
            </a:lvl7pPr>
            <a:lvl8pPr>
              <a:defRPr sz="1800" b="0">
                <a:solidFill>
                  <a:srgbClr val="ADB5BF"/>
                </a:solidFill>
                <a:latin typeface="DejaVu Sans"/>
                <a:ea typeface="DejaVu Sans"/>
                <a:cs typeface="DejaVu Sans"/>
              </a:defRPr>
            </a:lvl8pPr>
            <a:lvl9pPr>
              <a:defRPr sz="1800" b="0">
                <a:solidFill>
                  <a:srgbClr val="ADB5BF"/>
                </a:solidFill>
                <a:latin typeface="DejaVu Sans"/>
                <a:ea typeface="DejaVu Sans"/>
                <a:cs typeface="DejaVu Sans"/>
              </a:defRPr>
            </a:lvl9pPr>
          </a:lstStyle>
          <a:p xmlns:a="http://schemas.openxmlformats.org/drawingml/2006/main">
            <a:pPr>
              <a:defRPr sz="1800" b="0">
                <a:solidFill>
                  <a:srgbClr val="ADB5BF"/>
                </a:solidFill>
                <a:latin typeface="DejaVu Sans"/>
                <a:ea typeface="DejaVu Sans"/>
                <a:cs typeface="DejaVu Sans"/>
              </a:defRPr>
            </a:pPr>
            <a:r>
              <a:rPr sz="1800" b="0">
                <a:solidFill>
                  <a:srgbClr val="ADB5BF"/>
                </a:solidFill>
                <a:latin typeface="DejaVu Sans"/>
                <a:ea typeface="DejaVu Sans"/>
                <a:cs typeface="DejaVu Sans"/>
              </a:rPr>
              <a:t>z</a:t>
            </a:r>
          </a:p>
        </p:txBody>
      </p:sp>
      <p:sp>
        <p:nvSpPr>
          <p:cNvPr id="14" name="axis-O-label">
            <a:extLst xmlns:a="http://schemas.openxmlformats.org/drawingml/2006/main">
              <a:ext uri="{FF2B5EF4-FFF2-40B4-BE49-F238E27FC236}">
                <a16:creationId xmlns:a16="http://schemas.microsoft.com/office/drawing/2014/main" id="{ACBD9496-7C24-411C-A4A9-AF86E17A39DB}"/>
              </a:ext>
            </a:extLst>
          </p:cNvPr>
          <p:cNvSpPr>
            <a:spLocks xmlns:a="http://schemas.openxmlformats.org/drawingml/2006/main" noGrp="1"/>
          </p:cNvSpPr>
          <p:nvPr/>
        </p:nvSpPr>
        <p:spPr>
          <a:xfrm xmlns:a="http://schemas.openxmlformats.org/drawingml/2006/main">
            <a:off x="9572625" y="4905375"/>
            <a:ext cx="38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00" b="0">
                <a:solidFill>
                  <a:srgbClr val="ADB5BF"/>
                </a:solidFill>
                <a:latin typeface="DejaVu Sans"/>
                <a:ea typeface="DejaVu Sans"/>
                <a:cs typeface="DejaVu Sans"/>
              </a:defRPr>
            </a:defPPr>
            <a:lvl1pPr>
              <a:defRPr sz="1800" b="0">
                <a:solidFill>
                  <a:srgbClr val="ADB5BF"/>
                </a:solidFill>
                <a:latin typeface="DejaVu Sans"/>
                <a:ea typeface="DejaVu Sans"/>
                <a:cs typeface="DejaVu Sans"/>
              </a:defRPr>
            </a:lvl1pPr>
            <a:lvl2pPr>
              <a:defRPr sz="1800" b="0">
                <a:solidFill>
                  <a:srgbClr val="ADB5BF"/>
                </a:solidFill>
                <a:latin typeface="DejaVu Sans"/>
                <a:ea typeface="DejaVu Sans"/>
                <a:cs typeface="DejaVu Sans"/>
              </a:defRPr>
            </a:lvl2pPr>
            <a:lvl3pPr>
              <a:defRPr sz="1800" b="0">
                <a:solidFill>
                  <a:srgbClr val="ADB5BF"/>
                </a:solidFill>
                <a:latin typeface="DejaVu Sans"/>
                <a:ea typeface="DejaVu Sans"/>
                <a:cs typeface="DejaVu Sans"/>
              </a:defRPr>
            </a:lvl3pPr>
            <a:lvl4pPr>
              <a:defRPr sz="1800" b="0">
                <a:solidFill>
                  <a:srgbClr val="ADB5BF"/>
                </a:solidFill>
                <a:latin typeface="DejaVu Sans"/>
                <a:ea typeface="DejaVu Sans"/>
                <a:cs typeface="DejaVu Sans"/>
              </a:defRPr>
            </a:lvl4pPr>
            <a:lvl5pPr>
              <a:defRPr sz="1800" b="0">
                <a:solidFill>
                  <a:srgbClr val="ADB5BF"/>
                </a:solidFill>
                <a:latin typeface="DejaVu Sans"/>
                <a:ea typeface="DejaVu Sans"/>
                <a:cs typeface="DejaVu Sans"/>
              </a:defRPr>
            </a:lvl5pPr>
            <a:lvl6pPr>
              <a:defRPr sz="1800" b="0">
                <a:solidFill>
                  <a:srgbClr val="ADB5BF"/>
                </a:solidFill>
                <a:latin typeface="DejaVu Sans"/>
                <a:ea typeface="DejaVu Sans"/>
                <a:cs typeface="DejaVu Sans"/>
              </a:defRPr>
            </a:lvl6pPr>
            <a:lvl7pPr>
              <a:defRPr sz="1800" b="0">
                <a:solidFill>
                  <a:srgbClr val="ADB5BF"/>
                </a:solidFill>
                <a:latin typeface="DejaVu Sans"/>
                <a:ea typeface="DejaVu Sans"/>
                <a:cs typeface="DejaVu Sans"/>
              </a:defRPr>
            </a:lvl7pPr>
            <a:lvl8pPr>
              <a:defRPr sz="1800" b="0">
                <a:solidFill>
                  <a:srgbClr val="ADB5BF"/>
                </a:solidFill>
                <a:latin typeface="DejaVu Sans"/>
                <a:ea typeface="DejaVu Sans"/>
                <a:cs typeface="DejaVu Sans"/>
              </a:defRPr>
            </a:lvl8pPr>
            <a:lvl9pPr>
              <a:defRPr sz="1800" b="0">
                <a:solidFill>
                  <a:srgbClr val="ADB5BF"/>
                </a:solidFill>
                <a:latin typeface="DejaVu Sans"/>
                <a:ea typeface="DejaVu Sans"/>
                <a:cs typeface="DejaVu Sans"/>
              </a:defRPr>
            </a:lvl9pPr>
          </a:lstStyle>
          <a:p xmlns:a="http://schemas.openxmlformats.org/drawingml/2006/main">
            <a:pPr>
              <a:defRPr sz="1800" b="0">
                <a:solidFill>
                  <a:srgbClr val="ADB5BF"/>
                </a:solidFill>
                <a:latin typeface="DejaVu Sans"/>
                <a:ea typeface="DejaVu Sans"/>
                <a:cs typeface="DejaVu Sans"/>
              </a:defRPr>
            </a:pPr>
            <a:r>
              <a:rPr sz="1800" b="0">
                <a:solidFill>
                  <a:srgbClr val="ADB5BF"/>
                </a:solidFill>
                <a:latin typeface="DejaVu Sans"/>
                <a:ea typeface="DejaVu Sans"/>
                <a:cs typeface="DejaVu Sans"/>
              </a:rPr>
              <a:t>O</a:t>
            </a:r>
          </a:p>
        </p:txBody>
      </p:sp>
      <p:cxnSp>
        <p:nvCxnSpPr>
          <p:cNvPr id="15" name="leg-1">
            <a:extLst xmlns:a="http://schemas.openxmlformats.org/drawingml/2006/main">
              <a:ext uri="{FF2B5EF4-FFF2-40B4-BE49-F238E27FC236}">
                <a16:creationId xmlns:a16="http://schemas.microsoft.com/office/drawing/2014/main" id="{D6E59492-1CB9-4B6E-AB44-D04E4235BF11}"/>
              </a:ext>
            </a:extLst>
          </p:cNvPr>
          <p:cNvCxnSpPr/>
          <p:nvPr/>
        </p:nvCxnSpPr>
        <p:spPr>
          <a:xfrm xmlns:a="http://schemas.openxmlformats.org/drawingml/2006/main" rot="8972067">
            <a:off x="8730175" y="4810125"/>
            <a:ext cx="751449" cy="0"/>
          </a:xfrm>
          <a:prstGeom xmlns:a="http://schemas.openxmlformats.org/drawingml/2006/main" prst="straightConnector1">
            <a:avLst/>
          </a:prstGeom>
          <a:ln xmlns:a="http://schemas.openxmlformats.org/drawingml/2006/main" w="28575">
            <a:solidFill>
              <a:srgbClr val="7DD3FC"/>
            </a:solidFill>
            <a:prstDash val="solid"/>
            <a:tailEnd type="triangle" w="med" len="med"/>
          </a:ln>
        </p:spPr>
      </p:cxnSp>
      <p:sp>
        <p:nvSpPr>
          <p:cNvPr id="16" name="dot-1">
            <a:extLst xmlns:a="http://schemas.openxmlformats.org/drawingml/2006/main">
              <a:ext uri="{FF2B5EF4-FFF2-40B4-BE49-F238E27FC236}">
                <a16:creationId xmlns:a16="http://schemas.microsoft.com/office/drawing/2014/main" id="{8DA0B1FB-2FDD-43A9-8279-2DC558ACA9C8}"/>
              </a:ext>
            </a:extLst>
          </p:cNvPr>
          <p:cNvSpPr>
            <a:spLocks xmlns:a="http://schemas.openxmlformats.org/drawingml/2006/main" noGrp="1"/>
          </p:cNvSpPr>
          <p:nvPr/>
        </p:nvSpPr>
        <p:spPr>
          <a:xfrm xmlns:a="http://schemas.openxmlformats.org/drawingml/2006/main">
            <a:off x="8743950" y="4962525"/>
            <a:ext cx="76200" cy="76200"/>
          </a:xfrm>
          <a:prstGeom xmlns:a="http://schemas.openxmlformats.org/drawingml/2006/main" prst="ellipse">
            <a:avLst/>
          </a:prstGeom>
          <a:solidFill xmlns:a="http://schemas.openxmlformats.org/drawingml/2006/main">
            <a:srgbClr val="7DD3FC"/>
          </a:solidFill>
          <a:ln xmlns:a="http://schemas.openxmlformats.org/drawingml/2006/main" w="0">
            <a:noFill/>
          </a:ln>
        </p:spPr>
      </p:sp>
      <p:sp>
        <p:nvSpPr>
          <p:cNvPr id="17" name="label-1">
            <a:extLst xmlns:a="http://schemas.openxmlformats.org/drawingml/2006/main">
              <a:ext uri="{FF2B5EF4-FFF2-40B4-BE49-F238E27FC236}">
                <a16:creationId xmlns:a16="http://schemas.microsoft.com/office/drawing/2014/main" id="{C5A5E91D-599A-4B31-9001-BA15F6A235CC}"/>
              </a:ext>
            </a:extLst>
          </p:cNvPr>
          <p:cNvSpPr>
            <a:spLocks xmlns:a="http://schemas.openxmlformats.org/drawingml/2006/main" noGrp="1"/>
          </p:cNvSpPr>
          <p:nvPr/>
        </p:nvSpPr>
        <p:spPr>
          <a:xfrm xmlns:a="http://schemas.openxmlformats.org/drawingml/2006/main">
            <a:off x="8810625" y="5238750"/>
            <a:ext cx="1333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575" b="0">
                <a:solidFill>
                  <a:srgbClr val="7DD3FC"/>
                </a:solidFill>
                <a:latin typeface="DejaVu Sans"/>
                <a:ea typeface="DejaVu Sans"/>
                <a:cs typeface="DejaVu Sans"/>
              </a:defRPr>
            </a:defPPr>
            <a:lvl1pPr>
              <a:defRPr sz="1575" b="0">
                <a:solidFill>
                  <a:srgbClr val="7DD3FC"/>
                </a:solidFill>
                <a:latin typeface="DejaVu Sans"/>
                <a:ea typeface="DejaVu Sans"/>
                <a:cs typeface="DejaVu Sans"/>
              </a:defRPr>
            </a:lvl1pPr>
            <a:lvl2pPr>
              <a:defRPr sz="1575" b="0">
                <a:solidFill>
                  <a:srgbClr val="7DD3FC"/>
                </a:solidFill>
                <a:latin typeface="DejaVu Sans"/>
                <a:ea typeface="DejaVu Sans"/>
                <a:cs typeface="DejaVu Sans"/>
              </a:defRPr>
            </a:lvl2pPr>
            <a:lvl3pPr>
              <a:defRPr sz="1575" b="0">
                <a:solidFill>
                  <a:srgbClr val="7DD3FC"/>
                </a:solidFill>
                <a:latin typeface="DejaVu Sans"/>
                <a:ea typeface="DejaVu Sans"/>
                <a:cs typeface="DejaVu Sans"/>
              </a:defRPr>
            </a:lvl3pPr>
            <a:lvl4pPr>
              <a:defRPr sz="1575" b="0">
                <a:solidFill>
                  <a:srgbClr val="7DD3FC"/>
                </a:solidFill>
                <a:latin typeface="DejaVu Sans"/>
                <a:ea typeface="DejaVu Sans"/>
                <a:cs typeface="DejaVu Sans"/>
              </a:defRPr>
            </a:lvl4pPr>
            <a:lvl5pPr>
              <a:defRPr sz="1575" b="0">
                <a:solidFill>
                  <a:srgbClr val="7DD3FC"/>
                </a:solidFill>
                <a:latin typeface="DejaVu Sans"/>
                <a:ea typeface="DejaVu Sans"/>
                <a:cs typeface="DejaVu Sans"/>
              </a:defRPr>
            </a:lvl5pPr>
            <a:lvl6pPr>
              <a:defRPr sz="1575" b="0">
                <a:solidFill>
                  <a:srgbClr val="7DD3FC"/>
                </a:solidFill>
                <a:latin typeface="DejaVu Sans"/>
                <a:ea typeface="DejaVu Sans"/>
                <a:cs typeface="DejaVu Sans"/>
              </a:defRPr>
            </a:lvl6pPr>
            <a:lvl7pPr>
              <a:defRPr sz="1575" b="0">
                <a:solidFill>
                  <a:srgbClr val="7DD3FC"/>
                </a:solidFill>
                <a:latin typeface="DejaVu Sans"/>
                <a:ea typeface="DejaVu Sans"/>
                <a:cs typeface="DejaVu Sans"/>
              </a:defRPr>
            </a:lvl7pPr>
            <a:lvl8pPr>
              <a:defRPr sz="1575" b="0">
                <a:solidFill>
                  <a:srgbClr val="7DD3FC"/>
                </a:solidFill>
                <a:latin typeface="DejaVu Sans"/>
                <a:ea typeface="DejaVu Sans"/>
                <a:cs typeface="DejaVu Sans"/>
              </a:defRPr>
            </a:lvl8pPr>
            <a:lvl9pPr>
              <a:defRPr sz="1575" b="0">
                <a:solidFill>
                  <a:srgbClr val="7DD3FC"/>
                </a:solidFill>
                <a:latin typeface="DejaVu Sans"/>
                <a:ea typeface="DejaVu Sans"/>
                <a:cs typeface="DejaVu Sans"/>
              </a:defRPr>
            </a:lvl9pPr>
          </a:lstStyle>
          <a:p xmlns:a="http://schemas.openxmlformats.org/drawingml/2006/main">
            <a:pPr>
              <a:defRPr sz="1575" b="0">
                <a:solidFill>
                  <a:srgbClr val="7DD3FC"/>
                </a:solidFill>
                <a:latin typeface="DejaVu Sans"/>
                <a:ea typeface="DejaVu Sans"/>
                <a:cs typeface="DejaVu Sans"/>
              </a:defRPr>
            </a:pPr>
            <a:r>
              <a:rPr sz="1575" b="0">
                <a:solidFill>
                  <a:srgbClr val="7DD3FC"/>
                </a:solidFill>
                <a:latin typeface="DejaVu Sans"/>
                <a:ea typeface="DejaVu Sans"/>
                <a:cs typeface="DejaVu Sans"/>
              </a:rPr>
              <a:t>(2, 0, 0)</a:t>
            </a:r>
          </a:p>
        </p:txBody>
      </p:sp>
      <p:cxnSp>
        <p:nvCxnSpPr>
          <p:cNvPr id="18" name="leg-2">
            <a:extLst xmlns:a="http://schemas.openxmlformats.org/drawingml/2006/main">
              <a:ext uri="{FF2B5EF4-FFF2-40B4-BE49-F238E27FC236}">
                <a16:creationId xmlns:a16="http://schemas.microsoft.com/office/drawing/2014/main" id="{7235EDB3-E2B5-479D-83AF-B3E667D7C554}"/>
              </a:ext>
            </a:extLst>
          </p:cNvPr>
          <p:cNvCxnSpPr/>
          <p:nvPr/>
        </p:nvCxnSpPr>
        <p:spPr>
          <a:xfrm xmlns:a="http://schemas.openxmlformats.org/drawingml/2006/main" rot="-9353866">
            <a:off x="8402815" y="4919663"/>
            <a:ext cx="396519" cy="0"/>
          </a:xfrm>
          <a:prstGeom xmlns:a="http://schemas.openxmlformats.org/drawingml/2006/main" prst="straightConnector1">
            <a:avLst/>
          </a:prstGeom>
          <a:ln xmlns:a="http://schemas.openxmlformats.org/drawingml/2006/main" w="28575">
            <a:solidFill>
              <a:srgbClr val="86EFAC"/>
            </a:solidFill>
            <a:prstDash val="solid"/>
            <a:tailEnd type="triangle" w="med" len="med"/>
          </a:ln>
        </p:spPr>
      </p:cxnSp>
      <p:sp>
        <p:nvSpPr>
          <p:cNvPr id="19" name="dot-2">
            <a:extLst xmlns:a="http://schemas.openxmlformats.org/drawingml/2006/main">
              <a:ext uri="{FF2B5EF4-FFF2-40B4-BE49-F238E27FC236}">
                <a16:creationId xmlns:a16="http://schemas.microsoft.com/office/drawing/2014/main" id="{4016882A-4370-4203-937F-7DE1F53B4998}"/>
              </a:ext>
            </a:extLst>
          </p:cNvPr>
          <p:cNvSpPr>
            <a:spLocks xmlns:a="http://schemas.openxmlformats.org/drawingml/2006/main" noGrp="1"/>
          </p:cNvSpPr>
          <p:nvPr/>
        </p:nvSpPr>
        <p:spPr>
          <a:xfrm xmlns:a="http://schemas.openxmlformats.org/drawingml/2006/main">
            <a:off x="8382000" y="4800600"/>
            <a:ext cx="76200" cy="76200"/>
          </a:xfrm>
          <a:prstGeom xmlns:a="http://schemas.openxmlformats.org/drawingml/2006/main" prst="ellipse">
            <a:avLst/>
          </a:prstGeom>
          <a:solidFill xmlns:a="http://schemas.openxmlformats.org/drawingml/2006/main">
            <a:srgbClr val="86EFAC"/>
          </a:solidFill>
          <a:ln xmlns:a="http://schemas.openxmlformats.org/drawingml/2006/main" w="0">
            <a:noFill/>
          </a:ln>
        </p:spPr>
      </p:sp>
      <p:sp>
        <p:nvSpPr>
          <p:cNvPr id="20" name="label-2">
            <a:extLst xmlns:a="http://schemas.openxmlformats.org/drawingml/2006/main">
              <a:ext uri="{FF2B5EF4-FFF2-40B4-BE49-F238E27FC236}">
                <a16:creationId xmlns:a16="http://schemas.microsoft.com/office/drawing/2014/main" id="{2BBF227F-DC05-4951-91B6-951C105CF99F}"/>
              </a:ext>
            </a:extLst>
          </p:cNvPr>
          <p:cNvSpPr>
            <a:spLocks xmlns:a="http://schemas.openxmlformats.org/drawingml/2006/main" noGrp="1"/>
          </p:cNvSpPr>
          <p:nvPr/>
        </p:nvSpPr>
        <p:spPr>
          <a:xfrm xmlns:a="http://schemas.openxmlformats.org/drawingml/2006/main">
            <a:off x="6953250" y="4619625"/>
            <a:ext cx="1381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575" b="0">
                <a:solidFill>
                  <a:srgbClr val="86EFAC"/>
                </a:solidFill>
                <a:latin typeface="DejaVu Sans"/>
                <a:ea typeface="DejaVu Sans"/>
                <a:cs typeface="DejaVu Sans"/>
              </a:defRPr>
            </a:defPPr>
            <a:lvl1pPr>
              <a:defRPr sz="1575" b="0">
                <a:solidFill>
                  <a:srgbClr val="86EFAC"/>
                </a:solidFill>
                <a:latin typeface="DejaVu Sans"/>
                <a:ea typeface="DejaVu Sans"/>
                <a:cs typeface="DejaVu Sans"/>
              </a:defRPr>
            </a:lvl1pPr>
            <a:lvl2pPr>
              <a:defRPr sz="1575" b="0">
                <a:solidFill>
                  <a:srgbClr val="86EFAC"/>
                </a:solidFill>
                <a:latin typeface="DejaVu Sans"/>
                <a:ea typeface="DejaVu Sans"/>
                <a:cs typeface="DejaVu Sans"/>
              </a:defRPr>
            </a:lvl2pPr>
            <a:lvl3pPr>
              <a:defRPr sz="1575" b="0">
                <a:solidFill>
                  <a:srgbClr val="86EFAC"/>
                </a:solidFill>
                <a:latin typeface="DejaVu Sans"/>
                <a:ea typeface="DejaVu Sans"/>
                <a:cs typeface="DejaVu Sans"/>
              </a:defRPr>
            </a:lvl3pPr>
            <a:lvl4pPr>
              <a:defRPr sz="1575" b="0">
                <a:solidFill>
                  <a:srgbClr val="86EFAC"/>
                </a:solidFill>
                <a:latin typeface="DejaVu Sans"/>
                <a:ea typeface="DejaVu Sans"/>
                <a:cs typeface="DejaVu Sans"/>
              </a:defRPr>
            </a:lvl4pPr>
            <a:lvl5pPr>
              <a:defRPr sz="1575" b="0">
                <a:solidFill>
                  <a:srgbClr val="86EFAC"/>
                </a:solidFill>
                <a:latin typeface="DejaVu Sans"/>
                <a:ea typeface="DejaVu Sans"/>
                <a:cs typeface="DejaVu Sans"/>
              </a:defRPr>
            </a:lvl5pPr>
            <a:lvl6pPr>
              <a:defRPr sz="1575" b="0">
                <a:solidFill>
                  <a:srgbClr val="86EFAC"/>
                </a:solidFill>
                <a:latin typeface="DejaVu Sans"/>
                <a:ea typeface="DejaVu Sans"/>
                <a:cs typeface="DejaVu Sans"/>
              </a:defRPr>
            </a:lvl6pPr>
            <a:lvl7pPr>
              <a:defRPr sz="1575" b="0">
                <a:solidFill>
                  <a:srgbClr val="86EFAC"/>
                </a:solidFill>
                <a:latin typeface="DejaVu Sans"/>
                <a:ea typeface="DejaVu Sans"/>
                <a:cs typeface="DejaVu Sans"/>
              </a:defRPr>
            </a:lvl7pPr>
            <a:lvl8pPr>
              <a:defRPr sz="1575" b="0">
                <a:solidFill>
                  <a:srgbClr val="86EFAC"/>
                </a:solidFill>
                <a:latin typeface="DejaVu Sans"/>
                <a:ea typeface="DejaVu Sans"/>
                <a:cs typeface="DejaVu Sans"/>
              </a:defRPr>
            </a:lvl8pPr>
            <a:lvl9pPr>
              <a:defRPr sz="1575" b="0">
                <a:solidFill>
                  <a:srgbClr val="86EFAC"/>
                </a:solidFill>
                <a:latin typeface="DejaVu Sans"/>
                <a:ea typeface="DejaVu Sans"/>
                <a:cs typeface="DejaVu Sans"/>
              </a:defRPr>
            </a:lvl9pPr>
          </a:lstStyle>
          <a:p xmlns:a="http://schemas.openxmlformats.org/drawingml/2006/main">
            <a:pPr>
              <a:defRPr sz="1575" b="0">
                <a:solidFill>
                  <a:srgbClr val="86EFAC"/>
                </a:solidFill>
                <a:latin typeface="DejaVu Sans"/>
                <a:ea typeface="DejaVu Sans"/>
                <a:cs typeface="DejaVu Sans"/>
              </a:defRPr>
            </a:pPr>
            <a:r>
              <a:rPr sz="1575" b="0">
                <a:solidFill>
                  <a:srgbClr val="86EFAC"/>
                </a:solidFill>
                <a:latin typeface="DejaVu Sans"/>
                <a:ea typeface="DejaVu Sans"/>
                <a:cs typeface="DejaVu Sans"/>
              </a:rPr>
              <a:t>(2, -1, 0)</a:t>
            </a:r>
          </a:p>
        </p:txBody>
      </p:sp>
      <p:cxnSp>
        <p:nvCxnSpPr>
          <p:cNvPr id="21" name="leg-3">
            <a:extLst xmlns:a="http://schemas.openxmlformats.org/drawingml/2006/main">
              <a:ext uri="{FF2B5EF4-FFF2-40B4-BE49-F238E27FC236}">
                <a16:creationId xmlns:a16="http://schemas.microsoft.com/office/drawing/2014/main" id="{9B51785D-7BD8-4D43-8B6E-4B623DF81374}"/>
              </a:ext>
            </a:extLst>
          </p:cNvPr>
          <p:cNvCxnSpPr/>
          <p:nvPr/>
        </p:nvCxnSpPr>
        <p:spPr>
          <a:xfrm xmlns:a="http://schemas.openxmlformats.org/drawingml/2006/main" rot="-5400000">
            <a:off x="7848600" y="4267200"/>
            <a:ext cx="1143000" cy="0"/>
          </a:xfrm>
          <a:prstGeom xmlns:a="http://schemas.openxmlformats.org/drawingml/2006/main" prst="straightConnector1">
            <a:avLst/>
          </a:prstGeom>
          <a:ln xmlns:a="http://schemas.openxmlformats.org/drawingml/2006/main" w="28575">
            <a:solidFill>
              <a:srgbClr val="C4B5FD"/>
            </a:solidFill>
            <a:prstDash val="solid"/>
            <a:tailEnd type="triangle" w="med" len="med"/>
          </a:ln>
        </p:spPr>
      </p:cxnSp>
      <p:sp>
        <p:nvSpPr>
          <p:cNvPr id="22" name="dot-3">
            <a:extLst xmlns:a="http://schemas.openxmlformats.org/drawingml/2006/main">
              <a:ext uri="{FF2B5EF4-FFF2-40B4-BE49-F238E27FC236}">
                <a16:creationId xmlns:a16="http://schemas.microsoft.com/office/drawing/2014/main" id="{4AB375BD-676B-40AE-BFA3-997AE13B04FC}"/>
              </a:ext>
            </a:extLst>
          </p:cNvPr>
          <p:cNvSpPr>
            <a:spLocks xmlns:a="http://schemas.openxmlformats.org/drawingml/2006/main" noGrp="1"/>
          </p:cNvSpPr>
          <p:nvPr/>
        </p:nvSpPr>
        <p:spPr>
          <a:xfrm xmlns:a="http://schemas.openxmlformats.org/drawingml/2006/main">
            <a:off x="8382000" y="3657600"/>
            <a:ext cx="76200" cy="76200"/>
          </a:xfrm>
          <a:prstGeom xmlns:a="http://schemas.openxmlformats.org/drawingml/2006/main" prst="ellipse">
            <a:avLst/>
          </a:prstGeom>
          <a:solidFill xmlns:a="http://schemas.openxmlformats.org/drawingml/2006/main">
            <a:srgbClr val="C4B5FD"/>
          </a:solidFill>
          <a:ln xmlns:a="http://schemas.openxmlformats.org/drawingml/2006/main" w="0">
            <a:noFill/>
          </a:ln>
        </p:spPr>
      </p:sp>
      <p:sp>
        <p:nvSpPr>
          <p:cNvPr id="23" name="label-3">
            <a:extLst xmlns:a="http://schemas.openxmlformats.org/drawingml/2006/main">
              <a:ext uri="{FF2B5EF4-FFF2-40B4-BE49-F238E27FC236}">
                <a16:creationId xmlns:a16="http://schemas.microsoft.com/office/drawing/2014/main" id="{E1FCB447-6AFB-465B-8860-AC95C0A26987}"/>
              </a:ext>
            </a:extLst>
          </p:cNvPr>
          <p:cNvSpPr>
            <a:spLocks xmlns:a="http://schemas.openxmlformats.org/drawingml/2006/main" noGrp="1"/>
          </p:cNvSpPr>
          <p:nvPr/>
        </p:nvSpPr>
        <p:spPr>
          <a:xfrm xmlns:a="http://schemas.openxmlformats.org/drawingml/2006/main">
            <a:off x="7096125" y="3276600"/>
            <a:ext cx="142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575" b="0">
                <a:solidFill>
                  <a:srgbClr val="C4B5FD"/>
                </a:solidFill>
                <a:latin typeface="DejaVu Sans"/>
                <a:ea typeface="DejaVu Sans"/>
                <a:cs typeface="DejaVu Sans"/>
              </a:defRPr>
            </a:defPPr>
            <a:lvl1pPr>
              <a:defRPr sz="1575" b="0">
                <a:solidFill>
                  <a:srgbClr val="C4B5FD"/>
                </a:solidFill>
                <a:latin typeface="DejaVu Sans"/>
                <a:ea typeface="DejaVu Sans"/>
                <a:cs typeface="DejaVu Sans"/>
              </a:defRPr>
            </a:lvl1pPr>
            <a:lvl2pPr>
              <a:defRPr sz="1575" b="0">
                <a:solidFill>
                  <a:srgbClr val="C4B5FD"/>
                </a:solidFill>
                <a:latin typeface="DejaVu Sans"/>
                <a:ea typeface="DejaVu Sans"/>
                <a:cs typeface="DejaVu Sans"/>
              </a:defRPr>
            </a:lvl2pPr>
            <a:lvl3pPr>
              <a:defRPr sz="1575" b="0">
                <a:solidFill>
                  <a:srgbClr val="C4B5FD"/>
                </a:solidFill>
                <a:latin typeface="DejaVu Sans"/>
                <a:ea typeface="DejaVu Sans"/>
                <a:cs typeface="DejaVu Sans"/>
              </a:defRPr>
            </a:lvl3pPr>
            <a:lvl4pPr>
              <a:defRPr sz="1575" b="0">
                <a:solidFill>
                  <a:srgbClr val="C4B5FD"/>
                </a:solidFill>
                <a:latin typeface="DejaVu Sans"/>
                <a:ea typeface="DejaVu Sans"/>
                <a:cs typeface="DejaVu Sans"/>
              </a:defRPr>
            </a:lvl4pPr>
            <a:lvl5pPr>
              <a:defRPr sz="1575" b="0">
                <a:solidFill>
                  <a:srgbClr val="C4B5FD"/>
                </a:solidFill>
                <a:latin typeface="DejaVu Sans"/>
                <a:ea typeface="DejaVu Sans"/>
                <a:cs typeface="DejaVu Sans"/>
              </a:defRPr>
            </a:lvl5pPr>
            <a:lvl6pPr>
              <a:defRPr sz="1575" b="0">
                <a:solidFill>
                  <a:srgbClr val="C4B5FD"/>
                </a:solidFill>
                <a:latin typeface="DejaVu Sans"/>
                <a:ea typeface="DejaVu Sans"/>
                <a:cs typeface="DejaVu Sans"/>
              </a:defRPr>
            </a:lvl6pPr>
            <a:lvl7pPr>
              <a:defRPr sz="1575" b="0">
                <a:solidFill>
                  <a:srgbClr val="C4B5FD"/>
                </a:solidFill>
                <a:latin typeface="DejaVu Sans"/>
                <a:ea typeface="DejaVu Sans"/>
                <a:cs typeface="DejaVu Sans"/>
              </a:defRPr>
            </a:lvl7pPr>
            <a:lvl8pPr>
              <a:defRPr sz="1575" b="0">
                <a:solidFill>
                  <a:srgbClr val="C4B5FD"/>
                </a:solidFill>
                <a:latin typeface="DejaVu Sans"/>
                <a:ea typeface="DejaVu Sans"/>
                <a:cs typeface="DejaVu Sans"/>
              </a:defRPr>
            </a:lvl8pPr>
            <a:lvl9pPr>
              <a:defRPr sz="1575" b="0">
                <a:solidFill>
                  <a:srgbClr val="C4B5FD"/>
                </a:solidFill>
                <a:latin typeface="DejaVu Sans"/>
                <a:ea typeface="DejaVu Sans"/>
                <a:cs typeface="DejaVu Sans"/>
              </a:defRPr>
            </a:lvl9pPr>
          </a:lstStyle>
          <a:p xmlns:a="http://schemas.openxmlformats.org/drawingml/2006/main">
            <a:pPr>
              <a:defRPr sz="1575" b="0">
                <a:solidFill>
                  <a:srgbClr val="C4B5FD"/>
                </a:solidFill>
                <a:latin typeface="DejaVu Sans"/>
                <a:ea typeface="DejaVu Sans"/>
                <a:cs typeface="DejaVu Sans"/>
              </a:defRPr>
            </a:pPr>
            <a:r>
              <a:rPr sz="1575" b="0">
                <a:solidFill>
                  <a:srgbClr val="C4B5FD"/>
                </a:solidFill>
                <a:latin typeface="DejaVu Sans"/>
                <a:ea typeface="DejaVu Sans"/>
                <a:cs typeface="DejaVu Sans"/>
              </a:rPr>
              <a:t>P(2, -1, 3)</a:t>
            </a:r>
          </a:p>
        </p:txBody>
      </p:sp>
    </p:spTree>
    <p:extLst>
      <p:ext uri="{BB962C8B-B14F-4D97-AF65-F5344CB8AC3E}">
        <p14:creationId xmlns:p14="http://schemas.microsoft.com/office/powerpoint/2010/main" val="22903136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par>
                                <p:cTn id="8" presetID="10" presetClass="entr" presetSubtype="0" fill="hold" grpId="0" nodeType="withEffect">
                                  <p:stCondLst>
                                    <p:cond delay="0"/>
                                  </p:stCondLst>
                                  <p:childTnLst>
                                    <p:set>
                                      <p:cBhvr>
                                        <p:cTn id="9" dur="1" fill="hold"/>
                                        <p:tgtEl>
                                          <p:spTgt spid="15"/>
                                        </p:tgtEl>
                                        <p:attrNameLst>
                                          <p:attrName>style.visibility</p:attrName>
                                        </p:attrNameLst>
                                      </p:cBhvr>
                                      <p:to>
                                        <p:strVal val="visible"/>
                                      </p:to>
                                    </p:set>
                                    <p:animEffect transition="in" filter="fade">
                                      <p:cBhvr>
                                        <p:cTn id="10" dur="400" fill="hold"/>
                                        <p:tgtEl>
                                          <p:spTgt spid="15"/>
                                        </p:tgtEl>
                                      </p:cBhvr>
                                    </p:animEffect>
                                  </p:childTnLst>
                                </p:cTn>
                              </p:par>
                              <p:par>
                                <p:cTn id="11" presetID="10" presetClass="entr" presetSubtype="0" fill="hold" grpId="0" nodeType="withEffect">
                                  <p:stCondLst>
                                    <p:cond delay="0"/>
                                  </p:stCondLst>
                                  <p:childTnLst>
                                    <p:set>
                                      <p:cBhvr>
                                        <p:cTn id="12" dur="1" fill="hold"/>
                                        <p:tgtEl>
                                          <p:spTgt spid="16"/>
                                        </p:tgtEl>
                                        <p:attrNameLst>
                                          <p:attrName>style.visibility</p:attrName>
                                        </p:attrNameLst>
                                      </p:cBhvr>
                                      <p:to>
                                        <p:strVal val="visible"/>
                                      </p:to>
                                    </p:set>
                                    <p:animEffect transition="in" filter="fade">
                                      <p:cBhvr>
                                        <p:cTn id="13" dur="400" fill="hold"/>
                                        <p:tgtEl>
                                          <p:spTgt spid="16"/>
                                        </p:tgtEl>
                                      </p:cBhvr>
                                    </p:animEffect>
                                  </p:childTnLst>
                                </p:cTn>
                              </p:par>
                              <p:par>
                                <p:cTn id="14" presetID="10" presetClass="entr" presetSubtype="0" fill="hold" grpId="0" nodeType="withEffect">
                                  <p:stCondLst>
                                    <p:cond delay="0"/>
                                  </p:stCondLst>
                                  <p:childTnLst>
                                    <p:set>
                                      <p:cBhvr>
                                        <p:cTn id="15" dur="1" fill="hold"/>
                                        <p:tgtEl>
                                          <p:spTgt spid="17"/>
                                        </p:tgtEl>
                                        <p:attrNameLst>
                                          <p:attrName>style.visibility</p:attrName>
                                        </p:attrNameLst>
                                      </p:cBhvr>
                                      <p:to>
                                        <p:strVal val="visible"/>
                                      </p:to>
                                    </p:set>
                                    <p:animEffect transition="in" filter="fade">
                                      <p:cBhvr>
                                        <p:cTn id="16" dur="400" fill="hold"/>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tgtEl>
                                          <p:spTgt spid="6"/>
                                        </p:tgtEl>
                                        <p:attrNameLst>
                                          <p:attrName>style.visibility</p:attrName>
                                        </p:attrNameLst>
                                      </p:cBhvr>
                                      <p:to>
                                        <p:strVal val="visible"/>
                                      </p:to>
                                    </p:set>
                                    <p:animEffect transition="in" filter="fade">
                                      <p:cBhvr>
                                        <p:cTn id="21" dur="400" fill="hold"/>
                                        <p:tgtEl>
                                          <p:spTgt spid="6"/>
                                        </p:tgtEl>
                                      </p:cBhvr>
                                    </p:animEffect>
                                  </p:childTnLst>
                                </p:cTn>
                              </p:par>
                              <p:par>
                                <p:cTn id="22" presetID="10" presetClass="entr" presetSubtype="0" fill="hold" grpId="0" nodeType="withEffect">
                                  <p:stCondLst>
                                    <p:cond delay="0"/>
                                  </p:stCondLst>
                                  <p:childTnLst>
                                    <p:set>
                                      <p:cBhvr>
                                        <p:cTn id="23" dur="1" fill="hold"/>
                                        <p:tgtEl>
                                          <p:spTgt spid="18"/>
                                        </p:tgtEl>
                                        <p:attrNameLst>
                                          <p:attrName>style.visibility</p:attrName>
                                        </p:attrNameLst>
                                      </p:cBhvr>
                                      <p:to>
                                        <p:strVal val="visible"/>
                                      </p:to>
                                    </p:set>
                                    <p:animEffect transition="in" filter="fade">
                                      <p:cBhvr>
                                        <p:cTn id="24" dur="400" fill="hold"/>
                                        <p:tgtEl>
                                          <p:spTgt spid="18"/>
                                        </p:tgtEl>
                                      </p:cBhvr>
                                    </p:animEffect>
                                  </p:childTnLst>
                                </p:cTn>
                              </p:par>
                              <p:par>
                                <p:cTn id="25" presetID="10" presetClass="entr" presetSubtype="0" fill="hold" grpId="0" nodeType="withEffect">
                                  <p:stCondLst>
                                    <p:cond delay="0"/>
                                  </p:stCondLst>
                                  <p:childTnLst>
                                    <p:set>
                                      <p:cBhvr>
                                        <p:cTn id="26" dur="1" fill="hold"/>
                                        <p:tgtEl>
                                          <p:spTgt spid="19"/>
                                        </p:tgtEl>
                                        <p:attrNameLst>
                                          <p:attrName>style.visibility</p:attrName>
                                        </p:attrNameLst>
                                      </p:cBhvr>
                                      <p:to>
                                        <p:strVal val="visible"/>
                                      </p:to>
                                    </p:set>
                                    <p:animEffect transition="in" filter="fade">
                                      <p:cBhvr>
                                        <p:cTn id="27" dur="400" fill="hold"/>
                                        <p:tgtEl>
                                          <p:spTgt spid="19"/>
                                        </p:tgtEl>
                                      </p:cBhvr>
                                    </p:animEffect>
                                  </p:childTnLst>
                                </p:cTn>
                              </p:par>
                              <p:par>
                                <p:cTn id="28" presetID="10" presetClass="entr" presetSubtype="0" fill="hold" grpId="0" nodeType="withEffect">
                                  <p:stCondLst>
                                    <p:cond delay="0"/>
                                  </p:stCondLst>
                                  <p:childTnLst>
                                    <p:set>
                                      <p:cBhvr>
                                        <p:cTn id="29" dur="1" fill="hold"/>
                                        <p:tgtEl>
                                          <p:spTgt spid="20"/>
                                        </p:tgtEl>
                                        <p:attrNameLst>
                                          <p:attrName>style.visibility</p:attrName>
                                        </p:attrNameLst>
                                      </p:cBhvr>
                                      <p:to>
                                        <p:strVal val="visible"/>
                                      </p:to>
                                    </p:set>
                                    <p:animEffect transition="in" filter="fade">
                                      <p:cBhvr>
                                        <p:cTn id="30" dur="400" fill="hold"/>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tgtEl>
                                          <p:spTgt spid="7"/>
                                        </p:tgtEl>
                                        <p:attrNameLst>
                                          <p:attrName>style.visibility</p:attrName>
                                        </p:attrNameLst>
                                      </p:cBhvr>
                                      <p:to>
                                        <p:strVal val="visible"/>
                                      </p:to>
                                    </p:set>
                                    <p:animEffect transition="in" filter="fade">
                                      <p:cBhvr>
                                        <p:cTn id="35" dur="400" fill="hold"/>
                                        <p:tgtEl>
                                          <p:spTgt spid="7"/>
                                        </p:tgtEl>
                                      </p:cBhvr>
                                    </p:animEffect>
                                  </p:childTnLst>
                                </p:cTn>
                              </p:par>
                              <p:par>
                                <p:cTn id="36" presetID="10" presetClass="entr" presetSubtype="0" fill="hold" grpId="0" nodeType="withEffect">
                                  <p:stCondLst>
                                    <p:cond delay="0"/>
                                  </p:stCondLst>
                                  <p:childTnLst>
                                    <p:set>
                                      <p:cBhvr>
                                        <p:cTn id="37" dur="1" fill="hold"/>
                                        <p:tgtEl>
                                          <p:spTgt spid="21"/>
                                        </p:tgtEl>
                                        <p:attrNameLst>
                                          <p:attrName>style.visibility</p:attrName>
                                        </p:attrNameLst>
                                      </p:cBhvr>
                                      <p:to>
                                        <p:strVal val="visible"/>
                                      </p:to>
                                    </p:set>
                                    <p:animEffect transition="in" filter="fade">
                                      <p:cBhvr>
                                        <p:cTn id="38" dur="400" fill="hold"/>
                                        <p:tgtEl>
                                          <p:spTgt spid="21"/>
                                        </p:tgtEl>
                                      </p:cBhvr>
                                    </p:animEffect>
                                  </p:childTnLst>
                                </p:cTn>
                              </p:par>
                              <p:par>
                                <p:cTn id="39" presetID="10" presetClass="entr" presetSubtype="0" fill="hold" grpId="0" nodeType="withEffect">
                                  <p:stCondLst>
                                    <p:cond delay="0"/>
                                  </p:stCondLst>
                                  <p:childTnLst>
                                    <p:set>
                                      <p:cBhvr>
                                        <p:cTn id="40" dur="1" fill="hold"/>
                                        <p:tgtEl>
                                          <p:spTgt spid="22"/>
                                        </p:tgtEl>
                                        <p:attrNameLst>
                                          <p:attrName>style.visibility</p:attrName>
                                        </p:attrNameLst>
                                      </p:cBhvr>
                                      <p:to>
                                        <p:strVal val="visible"/>
                                      </p:to>
                                    </p:set>
                                    <p:animEffect transition="in" filter="fade">
                                      <p:cBhvr>
                                        <p:cTn id="41" dur="400" fill="hold"/>
                                        <p:tgtEl>
                                          <p:spTgt spid="22"/>
                                        </p:tgtEl>
                                      </p:cBhvr>
                                    </p:animEffect>
                                  </p:childTnLst>
                                </p:cTn>
                              </p:par>
                              <p:par>
                                <p:cTn id="42" presetID="10" presetClass="entr" presetSubtype="0" fill="hold" grpId="0" nodeType="withEffect">
                                  <p:stCondLst>
                                    <p:cond delay="0"/>
                                  </p:stCondLst>
                                  <p:childTnLst>
                                    <p:set>
                                      <p:cBhvr>
                                        <p:cTn id="43" dur="1" fill="hold"/>
                                        <p:tgtEl>
                                          <p:spTgt spid="23"/>
                                        </p:tgtEl>
                                        <p:attrNameLst>
                                          <p:attrName>style.visibility</p:attrName>
                                        </p:attrNameLst>
                                      </p:cBhvr>
                                      <p:to>
                                        <p:strVal val="visible"/>
                                      </p:to>
                                    </p:set>
                                    <p:animEffect transition="in" filter="fade">
                                      <p:cBhvr>
                                        <p:cTn id="44" dur="400" fill="hold"/>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C72E168-CED5-4FE7-8B20-C4CE90126D3D}"/>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6  A point below the xy-plane</a:t>
            </a:r>
          </a:p>
        </p:txBody>
      </p:sp>
      <p:sp>
        <p:nvSpPr>
          <p:cNvPr id="2" name="page-number">
            <a:extLst xmlns:a="http://schemas.openxmlformats.org/drawingml/2006/main">
              <a:ext uri="{FF2B5EF4-FFF2-40B4-BE49-F238E27FC236}">
                <a16:creationId xmlns:a16="http://schemas.microsoft.com/office/drawing/2014/main" id="{2235B65F-0B88-4B0C-83C7-E847F7D43D5F}"/>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29</a:t>
            </a:r>
          </a:p>
        </p:txBody>
      </p:sp>
      <p:sp>
        <p:nvSpPr>
          <p:cNvPr id="3" name="lead">
            <a:extLst xmlns:a="http://schemas.openxmlformats.org/drawingml/2006/main">
              <a:ext uri="{FF2B5EF4-FFF2-40B4-BE49-F238E27FC236}">
                <a16:creationId xmlns:a16="http://schemas.microsoft.com/office/drawing/2014/main" id="{01D8A758-F415-462D-BAE5-3C5F831E9CBA}"/>
              </a:ext>
            </a:extLst>
          </p:cNvPr>
          <p:cNvSpPr>
            <a:spLocks xmlns:a="http://schemas.openxmlformats.org/drawingml/2006/main" noGrp="1"/>
          </p:cNvSpPr>
          <p:nvPr/>
        </p:nvSpPr>
        <p:spPr>
          <a:xfrm xmlns:a="http://schemas.openxmlformats.org/drawingml/2006/main">
            <a:off x="685800" y="1552575"/>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Sketch R and its projection onto the xy-plane. Explain the signs.</a:t>
            </a:r>
          </a:p>
        </p:txBody>
      </p:sp>
      <p:pic>
        <p:nvPicPr>
          <p:cNvPr id="4" name="equation-0" descr="LaTeX: R(-1,2,-2)">
            <a:extLst xmlns:a="http://schemas.openxmlformats.org/drawingml/2006/main">
              <a:ext uri="{FF2B5EF4-FFF2-40B4-BE49-F238E27FC236}">
                <a16:creationId xmlns:a16="http://schemas.microsoft.com/office/drawing/2014/main" id="{994F3418-5EB1-462B-94E7-E903EF56C435}"/>
              </a:ext>
            </a:extLst>
          </p:cNvPr>
          <p:cNvPicPr>
            <a:picLocks xmlns:a="http://schemas.openxmlformats.org/drawingml/2006/main" noChangeAspect="1"/>
          </p:cNvPicPr>
          <p:nvPr/>
        </p:nvPicPr>
        <p:blipFill>
          <a:blip xmlns:r="http://schemas.openxmlformats.org/officeDocument/2006/relationships" xmlns:a="http://schemas.openxmlformats.org/drawingml/2006/main" r:embed="R6234690d701e4bf9">
            <a:extLst>
              <a:ext uri="{96DAC541-7B7A-43D3-8B79-37D633B846F1}">
                <asvg:svgBlip xmlns:asvg="http://schemas.microsoft.com/office/drawing/2016/SVG/main" r:embed="Re1ff86dd15b34608"/>
              </a:ext>
            </a:extLst>
          </a:blip>
          <a:stretch xmlns:a="http://schemas.openxmlformats.org/drawingml/2006/main"/>
        </p:blipFill>
        <p:spPr>
          <a:xfrm xmlns:a="http://schemas.openxmlformats.org/drawingml/2006/main">
            <a:off x="685800" y="3853500"/>
            <a:ext cx="2105042" cy="436875"/>
          </a:xfrm>
          <a:prstGeom xmlns:a="http://schemas.openxmlformats.org/drawingml/2006/main" prst="rect">
            <a:avLst/>
          </a:prstGeom>
        </p:spPr>
      </p:pic>
      <p:sp>
        <p:nvSpPr>
          <p:cNvPr id="5" name="practice-pause">
            <a:extLst xmlns:a="http://schemas.openxmlformats.org/drawingml/2006/main">
              <a:ext uri="{FF2B5EF4-FFF2-40B4-BE49-F238E27FC236}">
                <a16:creationId xmlns:a16="http://schemas.microsoft.com/office/drawing/2014/main" id="{9B69F6D7-95AE-4362-A79B-FA478DDF699B}"/>
              </a:ext>
            </a:extLst>
          </p:cNvPr>
          <p:cNvSpPr>
            <a:spLocks xmlns:a="http://schemas.openxmlformats.org/drawingml/2006/main" noGrp="1"/>
          </p:cNvSpPr>
          <p:nvPr/>
        </p:nvSpPr>
        <p:spPr>
          <a:xfrm xmlns:a="http://schemas.openxmlformats.org/drawingml/2006/main">
            <a:off x="685800" y="5857875"/>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defRPr sz="1875" b="0">
                <a:solidFill>
                  <a:srgbClr val="7DD3FC"/>
                </a:solidFill>
                <a:latin typeface="DejaVu Sans"/>
                <a:ea typeface="DejaVu Sans"/>
                <a:cs typeface="DejaVu Sans"/>
              </a:defRPr>
            </a:lvl1pPr>
            <a:lvl2pPr>
              <a:defRPr sz="1875" b="0">
                <a:solidFill>
                  <a:srgbClr val="7DD3FC"/>
                </a:solidFill>
                <a:latin typeface="DejaVu Sans"/>
                <a:ea typeface="DejaVu Sans"/>
                <a:cs typeface="DejaVu Sans"/>
              </a:defRPr>
            </a:lvl2pPr>
            <a:lvl3pPr>
              <a:defRPr sz="1875" b="0">
                <a:solidFill>
                  <a:srgbClr val="7DD3FC"/>
                </a:solidFill>
                <a:latin typeface="DejaVu Sans"/>
                <a:ea typeface="DejaVu Sans"/>
                <a:cs typeface="DejaVu Sans"/>
              </a:defRPr>
            </a:lvl3pPr>
            <a:lvl4pPr>
              <a:defRPr sz="1875" b="0">
                <a:solidFill>
                  <a:srgbClr val="7DD3FC"/>
                </a:solidFill>
                <a:latin typeface="DejaVu Sans"/>
                <a:ea typeface="DejaVu Sans"/>
                <a:cs typeface="DejaVu Sans"/>
              </a:defRPr>
            </a:lvl4pPr>
            <a:lvl5pPr>
              <a:defRPr sz="1875" b="0">
                <a:solidFill>
                  <a:srgbClr val="7DD3FC"/>
                </a:solidFill>
                <a:latin typeface="DejaVu Sans"/>
                <a:ea typeface="DejaVu Sans"/>
                <a:cs typeface="DejaVu Sans"/>
              </a:defRPr>
            </a:lvl5pPr>
            <a:lvl6pPr>
              <a:defRPr sz="1875" b="0">
                <a:solidFill>
                  <a:srgbClr val="7DD3FC"/>
                </a:solidFill>
                <a:latin typeface="DejaVu Sans"/>
                <a:ea typeface="DejaVu Sans"/>
                <a:cs typeface="DejaVu Sans"/>
              </a:defRPr>
            </a:lvl6pPr>
            <a:lvl7pPr>
              <a:defRPr sz="1875" b="0">
                <a:solidFill>
                  <a:srgbClr val="7DD3FC"/>
                </a:solidFill>
                <a:latin typeface="DejaVu Sans"/>
                <a:ea typeface="DejaVu Sans"/>
                <a:cs typeface="DejaVu Sans"/>
              </a:defRPr>
            </a:lvl7pPr>
            <a:lvl8pPr>
              <a:defRPr sz="1875" b="0">
                <a:solidFill>
                  <a:srgbClr val="7DD3FC"/>
                </a:solidFill>
                <a:latin typeface="DejaVu Sans"/>
                <a:ea typeface="DejaVu Sans"/>
                <a:cs typeface="DejaVu Sans"/>
              </a:defRPr>
            </a:lvl8pPr>
            <a:lvl9pPr>
              <a:defRPr sz="1875" b="0">
                <a:solidFill>
                  <a:srgbClr val="7DD3FC"/>
                </a:solidFill>
                <a:latin typeface="DejaVu Sans"/>
                <a:ea typeface="DejaVu Sans"/>
                <a:cs typeface="DejaVu Sans"/>
              </a:defRPr>
            </a:lvl9pPr>
          </a:lstStyle>
          <a:p xmlns:a="http://schemas.openxmlformats.org/drawingml/2006/main">
            <a:pPr>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Pause the video and try the question</a:t>
            </a:r>
          </a:p>
        </p:txBody>
      </p:sp>
    </p:spTree>
    <p:extLst>
      <p:ext uri="{BB962C8B-B14F-4D97-AF65-F5344CB8AC3E}">
        <p14:creationId xmlns:p14="http://schemas.microsoft.com/office/powerpoint/2010/main" val="642690381"/>
      </p:ext>
    </p:extLst>
  </p:cSld>
  <p:transition spd="med" advClick="1">
    <p:fade/>
  </p:transition>
</p:sld>
</file>

<file path=ppt/slides/slide30.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23" name="title">
            <a:extLst xmlns:a="http://schemas.openxmlformats.org/drawingml/2006/main">
              <a:ext uri="{FF2B5EF4-FFF2-40B4-BE49-F238E27FC236}">
                <a16:creationId xmlns:a16="http://schemas.microsoft.com/office/drawing/2014/main" id="{DA062DEB-CC23-49F5-B9DA-9D2CC6384DDE}"/>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6  Solution</a:t>
            </a:r>
          </a:p>
        </p:txBody>
      </p:sp>
      <p:sp>
        <p:nvSpPr>
          <p:cNvPr id="2" name="page-number">
            <a:extLst xmlns:a="http://schemas.openxmlformats.org/drawingml/2006/main">
              <a:ext uri="{FF2B5EF4-FFF2-40B4-BE49-F238E27FC236}">
                <a16:creationId xmlns:a16="http://schemas.microsoft.com/office/drawing/2014/main" id="{E78EEA68-1068-4FFC-A05E-C87C206EE231}"/>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30</a:t>
            </a:r>
          </a:p>
        </p:txBody>
      </p:sp>
      <p:sp>
        <p:nvSpPr>
          <p:cNvPr id="3" name="lead">
            <a:extLst xmlns:a="http://schemas.openxmlformats.org/drawingml/2006/main">
              <a:ext uri="{FF2B5EF4-FFF2-40B4-BE49-F238E27FC236}">
                <a16:creationId xmlns:a16="http://schemas.microsoft.com/office/drawing/2014/main" id="{CAC4EF4D-6D87-4DE9-BE1F-2AE5BF74DAC7}"/>
              </a:ext>
            </a:extLst>
          </p:cNvPr>
          <p:cNvSpPr>
            <a:spLocks xmlns:a="http://schemas.openxmlformats.org/drawingml/2006/main" noGrp="1"/>
          </p:cNvSpPr>
          <p:nvPr/>
        </p:nvSpPr>
        <p:spPr>
          <a:xfrm xmlns:a="http://schemas.openxmlformats.org/drawingml/2006/main">
            <a:off x="685800" y="1552575"/>
            <a:ext cx="5715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The projection keeps x and y and sets z to zero.</a:t>
            </a:r>
          </a:p>
        </p:txBody>
      </p:sp>
      <p:pic>
        <p:nvPicPr>
          <p:cNvPr id="4" name="equation-0" descr="LaTeX: (-1,0,0)\longrightarrow H(-1,2,0)">
            <a:extLst xmlns:a="http://schemas.openxmlformats.org/drawingml/2006/main">
              <a:ext uri="{FF2B5EF4-FFF2-40B4-BE49-F238E27FC236}">
                <a16:creationId xmlns:a16="http://schemas.microsoft.com/office/drawing/2014/main" id="{86BD4A6B-62B9-4E15-876F-18E656BB84C8}"/>
              </a:ext>
            </a:extLst>
          </p:cNvPr>
          <p:cNvPicPr>
            <a:picLocks xmlns:a="http://schemas.openxmlformats.org/drawingml/2006/main" noChangeAspect="1"/>
          </p:cNvPicPr>
          <p:nvPr/>
        </p:nvPicPr>
        <p:blipFill>
          <a:blip xmlns:r="http://schemas.openxmlformats.org/officeDocument/2006/relationships" xmlns:a="http://schemas.openxmlformats.org/drawingml/2006/main" r:embed="R0c91bbbd69044902">
            <a:extLst>
              <a:ext uri="{96DAC541-7B7A-43D3-8B79-37D633B846F1}">
                <asvg:svgBlip xmlns:asvg="http://schemas.microsoft.com/office/drawing/2016/SVG/main" r:embed="Rc2a0e663bbf148f7"/>
              </a:ext>
            </a:extLst>
          </a:blip>
          <a:stretch xmlns:a="http://schemas.openxmlformats.org/drawingml/2006/main"/>
        </p:blipFill>
        <p:spPr>
          <a:xfrm xmlns:a="http://schemas.openxmlformats.org/drawingml/2006/main">
            <a:off x="685800" y="2571750"/>
            <a:ext cx="3579635" cy="375915"/>
          </a:xfrm>
          <a:prstGeom xmlns:a="http://schemas.openxmlformats.org/drawingml/2006/main" prst="rect">
            <a:avLst/>
          </a:prstGeom>
        </p:spPr>
      </p:pic>
      <p:pic>
        <p:nvPicPr>
          <p:cNvPr id="5" name="equation-1" descr="LaTeX: H(-1,2,0)\longrightarrow R(-1,2,-2)">
            <a:extLst xmlns:a="http://schemas.openxmlformats.org/drawingml/2006/main">
              <a:ext uri="{FF2B5EF4-FFF2-40B4-BE49-F238E27FC236}">
                <a16:creationId xmlns:a16="http://schemas.microsoft.com/office/drawing/2014/main" id="{2560D139-287D-4CFE-ABCA-CE5B0A29F695}"/>
              </a:ext>
            </a:extLst>
          </p:cNvPr>
          <p:cNvPicPr>
            <a:picLocks xmlns:a="http://schemas.openxmlformats.org/drawingml/2006/main" noChangeAspect="1"/>
          </p:cNvPicPr>
          <p:nvPr/>
        </p:nvPicPr>
        <p:blipFill>
          <a:blip xmlns:r="http://schemas.openxmlformats.org/officeDocument/2006/relationships" xmlns:a="http://schemas.openxmlformats.org/drawingml/2006/main" r:embed="Rc9e46ca092b24975">
            <a:extLst>
              <a:ext uri="{96DAC541-7B7A-43D3-8B79-37D633B846F1}">
                <asvg:svgBlip xmlns:asvg="http://schemas.microsoft.com/office/drawing/2016/SVG/main" r:embed="R26c80210299f4486"/>
              </a:ext>
            </a:extLst>
          </a:blip>
          <a:stretch xmlns:a="http://schemas.openxmlformats.org/drawingml/2006/main"/>
        </p:blipFill>
        <p:spPr>
          <a:xfrm xmlns:a="http://schemas.openxmlformats.org/drawingml/2006/main">
            <a:off x="685800" y="3233415"/>
            <a:ext cx="4094135" cy="375915"/>
          </a:xfrm>
          <a:prstGeom xmlns:a="http://schemas.openxmlformats.org/drawingml/2006/main" prst="rect">
            <a:avLst/>
          </a:prstGeom>
        </p:spPr>
      </p:pic>
      <p:pic>
        <p:nvPicPr>
          <p:cNvPr id="6" name="equation-2" descr="LaTeX: z_R=-2&lt;0,\qquad H\text{ is the projection onto }z=0">
            <a:extLst xmlns:a="http://schemas.openxmlformats.org/drawingml/2006/main">
              <a:ext uri="{FF2B5EF4-FFF2-40B4-BE49-F238E27FC236}">
                <a16:creationId xmlns:a16="http://schemas.microsoft.com/office/drawing/2014/main" id="{A59B1226-2801-46EB-AE3E-58332BED14AA}"/>
              </a:ext>
            </a:extLst>
          </p:cNvPr>
          <p:cNvPicPr>
            <a:picLocks xmlns:a="http://schemas.openxmlformats.org/drawingml/2006/main" noChangeAspect="1"/>
          </p:cNvPicPr>
          <p:nvPr/>
        </p:nvPicPr>
        <p:blipFill>
          <a:blip xmlns:r="http://schemas.openxmlformats.org/officeDocument/2006/relationships" xmlns:a="http://schemas.openxmlformats.org/drawingml/2006/main" r:embed="Re1bc22f3ad064c48">
            <a:extLst>
              <a:ext uri="{96DAC541-7B7A-43D3-8B79-37D633B846F1}">
                <asvg:svgBlip xmlns:asvg="http://schemas.microsoft.com/office/drawing/2016/SVG/main" r:embed="Rd07e11930f624d88"/>
              </a:ext>
            </a:extLst>
          </a:blip>
          <a:stretch xmlns:a="http://schemas.openxmlformats.org/drawingml/2006/main"/>
        </p:blipFill>
        <p:spPr>
          <a:xfrm xmlns:a="http://schemas.openxmlformats.org/drawingml/2006/main">
            <a:off x="685800" y="3895081"/>
            <a:ext cx="5334000" cy="269440"/>
          </a:xfrm>
          <a:prstGeom xmlns:a="http://schemas.openxmlformats.org/drawingml/2006/main" prst="rect">
            <a:avLst/>
          </a:prstGeom>
        </p:spPr>
      </p:pic>
      <p:cxnSp>
        <p:nvCxnSpPr>
          <p:cNvPr id="7" name="axis-x">
            <a:extLst xmlns:a="http://schemas.openxmlformats.org/drawingml/2006/main">
              <a:ext uri="{FF2B5EF4-FFF2-40B4-BE49-F238E27FC236}">
                <a16:creationId xmlns:a16="http://schemas.microsoft.com/office/drawing/2014/main" id="{6A1F6710-DC28-4C07-89DA-D9F56EC4A96C}"/>
              </a:ext>
            </a:extLst>
          </p:cNvPr>
          <p:cNvCxnSpPr/>
          <p:nvPr/>
        </p:nvCxnSpPr>
        <p:spPr>
          <a:xfrm xmlns:a="http://schemas.openxmlformats.org/drawingml/2006/main" rot="8972067">
            <a:off x="7788226" y="4048125"/>
            <a:ext cx="2254348" cy="0"/>
          </a:xfrm>
          <a:prstGeom xmlns:a="http://schemas.openxmlformats.org/drawingml/2006/main" prst="straightConnector1">
            <a:avLst/>
          </a:prstGeom>
          <a:ln xmlns:a="http://schemas.openxmlformats.org/drawingml/2006/main" w="14288">
            <a:solidFill>
              <a:srgbClr val="50565E"/>
            </a:solidFill>
            <a:prstDash val="solid"/>
            <a:tailEnd type="triangle" w="med" len="med"/>
          </a:ln>
        </p:spPr>
      </p:cxnSp>
      <p:cxnSp>
        <p:nvCxnSpPr>
          <p:cNvPr id="8" name="axis-y">
            <a:extLst xmlns:a="http://schemas.openxmlformats.org/drawingml/2006/main">
              <a:ext uri="{FF2B5EF4-FFF2-40B4-BE49-F238E27FC236}">
                <a16:creationId xmlns:a16="http://schemas.microsoft.com/office/drawing/2014/main" id="{593FFF5C-C76C-41FC-A041-EE25FBEF3006}"/>
              </a:ext>
            </a:extLst>
          </p:cNvPr>
          <p:cNvCxnSpPr/>
          <p:nvPr/>
        </p:nvCxnSpPr>
        <p:spPr>
          <a:xfrm xmlns:a="http://schemas.openxmlformats.org/drawingml/2006/main" rot="1446134">
            <a:off x="8032408" y="3938588"/>
            <a:ext cx="2775635" cy="0"/>
          </a:xfrm>
          <a:prstGeom xmlns:a="http://schemas.openxmlformats.org/drawingml/2006/main" prst="straightConnector1">
            <a:avLst/>
          </a:prstGeom>
          <a:ln xmlns:a="http://schemas.openxmlformats.org/drawingml/2006/main" w="14288">
            <a:solidFill>
              <a:srgbClr val="50565E"/>
            </a:solidFill>
            <a:prstDash val="solid"/>
            <a:tailEnd type="triangle" w="med" len="med"/>
          </a:ln>
        </p:spPr>
      </p:cxnSp>
      <p:cxnSp>
        <p:nvCxnSpPr>
          <p:cNvPr id="9" name="axis-z">
            <a:extLst xmlns:a="http://schemas.openxmlformats.org/drawingml/2006/main">
              <a:ext uri="{FF2B5EF4-FFF2-40B4-BE49-F238E27FC236}">
                <a16:creationId xmlns:a16="http://schemas.microsoft.com/office/drawing/2014/main" id="{17CBE983-8836-44CF-B146-FCB485BCA5A7}"/>
              </a:ext>
            </a:extLst>
          </p:cNvPr>
          <p:cNvCxnSpPr/>
          <p:nvPr/>
        </p:nvCxnSpPr>
        <p:spPr>
          <a:xfrm xmlns:a="http://schemas.openxmlformats.org/drawingml/2006/main" rot="-5400000">
            <a:off x="7715250" y="3476625"/>
            <a:ext cx="3048000" cy="0"/>
          </a:xfrm>
          <a:prstGeom xmlns:a="http://schemas.openxmlformats.org/drawingml/2006/main" prst="straightConnector1">
            <a:avLst/>
          </a:prstGeom>
          <a:ln xmlns:a="http://schemas.openxmlformats.org/drawingml/2006/main" w="14288">
            <a:solidFill>
              <a:srgbClr val="50565E"/>
            </a:solidFill>
            <a:prstDash val="solid"/>
            <a:tailEnd type="triangle" w="med" len="med"/>
          </a:ln>
        </p:spPr>
      </p:cxnSp>
      <p:sp>
        <p:nvSpPr>
          <p:cNvPr id="10" name="axis-x-label">
            <a:extLst xmlns:a="http://schemas.openxmlformats.org/drawingml/2006/main">
              <a:ext uri="{FF2B5EF4-FFF2-40B4-BE49-F238E27FC236}">
                <a16:creationId xmlns:a16="http://schemas.microsoft.com/office/drawing/2014/main" id="{4013AD56-3F55-412F-8413-85A6E976F835}"/>
              </a:ext>
            </a:extLst>
          </p:cNvPr>
          <p:cNvSpPr>
            <a:spLocks xmlns:a="http://schemas.openxmlformats.org/drawingml/2006/main" noGrp="1"/>
          </p:cNvSpPr>
          <p:nvPr/>
        </p:nvSpPr>
        <p:spPr>
          <a:xfrm xmlns:a="http://schemas.openxmlformats.org/drawingml/2006/main">
            <a:off x="7753350" y="4667250"/>
            <a:ext cx="38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00" b="0">
                <a:solidFill>
                  <a:srgbClr val="ADB5BF"/>
                </a:solidFill>
                <a:latin typeface="DejaVu Sans"/>
                <a:ea typeface="DejaVu Sans"/>
                <a:cs typeface="DejaVu Sans"/>
              </a:defRPr>
            </a:defPPr>
            <a:lvl1pPr>
              <a:defRPr sz="1800" b="0">
                <a:solidFill>
                  <a:srgbClr val="ADB5BF"/>
                </a:solidFill>
                <a:latin typeface="DejaVu Sans"/>
                <a:ea typeface="DejaVu Sans"/>
                <a:cs typeface="DejaVu Sans"/>
              </a:defRPr>
            </a:lvl1pPr>
            <a:lvl2pPr>
              <a:defRPr sz="1800" b="0">
                <a:solidFill>
                  <a:srgbClr val="ADB5BF"/>
                </a:solidFill>
                <a:latin typeface="DejaVu Sans"/>
                <a:ea typeface="DejaVu Sans"/>
                <a:cs typeface="DejaVu Sans"/>
              </a:defRPr>
            </a:lvl2pPr>
            <a:lvl3pPr>
              <a:defRPr sz="1800" b="0">
                <a:solidFill>
                  <a:srgbClr val="ADB5BF"/>
                </a:solidFill>
                <a:latin typeface="DejaVu Sans"/>
                <a:ea typeface="DejaVu Sans"/>
                <a:cs typeface="DejaVu Sans"/>
              </a:defRPr>
            </a:lvl3pPr>
            <a:lvl4pPr>
              <a:defRPr sz="1800" b="0">
                <a:solidFill>
                  <a:srgbClr val="ADB5BF"/>
                </a:solidFill>
                <a:latin typeface="DejaVu Sans"/>
                <a:ea typeface="DejaVu Sans"/>
                <a:cs typeface="DejaVu Sans"/>
              </a:defRPr>
            </a:lvl4pPr>
            <a:lvl5pPr>
              <a:defRPr sz="1800" b="0">
                <a:solidFill>
                  <a:srgbClr val="ADB5BF"/>
                </a:solidFill>
                <a:latin typeface="DejaVu Sans"/>
                <a:ea typeface="DejaVu Sans"/>
                <a:cs typeface="DejaVu Sans"/>
              </a:defRPr>
            </a:lvl5pPr>
            <a:lvl6pPr>
              <a:defRPr sz="1800" b="0">
                <a:solidFill>
                  <a:srgbClr val="ADB5BF"/>
                </a:solidFill>
                <a:latin typeface="DejaVu Sans"/>
                <a:ea typeface="DejaVu Sans"/>
                <a:cs typeface="DejaVu Sans"/>
              </a:defRPr>
            </a:lvl6pPr>
            <a:lvl7pPr>
              <a:defRPr sz="1800" b="0">
                <a:solidFill>
                  <a:srgbClr val="ADB5BF"/>
                </a:solidFill>
                <a:latin typeface="DejaVu Sans"/>
                <a:ea typeface="DejaVu Sans"/>
                <a:cs typeface="DejaVu Sans"/>
              </a:defRPr>
            </a:lvl7pPr>
            <a:lvl8pPr>
              <a:defRPr sz="1800" b="0">
                <a:solidFill>
                  <a:srgbClr val="ADB5BF"/>
                </a:solidFill>
                <a:latin typeface="DejaVu Sans"/>
                <a:ea typeface="DejaVu Sans"/>
                <a:cs typeface="DejaVu Sans"/>
              </a:defRPr>
            </a:lvl8pPr>
            <a:lvl9pPr>
              <a:defRPr sz="1800" b="0">
                <a:solidFill>
                  <a:srgbClr val="ADB5BF"/>
                </a:solidFill>
                <a:latin typeface="DejaVu Sans"/>
                <a:ea typeface="DejaVu Sans"/>
                <a:cs typeface="DejaVu Sans"/>
              </a:defRPr>
            </a:lvl9pPr>
          </a:lstStyle>
          <a:p xmlns:a="http://schemas.openxmlformats.org/drawingml/2006/main">
            <a:pPr>
              <a:defRPr sz="1800" b="0">
                <a:solidFill>
                  <a:srgbClr val="ADB5BF"/>
                </a:solidFill>
                <a:latin typeface="DejaVu Sans"/>
                <a:ea typeface="DejaVu Sans"/>
                <a:cs typeface="DejaVu Sans"/>
              </a:defRPr>
            </a:pPr>
            <a:r>
              <a:rPr sz="1800" b="0">
                <a:solidFill>
                  <a:srgbClr val="ADB5BF"/>
                </a:solidFill>
                <a:latin typeface="DejaVu Sans"/>
                <a:ea typeface="DejaVu Sans"/>
                <a:cs typeface="DejaVu Sans"/>
              </a:rPr>
              <a:t>x</a:t>
            </a:r>
          </a:p>
        </p:txBody>
      </p:sp>
      <p:sp>
        <p:nvSpPr>
          <p:cNvPr id="11" name="axis-y-label">
            <a:extLst xmlns:a="http://schemas.openxmlformats.org/drawingml/2006/main">
              <a:ext uri="{FF2B5EF4-FFF2-40B4-BE49-F238E27FC236}">
                <a16:creationId xmlns:a16="http://schemas.microsoft.com/office/drawing/2014/main" id="{0449DDA5-9391-499C-BCA6-1319BF8798C6}"/>
              </a:ext>
            </a:extLst>
          </p:cNvPr>
          <p:cNvSpPr>
            <a:spLocks xmlns:a="http://schemas.openxmlformats.org/drawingml/2006/main" noGrp="1"/>
          </p:cNvSpPr>
          <p:nvPr/>
        </p:nvSpPr>
        <p:spPr>
          <a:xfrm xmlns:a="http://schemas.openxmlformats.org/drawingml/2006/main">
            <a:off x="10782300" y="4410075"/>
            <a:ext cx="38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00" b="0">
                <a:solidFill>
                  <a:srgbClr val="ADB5BF"/>
                </a:solidFill>
                <a:latin typeface="DejaVu Sans"/>
                <a:ea typeface="DejaVu Sans"/>
                <a:cs typeface="DejaVu Sans"/>
              </a:defRPr>
            </a:defPPr>
            <a:lvl1pPr>
              <a:defRPr sz="1800" b="0">
                <a:solidFill>
                  <a:srgbClr val="ADB5BF"/>
                </a:solidFill>
                <a:latin typeface="DejaVu Sans"/>
                <a:ea typeface="DejaVu Sans"/>
                <a:cs typeface="DejaVu Sans"/>
              </a:defRPr>
            </a:lvl1pPr>
            <a:lvl2pPr>
              <a:defRPr sz="1800" b="0">
                <a:solidFill>
                  <a:srgbClr val="ADB5BF"/>
                </a:solidFill>
                <a:latin typeface="DejaVu Sans"/>
                <a:ea typeface="DejaVu Sans"/>
                <a:cs typeface="DejaVu Sans"/>
              </a:defRPr>
            </a:lvl2pPr>
            <a:lvl3pPr>
              <a:defRPr sz="1800" b="0">
                <a:solidFill>
                  <a:srgbClr val="ADB5BF"/>
                </a:solidFill>
                <a:latin typeface="DejaVu Sans"/>
                <a:ea typeface="DejaVu Sans"/>
                <a:cs typeface="DejaVu Sans"/>
              </a:defRPr>
            </a:lvl3pPr>
            <a:lvl4pPr>
              <a:defRPr sz="1800" b="0">
                <a:solidFill>
                  <a:srgbClr val="ADB5BF"/>
                </a:solidFill>
                <a:latin typeface="DejaVu Sans"/>
                <a:ea typeface="DejaVu Sans"/>
                <a:cs typeface="DejaVu Sans"/>
              </a:defRPr>
            </a:lvl4pPr>
            <a:lvl5pPr>
              <a:defRPr sz="1800" b="0">
                <a:solidFill>
                  <a:srgbClr val="ADB5BF"/>
                </a:solidFill>
                <a:latin typeface="DejaVu Sans"/>
                <a:ea typeface="DejaVu Sans"/>
                <a:cs typeface="DejaVu Sans"/>
              </a:defRPr>
            </a:lvl5pPr>
            <a:lvl6pPr>
              <a:defRPr sz="1800" b="0">
                <a:solidFill>
                  <a:srgbClr val="ADB5BF"/>
                </a:solidFill>
                <a:latin typeface="DejaVu Sans"/>
                <a:ea typeface="DejaVu Sans"/>
                <a:cs typeface="DejaVu Sans"/>
              </a:defRPr>
            </a:lvl6pPr>
            <a:lvl7pPr>
              <a:defRPr sz="1800" b="0">
                <a:solidFill>
                  <a:srgbClr val="ADB5BF"/>
                </a:solidFill>
                <a:latin typeface="DejaVu Sans"/>
                <a:ea typeface="DejaVu Sans"/>
                <a:cs typeface="DejaVu Sans"/>
              </a:defRPr>
            </a:lvl7pPr>
            <a:lvl8pPr>
              <a:defRPr sz="1800" b="0">
                <a:solidFill>
                  <a:srgbClr val="ADB5BF"/>
                </a:solidFill>
                <a:latin typeface="DejaVu Sans"/>
                <a:ea typeface="DejaVu Sans"/>
                <a:cs typeface="DejaVu Sans"/>
              </a:defRPr>
            </a:lvl8pPr>
            <a:lvl9pPr>
              <a:defRPr sz="1800" b="0">
                <a:solidFill>
                  <a:srgbClr val="ADB5BF"/>
                </a:solidFill>
                <a:latin typeface="DejaVu Sans"/>
                <a:ea typeface="DejaVu Sans"/>
                <a:cs typeface="DejaVu Sans"/>
              </a:defRPr>
            </a:lvl9pPr>
          </a:lstStyle>
          <a:p xmlns:a="http://schemas.openxmlformats.org/drawingml/2006/main">
            <a:pPr>
              <a:defRPr sz="1800" b="0">
                <a:solidFill>
                  <a:srgbClr val="ADB5BF"/>
                </a:solidFill>
                <a:latin typeface="DejaVu Sans"/>
                <a:ea typeface="DejaVu Sans"/>
                <a:cs typeface="DejaVu Sans"/>
              </a:defRPr>
            </a:pPr>
            <a:r>
              <a:rPr sz="1800" b="0">
                <a:solidFill>
                  <a:srgbClr val="ADB5BF"/>
                </a:solidFill>
                <a:latin typeface="DejaVu Sans"/>
                <a:ea typeface="DejaVu Sans"/>
                <a:cs typeface="DejaVu Sans"/>
              </a:rPr>
              <a:t>y</a:t>
            </a:r>
          </a:p>
        </p:txBody>
      </p:sp>
      <p:sp>
        <p:nvSpPr>
          <p:cNvPr id="12" name="axis-z-label">
            <a:extLst xmlns:a="http://schemas.openxmlformats.org/drawingml/2006/main">
              <a:ext uri="{FF2B5EF4-FFF2-40B4-BE49-F238E27FC236}">
                <a16:creationId xmlns:a16="http://schemas.microsoft.com/office/drawing/2014/main" id="{11148D8A-FD3F-4B1A-9C29-5F480C019557}"/>
              </a:ext>
            </a:extLst>
          </p:cNvPr>
          <p:cNvSpPr>
            <a:spLocks xmlns:a="http://schemas.openxmlformats.org/drawingml/2006/main" noGrp="1"/>
          </p:cNvSpPr>
          <p:nvPr/>
        </p:nvSpPr>
        <p:spPr>
          <a:xfrm xmlns:a="http://schemas.openxmlformats.org/drawingml/2006/main">
            <a:off x="8972550" y="1762125"/>
            <a:ext cx="38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00" b="0">
                <a:solidFill>
                  <a:srgbClr val="ADB5BF"/>
                </a:solidFill>
                <a:latin typeface="DejaVu Sans"/>
                <a:ea typeface="DejaVu Sans"/>
                <a:cs typeface="DejaVu Sans"/>
              </a:defRPr>
            </a:defPPr>
            <a:lvl1pPr>
              <a:defRPr sz="1800" b="0">
                <a:solidFill>
                  <a:srgbClr val="ADB5BF"/>
                </a:solidFill>
                <a:latin typeface="DejaVu Sans"/>
                <a:ea typeface="DejaVu Sans"/>
                <a:cs typeface="DejaVu Sans"/>
              </a:defRPr>
            </a:lvl1pPr>
            <a:lvl2pPr>
              <a:defRPr sz="1800" b="0">
                <a:solidFill>
                  <a:srgbClr val="ADB5BF"/>
                </a:solidFill>
                <a:latin typeface="DejaVu Sans"/>
                <a:ea typeface="DejaVu Sans"/>
                <a:cs typeface="DejaVu Sans"/>
              </a:defRPr>
            </a:lvl2pPr>
            <a:lvl3pPr>
              <a:defRPr sz="1800" b="0">
                <a:solidFill>
                  <a:srgbClr val="ADB5BF"/>
                </a:solidFill>
                <a:latin typeface="DejaVu Sans"/>
                <a:ea typeface="DejaVu Sans"/>
                <a:cs typeface="DejaVu Sans"/>
              </a:defRPr>
            </a:lvl3pPr>
            <a:lvl4pPr>
              <a:defRPr sz="1800" b="0">
                <a:solidFill>
                  <a:srgbClr val="ADB5BF"/>
                </a:solidFill>
                <a:latin typeface="DejaVu Sans"/>
                <a:ea typeface="DejaVu Sans"/>
                <a:cs typeface="DejaVu Sans"/>
              </a:defRPr>
            </a:lvl4pPr>
            <a:lvl5pPr>
              <a:defRPr sz="1800" b="0">
                <a:solidFill>
                  <a:srgbClr val="ADB5BF"/>
                </a:solidFill>
                <a:latin typeface="DejaVu Sans"/>
                <a:ea typeface="DejaVu Sans"/>
                <a:cs typeface="DejaVu Sans"/>
              </a:defRPr>
            </a:lvl5pPr>
            <a:lvl6pPr>
              <a:defRPr sz="1800" b="0">
                <a:solidFill>
                  <a:srgbClr val="ADB5BF"/>
                </a:solidFill>
                <a:latin typeface="DejaVu Sans"/>
                <a:ea typeface="DejaVu Sans"/>
                <a:cs typeface="DejaVu Sans"/>
              </a:defRPr>
            </a:lvl6pPr>
            <a:lvl7pPr>
              <a:defRPr sz="1800" b="0">
                <a:solidFill>
                  <a:srgbClr val="ADB5BF"/>
                </a:solidFill>
                <a:latin typeface="DejaVu Sans"/>
                <a:ea typeface="DejaVu Sans"/>
                <a:cs typeface="DejaVu Sans"/>
              </a:defRPr>
            </a:lvl7pPr>
            <a:lvl8pPr>
              <a:defRPr sz="1800" b="0">
                <a:solidFill>
                  <a:srgbClr val="ADB5BF"/>
                </a:solidFill>
                <a:latin typeface="DejaVu Sans"/>
                <a:ea typeface="DejaVu Sans"/>
                <a:cs typeface="DejaVu Sans"/>
              </a:defRPr>
            </a:lvl8pPr>
            <a:lvl9pPr>
              <a:defRPr sz="1800" b="0">
                <a:solidFill>
                  <a:srgbClr val="ADB5BF"/>
                </a:solidFill>
                <a:latin typeface="DejaVu Sans"/>
                <a:ea typeface="DejaVu Sans"/>
                <a:cs typeface="DejaVu Sans"/>
              </a:defRPr>
            </a:lvl9pPr>
          </a:lstStyle>
          <a:p xmlns:a="http://schemas.openxmlformats.org/drawingml/2006/main">
            <a:pPr>
              <a:defRPr sz="1800" b="0">
                <a:solidFill>
                  <a:srgbClr val="ADB5BF"/>
                </a:solidFill>
                <a:latin typeface="DejaVu Sans"/>
                <a:ea typeface="DejaVu Sans"/>
                <a:cs typeface="DejaVu Sans"/>
              </a:defRPr>
            </a:pPr>
            <a:r>
              <a:rPr sz="1800" b="0">
                <a:solidFill>
                  <a:srgbClr val="ADB5BF"/>
                </a:solidFill>
                <a:latin typeface="DejaVu Sans"/>
                <a:ea typeface="DejaVu Sans"/>
                <a:cs typeface="DejaVu Sans"/>
              </a:rPr>
              <a:t>z</a:t>
            </a:r>
          </a:p>
        </p:txBody>
      </p:sp>
      <p:sp>
        <p:nvSpPr>
          <p:cNvPr id="13" name="axis-O-label">
            <a:extLst xmlns:a="http://schemas.openxmlformats.org/drawingml/2006/main">
              <a:ext uri="{FF2B5EF4-FFF2-40B4-BE49-F238E27FC236}">
                <a16:creationId xmlns:a16="http://schemas.microsoft.com/office/drawing/2014/main" id="{5B0FD1D1-6B88-4102-9B5A-78F4E981926E}"/>
              </a:ext>
            </a:extLst>
          </p:cNvPr>
          <p:cNvSpPr>
            <a:spLocks xmlns:a="http://schemas.openxmlformats.org/drawingml/2006/main" noGrp="1"/>
          </p:cNvSpPr>
          <p:nvPr/>
        </p:nvSpPr>
        <p:spPr>
          <a:xfrm xmlns:a="http://schemas.openxmlformats.org/drawingml/2006/main">
            <a:off x="8972550" y="3905250"/>
            <a:ext cx="38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00" b="0">
                <a:solidFill>
                  <a:srgbClr val="ADB5BF"/>
                </a:solidFill>
                <a:latin typeface="DejaVu Sans"/>
                <a:ea typeface="DejaVu Sans"/>
                <a:cs typeface="DejaVu Sans"/>
              </a:defRPr>
            </a:defPPr>
            <a:lvl1pPr>
              <a:defRPr sz="1800" b="0">
                <a:solidFill>
                  <a:srgbClr val="ADB5BF"/>
                </a:solidFill>
                <a:latin typeface="DejaVu Sans"/>
                <a:ea typeface="DejaVu Sans"/>
                <a:cs typeface="DejaVu Sans"/>
              </a:defRPr>
            </a:lvl1pPr>
            <a:lvl2pPr>
              <a:defRPr sz="1800" b="0">
                <a:solidFill>
                  <a:srgbClr val="ADB5BF"/>
                </a:solidFill>
                <a:latin typeface="DejaVu Sans"/>
                <a:ea typeface="DejaVu Sans"/>
                <a:cs typeface="DejaVu Sans"/>
              </a:defRPr>
            </a:lvl2pPr>
            <a:lvl3pPr>
              <a:defRPr sz="1800" b="0">
                <a:solidFill>
                  <a:srgbClr val="ADB5BF"/>
                </a:solidFill>
                <a:latin typeface="DejaVu Sans"/>
                <a:ea typeface="DejaVu Sans"/>
                <a:cs typeface="DejaVu Sans"/>
              </a:defRPr>
            </a:lvl3pPr>
            <a:lvl4pPr>
              <a:defRPr sz="1800" b="0">
                <a:solidFill>
                  <a:srgbClr val="ADB5BF"/>
                </a:solidFill>
                <a:latin typeface="DejaVu Sans"/>
                <a:ea typeface="DejaVu Sans"/>
                <a:cs typeface="DejaVu Sans"/>
              </a:defRPr>
            </a:lvl4pPr>
            <a:lvl5pPr>
              <a:defRPr sz="1800" b="0">
                <a:solidFill>
                  <a:srgbClr val="ADB5BF"/>
                </a:solidFill>
                <a:latin typeface="DejaVu Sans"/>
                <a:ea typeface="DejaVu Sans"/>
                <a:cs typeface="DejaVu Sans"/>
              </a:defRPr>
            </a:lvl5pPr>
            <a:lvl6pPr>
              <a:defRPr sz="1800" b="0">
                <a:solidFill>
                  <a:srgbClr val="ADB5BF"/>
                </a:solidFill>
                <a:latin typeface="DejaVu Sans"/>
                <a:ea typeface="DejaVu Sans"/>
                <a:cs typeface="DejaVu Sans"/>
              </a:defRPr>
            </a:lvl6pPr>
            <a:lvl7pPr>
              <a:defRPr sz="1800" b="0">
                <a:solidFill>
                  <a:srgbClr val="ADB5BF"/>
                </a:solidFill>
                <a:latin typeface="DejaVu Sans"/>
                <a:ea typeface="DejaVu Sans"/>
                <a:cs typeface="DejaVu Sans"/>
              </a:defRPr>
            </a:lvl7pPr>
            <a:lvl8pPr>
              <a:defRPr sz="1800" b="0">
                <a:solidFill>
                  <a:srgbClr val="ADB5BF"/>
                </a:solidFill>
                <a:latin typeface="DejaVu Sans"/>
                <a:ea typeface="DejaVu Sans"/>
                <a:cs typeface="DejaVu Sans"/>
              </a:defRPr>
            </a:lvl8pPr>
            <a:lvl9pPr>
              <a:defRPr sz="1800" b="0">
                <a:solidFill>
                  <a:srgbClr val="ADB5BF"/>
                </a:solidFill>
                <a:latin typeface="DejaVu Sans"/>
                <a:ea typeface="DejaVu Sans"/>
                <a:cs typeface="DejaVu Sans"/>
              </a:defRPr>
            </a:lvl9pPr>
          </a:lstStyle>
          <a:p xmlns:a="http://schemas.openxmlformats.org/drawingml/2006/main">
            <a:pPr>
              <a:defRPr sz="1800" b="0">
                <a:solidFill>
                  <a:srgbClr val="ADB5BF"/>
                </a:solidFill>
                <a:latin typeface="DejaVu Sans"/>
                <a:ea typeface="DejaVu Sans"/>
                <a:cs typeface="DejaVu Sans"/>
              </a:defRPr>
            </a:pPr>
            <a:r>
              <a:rPr sz="1800" b="0">
                <a:solidFill>
                  <a:srgbClr val="ADB5BF"/>
                </a:solidFill>
                <a:latin typeface="DejaVu Sans"/>
                <a:ea typeface="DejaVu Sans"/>
                <a:cs typeface="DejaVu Sans"/>
              </a:rPr>
              <a:t>O</a:t>
            </a:r>
          </a:p>
        </p:txBody>
      </p:sp>
      <p:cxnSp>
        <p:nvCxnSpPr>
          <p:cNvPr id="14" name="leg-1">
            <a:extLst xmlns:a="http://schemas.openxmlformats.org/drawingml/2006/main">
              <a:ext uri="{FF2B5EF4-FFF2-40B4-BE49-F238E27FC236}">
                <a16:creationId xmlns:a16="http://schemas.microsoft.com/office/drawing/2014/main" id="{63AD190D-9D45-4E2A-A9E2-57BE699373D5}"/>
              </a:ext>
            </a:extLst>
          </p:cNvPr>
          <p:cNvCxnSpPr/>
          <p:nvPr/>
        </p:nvCxnSpPr>
        <p:spPr>
          <a:xfrm xmlns:a="http://schemas.openxmlformats.org/drawingml/2006/main" rot="-1827933">
            <a:off x="9213313" y="3762375"/>
            <a:ext cx="375725" cy="0"/>
          </a:xfrm>
          <a:prstGeom xmlns:a="http://schemas.openxmlformats.org/drawingml/2006/main" prst="straightConnector1">
            <a:avLst/>
          </a:prstGeom>
          <a:ln xmlns:a="http://schemas.openxmlformats.org/drawingml/2006/main" w="28575">
            <a:solidFill>
              <a:srgbClr val="7DD3FC"/>
            </a:solidFill>
            <a:prstDash val="solid"/>
            <a:tailEnd type="triangle" w="med" len="med"/>
          </a:ln>
        </p:spPr>
      </p:cxnSp>
      <p:sp>
        <p:nvSpPr>
          <p:cNvPr id="15" name="dot-1">
            <a:extLst xmlns:a="http://schemas.openxmlformats.org/drawingml/2006/main">
              <a:ext uri="{FF2B5EF4-FFF2-40B4-BE49-F238E27FC236}">
                <a16:creationId xmlns:a16="http://schemas.microsoft.com/office/drawing/2014/main" id="{1E01F2E5-EF03-48B3-893E-33CF782772AA}"/>
              </a:ext>
            </a:extLst>
          </p:cNvPr>
          <p:cNvSpPr>
            <a:spLocks xmlns:a="http://schemas.openxmlformats.org/drawingml/2006/main" noGrp="1"/>
          </p:cNvSpPr>
          <p:nvPr/>
        </p:nvSpPr>
        <p:spPr>
          <a:xfrm xmlns:a="http://schemas.openxmlformats.org/drawingml/2006/main">
            <a:off x="9525000" y="3629025"/>
            <a:ext cx="76200" cy="76200"/>
          </a:xfrm>
          <a:prstGeom xmlns:a="http://schemas.openxmlformats.org/drawingml/2006/main" prst="ellipse">
            <a:avLst/>
          </a:prstGeom>
          <a:solidFill xmlns:a="http://schemas.openxmlformats.org/drawingml/2006/main">
            <a:srgbClr val="7DD3FC"/>
          </a:solidFill>
          <a:ln xmlns:a="http://schemas.openxmlformats.org/drawingml/2006/main" w="0">
            <a:noFill/>
          </a:ln>
        </p:spPr>
      </p:sp>
      <p:sp>
        <p:nvSpPr>
          <p:cNvPr id="16" name="label-1">
            <a:extLst xmlns:a="http://schemas.openxmlformats.org/drawingml/2006/main">
              <a:ext uri="{FF2B5EF4-FFF2-40B4-BE49-F238E27FC236}">
                <a16:creationId xmlns:a16="http://schemas.microsoft.com/office/drawing/2014/main" id="{00934EC8-CCA9-4BC5-8ED4-7BA3F4C2BAD1}"/>
              </a:ext>
            </a:extLst>
          </p:cNvPr>
          <p:cNvSpPr>
            <a:spLocks xmlns:a="http://schemas.openxmlformats.org/drawingml/2006/main" noGrp="1"/>
          </p:cNvSpPr>
          <p:nvPr/>
        </p:nvSpPr>
        <p:spPr>
          <a:xfrm xmlns:a="http://schemas.openxmlformats.org/drawingml/2006/main">
            <a:off x="9515475" y="3238500"/>
            <a:ext cx="152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575" b="0">
                <a:solidFill>
                  <a:srgbClr val="7DD3FC"/>
                </a:solidFill>
                <a:latin typeface="DejaVu Sans"/>
                <a:ea typeface="DejaVu Sans"/>
                <a:cs typeface="DejaVu Sans"/>
              </a:defRPr>
            </a:defPPr>
            <a:lvl1pPr>
              <a:defRPr sz="1575" b="0">
                <a:solidFill>
                  <a:srgbClr val="7DD3FC"/>
                </a:solidFill>
                <a:latin typeface="DejaVu Sans"/>
                <a:ea typeface="DejaVu Sans"/>
                <a:cs typeface="DejaVu Sans"/>
              </a:defRPr>
            </a:lvl1pPr>
            <a:lvl2pPr>
              <a:defRPr sz="1575" b="0">
                <a:solidFill>
                  <a:srgbClr val="7DD3FC"/>
                </a:solidFill>
                <a:latin typeface="DejaVu Sans"/>
                <a:ea typeface="DejaVu Sans"/>
                <a:cs typeface="DejaVu Sans"/>
              </a:defRPr>
            </a:lvl2pPr>
            <a:lvl3pPr>
              <a:defRPr sz="1575" b="0">
                <a:solidFill>
                  <a:srgbClr val="7DD3FC"/>
                </a:solidFill>
                <a:latin typeface="DejaVu Sans"/>
                <a:ea typeface="DejaVu Sans"/>
                <a:cs typeface="DejaVu Sans"/>
              </a:defRPr>
            </a:lvl3pPr>
            <a:lvl4pPr>
              <a:defRPr sz="1575" b="0">
                <a:solidFill>
                  <a:srgbClr val="7DD3FC"/>
                </a:solidFill>
                <a:latin typeface="DejaVu Sans"/>
                <a:ea typeface="DejaVu Sans"/>
                <a:cs typeface="DejaVu Sans"/>
              </a:defRPr>
            </a:lvl4pPr>
            <a:lvl5pPr>
              <a:defRPr sz="1575" b="0">
                <a:solidFill>
                  <a:srgbClr val="7DD3FC"/>
                </a:solidFill>
                <a:latin typeface="DejaVu Sans"/>
                <a:ea typeface="DejaVu Sans"/>
                <a:cs typeface="DejaVu Sans"/>
              </a:defRPr>
            </a:lvl5pPr>
            <a:lvl6pPr>
              <a:defRPr sz="1575" b="0">
                <a:solidFill>
                  <a:srgbClr val="7DD3FC"/>
                </a:solidFill>
                <a:latin typeface="DejaVu Sans"/>
                <a:ea typeface="DejaVu Sans"/>
                <a:cs typeface="DejaVu Sans"/>
              </a:defRPr>
            </a:lvl6pPr>
            <a:lvl7pPr>
              <a:defRPr sz="1575" b="0">
                <a:solidFill>
                  <a:srgbClr val="7DD3FC"/>
                </a:solidFill>
                <a:latin typeface="DejaVu Sans"/>
                <a:ea typeface="DejaVu Sans"/>
                <a:cs typeface="DejaVu Sans"/>
              </a:defRPr>
            </a:lvl7pPr>
            <a:lvl8pPr>
              <a:defRPr sz="1575" b="0">
                <a:solidFill>
                  <a:srgbClr val="7DD3FC"/>
                </a:solidFill>
                <a:latin typeface="DejaVu Sans"/>
                <a:ea typeface="DejaVu Sans"/>
                <a:cs typeface="DejaVu Sans"/>
              </a:defRPr>
            </a:lvl8pPr>
            <a:lvl9pPr>
              <a:defRPr sz="1575" b="0">
                <a:solidFill>
                  <a:srgbClr val="7DD3FC"/>
                </a:solidFill>
                <a:latin typeface="DejaVu Sans"/>
                <a:ea typeface="DejaVu Sans"/>
                <a:cs typeface="DejaVu Sans"/>
              </a:defRPr>
            </a:lvl9pPr>
          </a:lstStyle>
          <a:p xmlns:a="http://schemas.openxmlformats.org/drawingml/2006/main">
            <a:pPr>
              <a:defRPr sz="1575" b="0">
                <a:solidFill>
                  <a:srgbClr val="7DD3FC"/>
                </a:solidFill>
                <a:latin typeface="DejaVu Sans"/>
                <a:ea typeface="DejaVu Sans"/>
                <a:cs typeface="DejaVu Sans"/>
              </a:defRPr>
            </a:pPr>
            <a:r>
              <a:rPr sz="1575" b="0">
                <a:solidFill>
                  <a:srgbClr val="7DD3FC"/>
                </a:solidFill>
                <a:latin typeface="DejaVu Sans"/>
                <a:ea typeface="DejaVu Sans"/>
                <a:cs typeface="DejaVu Sans"/>
              </a:rPr>
              <a:t>(-1, 0, 0)</a:t>
            </a:r>
          </a:p>
        </p:txBody>
      </p:sp>
      <p:cxnSp>
        <p:nvCxnSpPr>
          <p:cNvPr id="17" name="leg-2">
            <a:extLst xmlns:a="http://schemas.openxmlformats.org/drawingml/2006/main">
              <a:ext uri="{FF2B5EF4-FFF2-40B4-BE49-F238E27FC236}">
                <a16:creationId xmlns:a16="http://schemas.microsoft.com/office/drawing/2014/main" id="{34F47A0A-6B3A-4D45-934F-105DAB797E3B}"/>
              </a:ext>
            </a:extLst>
          </p:cNvPr>
          <p:cNvCxnSpPr/>
          <p:nvPr/>
        </p:nvCxnSpPr>
        <p:spPr>
          <a:xfrm xmlns:a="http://schemas.openxmlformats.org/drawingml/2006/main" rot="1446134">
            <a:off x="9528531" y="3829050"/>
            <a:ext cx="793038" cy="0"/>
          </a:xfrm>
          <a:prstGeom xmlns:a="http://schemas.openxmlformats.org/drawingml/2006/main" prst="straightConnector1">
            <a:avLst/>
          </a:prstGeom>
          <a:ln xmlns:a="http://schemas.openxmlformats.org/drawingml/2006/main" w="28575">
            <a:solidFill>
              <a:srgbClr val="86EFAC"/>
            </a:solidFill>
            <a:prstDash val="solid"/>
            <a:tailEnd type="triangle" w="med" len="med"/>
          </a:ln>
        </p:spPr>
      </p:cxnSp>
      <p:sp>
        <p:nvSpPr>
          <p:cNvPr id="18" name="dot-2">
            <a:extLst xmlns:a="http://schemas.openxmlformats.org/drawingml/2006/main">
              <a:ext uri="{FF2B5EF4-FFF2-40B4-BE49-F238E27FC236}">
                <a16:creationId xmlns:a16="http://schemas.microsoft.com/office/drawing/2014/main" id="{04575634-DAB0-4B8F-AEB6-8EDB89C8EC3E}"/>
              </a:ext>
            </a:extLst>
          </p:cNvPr>
          <p:cNvSpPr>
            <a:spLocks xmlns:a="http://schemas.openxmlformats.org/drawingml/2006/main" noGrp="1"/>
          </p:cNvSpPr>
          <p:nvPr/>
        </p:nvSpPr>
        <p:spPr>
          <a:xfrm xmlns:a="http://schemas.openxmlformats.org/drawingml/2006/main">
            <a:off x="10248900" y="3952875"/>
            <a:ext cx="76200" cy="76200"/>
          </a:xfrm>
          <a:prstGeom xmlns:a="http://schemas.openxmlformats.org/drawingml/2006/main" prst="ellipse">
            <a:avLst/>
          </a:prstGeom>
          <a:solidFill xmlns:a="http://schemas.openxmlformats.org/drawingml/2006/main">
            <a:srgbClr val="86EFAC"/>
          </a:solidFill>
          <a:ln xmlns:a="http://schemas.openxmlformats.org/drawingml/2006/main" w="0">
            <a:noFill/>
          </a:ln>
        </p:spPr>
      </p:sp>
      <p:sp>
        <p:nvSpPr>
          <p:cNvPr id="19" name="label-2">
            <a:extLst xmlns:a="http://schemas.openxmlformats.org/drawingml/2006/main">
              <a:ext uri="{FF2B5EF4-FFF2-40B4-BE49-F238E27FC236}">
                <a16:creationId xmlns:a16="http://schemas.microsoft.com/office/drawing/2014/main" id="{26C336F3-688E-4813-BF85-2DAF06AF55F1}"/>
              </a:ext>
            </a:extLst>
          </p:cNvPr>
          <p:cNvSpPr>
            <a:spLocks xmlns:a="http://schemas.openxmlformats.org/drawingml/2006/main" noGrp="1"/>
          </p:cNvSpPr>
          <p:nvPr/>
        </p:nvSpPr>
        <p:spPr>
          <a:xfrm xmlns:a="http://schemas.openxmlformats.org/drawingml/2006/main">
            <a:off x="10382250" y="3667125"/>
            <a:ext cx="1762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575" b="0">
                <a:solidFill>
                  <a:srgbClr val="86EFAC"/>
                </a:solidFill>
                <a:latin typeface="DejaVu Sans"/>
                <a:ea typeface="DejaVu Sans"/>
                <a:cs typeface="DejaVu Sans"/>
              </a:defRPr>
            </a:defPPr>
            <a:lvl1pPr>
              <a:defRPr sz="1575" b="0">
                <a:solidFill>
                  <a:srgbClr val="86EFAC"/>
                </a:solidFill>
                <a:latin typeface="DejaVu Sans"/>
                <a:ea typeface="DejaVu Sans"/>
                <a:cs typeface="DejaVu Sans"/>
              </a:defRPr>
            </a:lvl1pPr>
            <a:lvl2pPr>
              <a:defRPr sz="1575" b="0">
                <a:solidFill>
                  <a:srgbClr val="86EFAC"/>
                </a:solidFill>
                <a:latin typeface="DejaVu Sans"/>
                <a:ea typeface="DejaVu Sans"/>
                <a:cs typeface="DejaVu Sans"/>
              </a:defRPr>
            </a:lvl2pPr>
            <a:lvl3pPr>
              <a:defRPr sz="1575" b="0">
                <a:solidFill>
                  <a:srgbClr val="86EFAC"/>
                </a:solidFill>
                <a:latin typeface="DejaVu Sans"/>
                <a:ea typeface="DejaVu Sans"/>
                <a:cs typeface="DejaVu Sans"/>
              </a:defRPr>
            </a:lvl3pPr>
            <a:lvl4pPr>
              <a:defRPr sz="1575" b="0">
                <a:solidFill>
                  <a:srgbClr val="86EFAC"/>
                </a:solidFill>
                <a:latin typeface="DejaVu Sans"/>
                <a:ea typeface="DejaVu Sans"/>
                <a:cs typeface="DejaVu Sans"/>
              </a:defRPr>
            </a:lvl4pPr>
            <a:lvl5pPr>
              <a:defRPr sz="1575" b="0">
                <a:solidFill>
                  <a:srgbClr val="86EFAC"/>
                </a:solidFill>
                <a:latin typeface="DejaVu Sans"/>
                <a:ea typeface="DejaVu Sans"/>
                <a:cs typeface="DejaVu Sans"/>
              </a:defRPr>
            </a:lvl5pPr>
            <a:lvl6pPr>
              <a:defRPr sz="1575" b="0">
                <a:solidFill>
                  <a:srgbClr val="86EFAC"/>
                </a:solidFill>
                <a:latin typeface="DejaVu Sans"/>
                <a:ea typeface="DejaVu Sans"/>
                <a:cs typeface="DejaVu Sans"/>
              </a:defRPr>
            </a:lvl6pPr>
            <a:lvl7pPr>
              <a:defRPr sz="1575" b="0">
                <a:solidFill>
                  <a:srgbClr val="86EFAC"/>
                </a:solidFill>
                <a:latin typeface="DejaVu Sans"/>
                <a:ea typeface="DejaVu Sans"/>
                <a:cs typeface="DejaVu Sans"/>
              </a:defRPr>
            </a:lvl7pPr>
            <a:lvl8pPr>
              <a:defRPr sz="1575" b="0">
                <a:solidFill>
                  <a:srgbClr val="86EFAC"/>
                </a:solidFill>
                <a:latin typeface="DejaVu Sans"/>
                <a:ea typeface="DejaVu Sans"/>
                <a:cs typeface="DejaVu Sans"/>
              </a:defRPr>
            </a:lvl8pPr>
            <a:lvl9pPr>
              <a:defRPr sz="1575" b="0">
                <a:solidFill>
                  <a:srgbClr val="86EFAC"/>
                </a:solidFill>
                <a:latin typeface="DejaVu Sans"/>
                <a:ea typeface="DejaVu Sans"/>
                <a:cs typeface="DejaVu Sans"/>
              </a:defRPr>
            </a:lvl9pPr>
          </a:lstStyle>
          <a:p xmlns:a="http://schemas.openxmlformats.org/drawingml/2006/main">
            <a:pPr>
              <a:defRPr sz="1575" b="0">
                <a:solidFill>
                  <a:srgbClr val="86EFAC"/>
                </a:solidFill>
                <a:latin typeface="DejaVu Sans"/>
                <a:ea typeface="DejaVu Sans"/>
                <a:cs typeface="DejaVu Sans"/>
              </a:defRPr>
            </a:pPr>
            <a:r>
              <a:rPr sz="1575" b="0">
                <a:solidFill>
                  <a:srgbClr val="86EFAC"/>
                </a:solidFill>
                <a:latin typeface="DejaVu Sans"/>
                <a:ea typeface="DejaVu Sans"/>
                <a:cs typeface="DejaVu Sans"/>
              </a:rPr>
              <a:t>H(-1, 2, 0)</a:t>
            </a:r>
          </a:p>
        </p:txBody>
      </p:sp>
      <p:cxnSp>
        <p:nvCxnSpPr>
          <p:cNvPr id="20" name="leg-3">
            <a:extLst xmlns:a="http://schemas.openxmlformats.org/drawingml/2006/main">
              <a:ext uri="{FF2B5EF4-FFF2-40B4-BE49-F238E27FC236}">
                <a16:creationId xmlns:a16="http://schemas.microsoft.com/office/drawing/2014/main" id="{C3973895-9DA4-4FA4-B430-55B35A0749CF}"/>
              </a:ext>
            </a:extLst>
          </p:cNvPr>
          <p:cNvCxnSpPr/>
          <p:nvPr/>
        </p:nvCxnSpPr>
        <p:spPr>
          <a:xfrm xmlns:a="http://schemas.openxmlformats.org/drawingml/2006/main" rot="5400000">
            <a:off x="9906000" y="4371975"/>
            <a:ext cx="762000" cy="0"/>
          </a:xfrm>
          <a:prstGeom xmlns:a="http://schemas.openxmlformats.org/drawingml/2006/main" prst="straightConnector1">
            <a:avLst/>
          </a:prstGeom>
          <a:ln xmlns:a="http://schemas.openxmlformats.org/drawingml/2006/main" w="28575">
            <a:solidFill>
              <a:srgbClr val="C4B5FD"/>
            </a:solidFill>
            <a:prstDash val="solid"/>
            <a:tailEnd type="triangle" w="med" len="med"/>
          </a:ln>
        </p:spPr>
      </p:cxnSp>
      <p:sp>
        <p:nvSpPr>
          <p:cNvPr id="21" name="dot-3">
            <a:extLst xmlns:a="http://schemas.openxmlformats.org/drawingml/2006/main">
              <a:ext uri="{FF2B5EF4-FFF2-40B4-BE49-F238E27FC236}">
                <a16:creationId xmlns:a16="http://schemas.microsoft.com/office/drawing/2014/main" id="{F8CA15A7-FF36-4FBA-90B9-A86967766C16}"/>
              </a:ext>
            </a:extLst>
          </p:cNvPr>
          <p:cNvSpPr>
            <a:spLocks xmlns:a="http://schemas.openxmlformats.org/drawingml/2006/main" noGrp="1"/>
          </p:cNvSpPr>
          <p:nvPr/>
        </p:nvSpPr>
        <p:spPr>
          <a:xfrm xmlns:a="http://schemas.openxmlformats.org/drawingml/2006/main">
            <a:off x="10248900" y="4714875"/>
            <a:ext cx="76200" cy="76200"/>
          </a:xfrm>
          <a:prstGeom xmlns:a="http://schemas.openxmlformats.org/drawingml/2006/main" prst="ellipse">
            <a:avLst/>
          </a:prstGeom>
          <a:solidFill xmlns:a="http://schemas.openxmlformats.org/drawingml/2006/main">
            <a:srgbClr val="C4B5FD"/>
          </a:solidFill>
          <a:ln xmlns:a="http://schemas.openxmlformats.org/drawingml/2006/main" w="0">
            <a:noFill/>
          </a:ln>
        </p:spPr>
      </p:sp>
      <p:sp>
        <p:nvSpPr>
          <p:cNvPr id="22" name="label-3">
            <a:extLst xmlns:a="http://schemas.openxmlformats.org/drawingml/2006/main">
              <a:ext uri="{FF2B5EF4-FFF2-40B4-BE49-F238E27FC236}">
                <a16:creationId xmlns:a16="http://schemas.microsoft.com/office/drawing/2014/main" id="{BA1AB558-201F-4754-B824-B113888C171A}"/>
              </a:ext>
            </a:extLst>
          </p:cNvPr>
          <p:cNvSpPr>
            <a:spLocks xmlns:a="http://schemas.openxmlformats.org/drawingml/2006/main" noGrp="1"/>
          </p:cNvSpPr>
          <p:nvPr/>
        </p:nvSpPr>
        <p:spPr>
          <a:xfrm xmlns:a="http://schemas.openxmlformats.org/drawingml/2006/main">
            <a:off x="10382250" y="476250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575" b="0">
                <a:solidFill>
                  <a:srgbClr val="C4B5FD"/>
                </a:solidFill>
                <a:latin typeface="DejaVu Sans"/>
                <a:ea typeface="DejaVu Sans"/>
                <a:cs typeface="DejaVu Sans"/>
              </a:defRPr>
            </a:defPPr>
            <a:lvl1pPr>
              <a:defRPr sz="1575" b="0">
                <a:solidFill>
                  <a:srgbClr val="C4B5FD"/>
                </a:solidFill>
                <a:latin typeface="DejaVu Sans"/>
                <a:ea typeface="DejaVu Sans"/>
                <a:cs typeface="DejaVu Sans"/>
              </a:defRPr>
            </a:lvl1pPr>
            <a:lvl2pPr>
              <a:defRPr sz="1575" b="0">
                <a:solidFill>
                  <a:srgbClr val="C4B5FD"/>
                </a:solidFill>
                <a:latin typeface="DejaVu Sans"/>
                <a:ea typeface="DejaVu Sans"/>
                <a:cs typeface="DejaVu Sans"/>
              </a:defRPr>
            </a:lvl2pPr>
            <a:lvl3pPr>
              <a:defRPr sz="1575" b="0">
                <a:solidFill>
                  <a:srgbClr val="C4B5FD"/>
                </a:solidFill>
                <a:latin typeface="DejaVu Sans"/>
                <a:ea typeface="DejaVu Sans"/>
                <a:cs typeface="DejaVu Sans"/>
              </a:defRPr>
            </a:lvl3pPr>
            <a:lvl4pPr>
              <a:defRPr sz="1575" b="0">
                <a:solidFill>
                  <a:srgbClr val="C4B5FD"/>
                </a:solidFill>
                <a:latin typeface="DejaVu Sans"/>
                <a:ea typeface="DejaVu Sans"/>
                <a:cs typeface="DejaVu Sans"/>
              </a:defRPr>
            </a:lvl4pPr>
            <a:lvl5pPr>
              <a:defRPr sz="1575" b="0">
                <a:solidFill>
                  <a:srgbClr val="C4B5FD"/>
                </a:solidFill>
                <a:latin typeface="DejaVu Sans"/>
                <a:ea typeface="DejaVu Sans"/>
                <a:cs typeface="DejaVu Sans"/>
              </a:defRPr>
            </a:lvl5pPr>
            <a:lvl6pPr>
              <a:defRPr sz="1575" b="0">
                <a:solidFill>
                  <a:srgbClr val="C4B5FD"/>
                </a:solidFill>
                <a:latin typeface="DejaVu Sans"/>
                <a:ea typeface="DejaVu Sans"/>
                <a:cs typeface="DejaVu Sans"/>
              </a:defRPr>
            </a:lvl6pPr>
            <a:lvl7pPr>
              <a:defRPr sz="1575" b="0">
                <a:solidFill>
                  <a:srgbClr val="C4B5FD"/>
                </a:solidFill>
                <a:latin typeface="DejaVu Sans"/>
                <a:ea typeface="DejaVu Sans"/>
                <a:cs typeface="DejaVu Sans"/>
              </a:defRPr>
            </a:lvl7pPr>
            <a:lvl8pPr>
              <a:defRPr sz="1575" b="0">
                <a:solidFill>
                  <a:srgbClr val="C4B5FD"/>
                </a:solidFill>
                <a:latin typeface="DejaVu Sans"/>
                <a:ea typeface="DejaVu Sans"/>
                <a:cs typeface="DejaVu Sans"/>
              </a:defRPr>
            </a:lvl8pPr>
            <a:lvl9pPr>
              <a:defRPr sz="1575" b="0">
                <a:solidFill>
                  <a:srgbClr val="C4B5FD"/>
                </a:solidFill>
                <a:latin typeface="DejaVu Sans"/>
                <a:ea typeface="DejaVu Sans"/>
                <a:cs typeface="DejaVu Sans"/>
              </a:defRPr>
            </a:lvl9pPr>
          </a:lstStyle>
          <a:p xmlns:a="http://schemas.openxmlformats.org/drawingml/2006/main">
            <a:pPr>
              <a:defRPr sz="1575" b="0">
                <a:solidFill>
                  <a:srgbClr val="C4B5FD"/>
                </a:solidFill>
                <a:latin typeface="DejaVu Sans"/>
                <a:ea typeface="DejaVu Sans"/>
                <a:cs typeface="DejaVu Sans"/>
              </a:defRPr>
            </a:pPr>
            <a:r>
              <a:rPr sz="1575" b="0">
                <a:solidFill>
                  <a:srgbClr val="C4B5FD"/>
                </a:solidFill>
                <a:latin typeface="DejaVu Sans"/>
                <a:ea typeface="DejaVu Sans"/>
                <a:cs typeface="DejaVu Sans"/>
              </a:rPr>
              <a:t>R(-1, 2, -2)</a:t>
            </a:r>
          </a:p>
        </p:txBody>
      </p:sp>
    </p:spTree>
    <p:extLst>
      <p:ext uri="{BB962C8B-B14F-4D97-AF65-F5344CB8AC3E}">
        <p14:creationId xmlns:p14="http://schemas.microsoft.com/office/powerpoint/2010/main" val="208930014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22" name="title">
            <a:extLst xmlns:a="http://schemas.openxmlformats.org/drawingml/2006/main">
              <a:ext uri="{FF2B5EF4-FFF2-40B4-BE49-F238E27FC236}">
                <a16:creationId xmlns:a16="http://schemas.microsoft.com/office/drawing/2014/main" id="{7E346C16-3BBA-45EB-93A1-8F2AD7CF6989}"/>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Sketching a plane using intercepts</a:t>
            </a:r>
          </a:p>
        </p:txBody>
      </p:sp>
      <p:sp>
        <p:nvSpPr>
          <p:cNvPr id="2" name="lead">
            <a:extLst xmlns:a="http://schemas.openxmlformats.org/drawingml/2006/main">
              <a:ext uri="{FF2B5EF4-FFF2-40B4-BE49-F238E27FC236}">
                <a16:creationId xmlns:a16="http://schemas.microsoft.com/office/drawing/2014/main" id="{00DF8631-FC25-4D88-BF38-DE812672B047}"/>
              </a:ext>
            </a:extLst>
          </p:cNvPr>
          <p:cNvSpPr>
            <a:spLocks xmlns:a="http://schemas.openxmlformats.org/drawingml/2006/main" noGrp="1"/>
          </p:cNvSpPr>
          <p:nvPr/>
        </p:nvSpPr>
        <p:spPr>
          <a:xfrm xmlns:a="http://schemas.openxmlformats.org/drawingml/2006/main">
            <a:off x="685800" y="1552575"/>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At an axis intercept, set the other two coordinates to zero.</a:t>
            </a:r>
          </a:p>
        </p:txBody>
      </p:sp>
      <p:pic>
        <p:nvPicPr>
          <p:cNvPr id="3" name="equation-0" descr="LaTeX: 2x+3y+6z=6">
            <a:extLst xmlns:a="http://schemas.openxmlformats.org/drawingml/2006/main">
              <a:ext uri="{FF2B5EF4-FFF2-40B4-BE49-F238E27FC236}">
                <a16:creationId xmlns:a16="http://schemas.microsoft.com/office/drawing/2014/main" id="{B10E77D9-3B0D-4D72-8945-2E8BD7B4809E}"/>
              </a:ext>
            </a:extLst>
          </p:cNvPr>
          <p:cNvPicPr>
            <a:picLocks xmlns:a="http://schemas.openxmlformats.org/drawingml/2006/main" noChangeAspect="1"/>
          </p:cNvPicPr>
          <p:nvPr/>
        </p:nvPicPr>
        <p:blipFill>
          <a:blip xmlns:r="http://schemas.openxmlformats.org/officeDocument/2006/relationships" xmlns:a="http://schemas.openxmlformats.org/drawingml/2006/main" r:embed="R1e2206b7f7b24b46">
            <a:extLst>
              <a:ext uri="{96DAC541-7B7A-43D3-8B79-37D633B846F1}">
                <asvg:svgBlip xmlns:asvg="http://schemas.microsoft.com/office/drawing/2016/SVG/main" r:embed="R2f40d4db462f4c58"/>
              </a:ext>
            </a:extLst>
          </a:blip>
          <a:stretch xmlns:a="http://schemas.openxmlformats.org/drawingml/2006/main"/>
        </p:blipFill>
        <p:spPr>
          <a:xfrm xmlns:a="http://schemas.openxmlformats.org/drawingml/2006/main">
            <a:off x="685800" y="2524125"/>
            <a:ext cx="2524401" cy="339842"/>
          </a:xfrm>
          <a:prstGeom xmlns:a="http://schemas.openxmlformats.org/drawingml/2006/main" prst="rect">
            <a:avLst/>
          </a:prstGeom>
        </p:spPr>
      </p:pic>
      <p:pic>
        <p:nvPicPr>
          <p:cNvPr id="4" name="equation-1" descr="LaTeX: \begin{aligned}y=z=0:&amp;\quad x=3\\x=z=0:&amp;\quad y=2\\x=y=0:&amp;\quad z=1\end{aligned}">
            <a:extLst xmlns:a="http://schemas.openxmlformats.org/drawingml/2006/main">
              <a:ext uri="{FF2B5EF4-FFF2-40B4-BE49-F238E27FC236}">
                <a16:creationId xmlns:a16="http://schemas.microsoft.com/office/drawing/2014/main" id="{AC0FABA3-442A-4B26-A9FF-A06B16CD3560}"/>
              </a:ext>
            </a:extLst>
          </p:cNvPr>
          <p:cNvPicPr>
            <a:picLocks xmlns:a="http://schemas.openxmlformats.org/drawingml/2006/main" noChangeAspect="1"/>
          </p:cNvPicPr>
          <p:nvPr/>
        </p:nvPicPr>
        <p:blipFill>
          <a:blip xmlns:r="http://schemas.openxmlformats.org/officeDocument/2006/relationships" xmlns:a="http://schemas.openxmlformats.org/drawingml/2006/main" r:embed="R39698ea7bfef4cb9">
            <a:extLst>
              <a:ext uri="{96DAC541-7B7A-43D3-8B79-37D633B846F1}">
                <asvg:svgBlip xmlns:asvg="http://schemas.microsoft.com/office/drawing/2016/SVG/main" r:embed="Rd768bc8deeb7475b"/>
              </a:ext>
            </a:extLst>
          </a:blip>
          <a:stretch xmlns:a="http://schemas.openxmlformats.org/drawingml/2006/main"/>
        </p:blipFill>
        <p:spPr>
          <a:xfrm xmlns:a="http://schemas.openxmlformats.org/drawingml/2006/main">
            <a:off x="685800" y="3149717"/>
            <a:ext cx="2810066" cy="1494587"/>
          </a:xfrm>
          <a:prstGeom xmlns:a="http://schemas.openxmlformats.org/drawingml/2006/main" prst="rect">
            <a:avLst/>
          </a:prstGeom>
        </p:spPr>
      </p:pic>
      <p:pic>
        <p:nvPicPr>
          <p:cNvPr id="5" name="equation-2" descr="LaTeX: A(3,0,0),\quad B(0,2,0),\quad C(0,0,1)">
            <a:extLst xmlns:a="http://schemas.openxmlformats.org/drawingml/2006/main">
              <a:ext uri="{FF2B5EF4-FFF2-40B4-BE49-F238E27FC236}">
                <a16:creationId xmlns:a16="http://schemas.microsoft.com/office/drawing/2014/main" id="{59B19B52-57CC-48E4-9AB5-CA4B86F8B462}"/>
              </a:ext>
            </a:extLst>
          </p:cNvPr>
          <p:cNvPicPr>
            <a:picLocks xmlns:a="http://schemas.openxmlformats.org/drawingml/2006/main" noChangeAspect="1"/>
          </p:cNvPicPr>
          <p:nvPr/>
        </p:nvPicPr>
        <p:blipFill>
          <a:blip xmlns:r="http://schemas.openxmlformats.org/officeDocument/2006/relationships" xmlns:a="http://schemas.openxmlformats.org/drawingml/2006/main" r:embed="Ra5dd44c26631477d">
            <a:extLst>
              <a:ext uri="{96DAC541-7B7A-43D3-8B79-37D633B846F1}">
                <asvg:svgBlip xmlns:asvg="http://schemas.microsoft.com/office/drawing/2016/SVG/main" r:embed="R64c77034bed2482a"/>
              </a:ext>
            </a:extLst>
          </a:blip>
          <a:stretch xmlns:a="http://schemas.openxmlformats.org/drawingml/2006/main"/>
        </p:blipFill>
        <p:spPr>
          <a:xfrm xmlns:a="http://schemas.openxmlformats.org/drawingml/2006/main">
            <a:off x="685800" y="4930054"/>
            <a:ext cx="4964163" cy="396235"/>
          </a:xfrm>
          <a:prstGeom xmlns:a="http://schemas.openxmlformats.org/drawingml/2006/main" prst="rect">
            <a:avLst/>
          </a:prstGeom>
        </p:spPr>
      </p:pic>
      <p:cxnSp>
        <p:nvCxnSpPr>
          <p:cNvPr id="6" name="x-axis">
            <a:extLst xmlns:a="http://schemas.openxmlformats.org/drawingml/2006/main">
              <a:ext uri="{FF2B5EF4-FFF2-40B4-BE49-F238E27FC236}">
                <a16:creationId xmlns:a16="http://schemas.microsoft.com/office/drawing/2014/main" id="{2F803EC4-9CB7-4B05-BADD-10B76D902994}"/>
              </a:ext>
            </a:extLst>
          </p:cNvPr>
          <p:cNvCxnSpPr/>
          <p:nvPr/>
        </p:nvCxnSpPr>
        <p:spPr>
          <a:xfrm xmlns:a="http://schemas.openxmlformats.org/drawingml/2006/main" rot="8942175">
            <a:off x="7620408" y="4991100"/>
            <a:ext cx="1999433" cy="0"/>
          </a:xfrm>
          <a:prstGeom xmlns:a="http://schemas.openxmlformats.org/drawingml/2006/main" prst="straightConnector1">
            <a:avLst/>
          </a:prstGeom>
          <a:ln xmlns:a="http://schemas.openxmlformats.org/drawingml/2006/main" w="17145">
            <a:solidFill>
              <a:srgbClr val="50565E"/>
            </a:solidFill>
            <a:prstDash val="solid"/>
            <a:tailEnd type="triangle" w="med" len="med"/>
          </a:ln>
        </p:spPr>
      </p:cxnSp>
      <p:cxnSp>
        <p:nvCxnSpPr>
          <p:cNvPr id="7" name="y-axis">
            <a:extLst xmlns:a="http://schemas.openxmlformats.org/drawingml/2006/main">
              <a:ext uri="{FF2B5EF4-FFF2-40B4-BE49-F238E27FC236}">
                <a16:creationId xmlns:a16="http://schemas.microsoft.com/office/drawing/2014/main" id="{F2F78B66-3F6E-4401-AA07-3732B84FF240}"/>
              </a:ext>
            </a:extLst>
          </p:cNvPr>
          <p:cNvCxnSpPr/>
          <p:nvPr/>
        </p:nvCxnSpPr>
        <p:spPr>
          <a:xfrm xmlns:a="http://schemas.openxmlformats.org/drawingml/2006/main" rot="1368443">
            <a:off x="9398605" y="4867275"/>
            <a:ext cx="2014915" cy="0"/>
          </a:xfrm>
          <a:prstGeom xmlns:a="http://schemas.openxmlformats.org/drawingml/2006/main" prst="straightConnector1">
            <a:avLst/>
          </a:prstGeom>
          <a:ln xmlns:a="http://schemas.openxmlformats.org/drawingml/2006/main" w="17145">
            <a:solidFill>
              <a:srgbClr val="50565E"/>
            </a:solidFill>
            <a:prstDash val="solid"/>
            <a:tailEnd type="triangle" w="med" len="med"/>
          </a:ln>
        </p:spPr>
      </p:cxnSp>
      <p:cxnSp>
        <p:nvCxnSpPr>
          <p:cNvPr id="8" name="z-axis">
            <a:extLst xmlns:a="http://schemas.openxmlformats.org/drawingml/2006/main">
              <a:ext uri="{FF2B5EF4-FFF2-40B4-BE49-F238E27FC236}">
                <a16:creationId xmlns:a16="http://schemas.microsoft.com/office/drawing/2014/main" id="{BD30207C-2B70-44E1-B86A-1D4269CFEDDA}"/>
              </a:ext>
            </a:extLst>
          </p:cNvPr>
          <p:cNvCxnSpPr/>
          <p:nvPr/>
        </p:nvCxnSpPr>
        <p:spPr>
          <a:xfrm xmlns:a="http://schemas.openxmlformats.org/drawingml/2006/main" rot="-5400000">
            <a:off x="8501063" y="3500438"/>
            <a:ext cx="1952625" cy="0"/>
          </a:xfrm>
          <a:prstGeom xmlns:a="http://schemas.openxmlformats.org/drawingml/2006/main" prst="straightConnector1">
            <a:avLst/>
          </a:prstGeom>
          <a:ln xmlns:a="http://schemas.openxmlformats.org/drawingml/2006/main" w="17145">
            <a:solidFill>
              <a:srgbClr val="50565E"/>
            </a:solidFill>
            <a:prstDash val="solid"/>
            <a:tailEnd type="triangle" w="med" len="med"/>
          </a:ln>
        </p:spPr>
      </p:cxnSp>
      <p:sp>
        <p:nvSpPr>
          <p:cNvPr id="9" name="intercept-patch">
            <a:extLst xmlns:a="http://schemas.openxmlformats.org/drawingml/2006/main">
              <a:ext uri="{FF2B5EF4-FFF2-40B4-BE49-F238E27FC236}">
                <a16:creationId xmlns:a16="http://schemas.microsoft.com/office/drawing/2014/main" id="{AB06E31C-5200-46CE-B7EE-178B356F1A61}"/>
              </a:ext>
            </a:extLst>
          </p:cNvPr>
          <p:cNvSpPr>
            <a:spLocks xmlns:a="http://schemas.openxmlformats.org/drawingml/2006/main" noGrp="1"/>
          </p:cNvSpPr>
          <p:nvPr/>
        </p:nvSpPr>
        <p:spPr>
          <a:xfrm xmlns:a="http://schemas.openxmlformats.org/drawingml/2006/main">
            <a:off x="8048625" y="2762250"/>
            <a:ext cx="2905125" cy="2571750"/>
          </a:xfrm>
          <a:custGeom xmlns:a="http://schemas.openxmlformats.org/drawingml/2006/main">
            <a:pathLst>
              <a:path w="2905125" h="2571750">
                <a:moveTo>
                  <a:pt x="0" y="2571750"/>
                </a:moveTo>
                <a:lnTo>
                  <a:pt x="2905125" y="2333625"/>
                </a:lnTo>
                <a:lnTo>
                  <a:pt x="1428750" y="0"/>
                </a:lnTo>
                <a:close/>
              </a:path>
            </a:pathLst>
          </a:custGeom>
          <a:solidFill xmlns:a="http://schemas.openxmlformats.org/drawingml/2006/main">
            <a:srgbClr val="11232E">
              <a:alpha val="60000"/>
            </a:srgbClr>
          </a:solidFill>
          <a:ln xmlns:a="http://schemas.openxmlformats.org/drawingml/2006/main" w="14288">
            <a:solidFill>
              <a:srgbClr val="385E73"/>
            </a:solidFill>
            <a:prstDash val="solid"/>
          </a:ln>
        </p:spPr>
      </p:sp>
      <p:sp>
        <p:nvSpPr>
          <p:cNvPr id="10" name="A">
            <a:extLst xmlns:a="http://schemas.openxmlformats.org/drawingml/2006/main">
              <a:ext uri="{FF2B5EF4-FFF2-40B4-BE49-F238E27FC236}">
                <a16:creationId xmlns:a16="http://schemas.microsoft.com/office/drawing/2014/main" id="{260635B1-E1D7-46E8-B615-FDDFCBD3ACC6}"/>
              </a:ext>
            </a:extLst>
          </p:cNvPr>
          <p:cNvSpPr>
            <a:spLocks xmlns:a="http://schemas.openxmlformats.org/drawingml/2006/main" noGrp="1"/>
          </p:cNvSpPr>
          <p:nvPr/>
        </p:nvSpPr>
        <p:spPr>
          <a:xfrm xmlns:a="http://schemas.openxmlformats.org/drawingml/2006/main">
            <a:off x="8010525" y="5295900"/>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1" name="A-label">
            <a:extLst xmlns:a="http://schemas.openxmlformats.org/drawingml/2006/main">
              <a:ext uri="{FF2B5EF4-FFF2-40B4-BE49-F238E27FC236}">
                <a16:creationId xmlns:a16="http://schemas.microsoft.com/office/drawing/2014/main" id="{FB61CC73-4B61-4633-84BB-55495EB81365}"/>
              </a:ext>
            </a:extLst>
          </p:cNvPr>
          <p:cNvSpPr>
            <a:spLocks xmlns:a="http://schemas.openxmlformats.org/drawingml/2006/main" noGrp="1"/>
          </p:cNvSpPr>
          <p:nvPr/>
        </p:nvSpPr>
        <p:spPr>
          <a:xfrm xmlns:a="http://schemas.openxmlformats.org/drawingml/2006/main">
            <a:off x="7781925" y="53816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buNone/>
              <a:defRPr sz="1875" b="0">
                <a:solidFill>
                  <a:srgbClr val="7DD3FC"/>
                </a:solidFill>
                <a:latin typeface="DejaVu Sans"/>
                <a:ea typeface="DejaVu Sans"/>
                <a:cs typeface="DejaVu Sans"/>
              </a:defRPr>
            </a:lvl1pPr>
            <a:lvl2pPr>
              <a:buNone/>
              <a:defRPr sz="1875" b="0">
                <a:solidFill>
                  <a:srgbClr val="7DD3FC"/>
                </a:solidFill>
                <a:latin typeface="DejaVu Sans"/>
                <a:ea typeface="DejaVu Sans"/>
                <a:cs typeface="DejaVu Sans"/>
              </a:defRPr>
            </a:lvl2pPr>
            <a:lvl3pPr>
              <a:buNone/>
              <a:defRPr sz="1875" b="0">
                <a:solidFill>
                  <a:srgbClr val="7DD3FC"/>
                </a:solidFill>
                <a:latin typeface="DejaVu Sans"/>
                <a:ea typeface="DejaVu Sans"/>
                <a:cs typeface="DejaVu Sans"/>
              </a:defRPr>
            </a:lvl3pPr>
            <a:lvl4pPr>
              <a:buNone/>
              <a:defRPr sz="1875" b="0">
                <a:solidFill>
                  <a:srgbClr val="7DD3FC"/>
                </a:solidFill>
                <a:latin typeface="DejaVu Sans"/>
                <a:ea typeface="DejaVu Sans"/>
                <a:cs typeface="DejaVu Sans"/>
              </a:defRPr>
            </a:lvl4pPr>
            <a:lvl5pPr>
              <a:buNone/>
              <a:defRPr sz="1875" b="0">
                <a:solidFill>
                  <a:srgbClr val="7DD3FC"/>
                </a:solidFill>
                <a:latin typeface="DejaVu Sans"/>
                <a:ea typeface="DejaVu Sans"/>
                <a:cs typeface="DejaVu Sans"/>
              </a:defRPr>
            </a:lvl5pPr>
            <a:lvl6pPr>
              <a:buNone/>
              <a:defRPr sz="1875" b="0">
                <a:solidFill>
                  <a:srgbClr val="7DD3FC"/>
                </a:solidFill>
                <a:latin typeface="DejaVu Sans"/>
                <a:ea typeface="DejaVu Sans"/>
                <a:cs typeface="DejaVu Sans"/>
              </a:defRPr>
            </a:lvl6pPr>
            <a:lvl7pPr>
              <a:buNone/>
              <a:defRPr sz="1875" b="0">
                <a:solidFill>
                  <a:srgbClr val="7DD3FC"/>
                </a:solidFill>
                <a:latin typeface="DejaVu Sans"/>
                <a:ea typeface="DejaVu Sans"/>
                <a:cs typeface="DejaVu Sans"/>
              </a:defRPr>
            </a:lvl7pPr>
            <a:lvl8pPr>
              <a:buNone/>
              <a:defRPr sz="1875" b="0">
                <a:solidFill>
                  <a:srgbClr val="7DD3FC"/>
                </a:solidFill>
                <a:latin typeface="DejaVu Sans"/>
                <a:ea typeface="DejaVu Sans"/>
                <a:cs typeface="DejaVu Sans"/>
              </a:defRPr>
            </a:lvl8pPr>
            <a:lvl9pPr>
              <a:buNone/>
              <a:defRPr sz="1875" b="0">
                <a:solidFill>
                  <a:srgbClr val="7DD3FC"/>
                </a:solidFill>
                <a:latin typeface="DejaVu Sans"/>
                <a:ea typeface="DejaVu Sans"/>
                <a:cs typeface="DejaVu Sans"/>
              </a:defRPr>
            </a:lvl9pPr>
          </a:lstStyle>
          <a:p xmlns:a="http://schemas.openxmlformats.org/drawingml/2006/main">
            <a:pPr>
              <a:buNone/>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A</a:t>
            </a:r>
          </a:p>
        </p:txBody>
      </p:sp>
      <p:sp>
        <p:nvSpPr>
          <p:cNvPr id="12" name="B">
            <a:extLst xmlns:a="http://schemas.openxmlformats.org/drawingml/2006/main">
              <a:ext uri="{FF2B5EF4-FFF2-40B4-BE49-F238E27FC236}">
                <a16:creationId xmlns:a16="http://schemas.microsoft.com/office/drawing/2014/main" id="{A6FB5EC9-A733-4717-939C-4E748E3C8BDD}"/>
              </a:ext>
            </a:extLst>
          </p:cNvPr>
          <p:cNvSpPr>
            <a:spLocks xmlns:a="http://schemas.openxmlformats.org/drawingml/2006/main" noGrp="1"/>
          </p:cNvSpPr>
          <p:nvPr/>
        </p:nvSpPr>
        <p:spPr>
          <a:xfrm xmlns:a="http://schemas.openxmlformats.org/drawingml/2006/main">
            <a:off x="10915650" y="5057775"/>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3" name="B-label">
            <a:extLst xmlns:a="http://schemas.openxmlformats.org/drawingml/2006/main">
              <a:ext uri="{FF2B5EF4-FFF2-40B4-BE49-F238E27FC236}">
                <a16:creationId xmlns:a16="http://schemas.microsoft.com/office/drawing/2014/main" id="{97E281A8-3E49-4A44-9DAF-A2102A762170}"/>
              </a:ext>
            </a:extLst>
          </p:cNvPr>
          <p:cNvSpPr>
            <a:spLocks xmlns:a="http://schemas.openxmlformats.org/drawingml/2006/main" noGrp="1"/>
          </p:cNvSpPr>
          <p:nvPr/>
        </p:nvSpPr>
        <p:spPr>
          <a:xfrm xmlns:a="http://schemas.openxmlformats.org/drawingml/2006/main">
            <a:off x="11049000" y="47625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buNone/>
              <a:defRPr sz="1875" b="0">
                <a:solidFill>
                  <a:srgbClr val="7DD3FC"/>
                </a:solidFill>
                <a:latin typeface="DejaVu Sans"/>
                <a:ea typeface="DejaVu Sans"/>
                <a:cs typeface="DejaVu Sans"/>
              </a:defRPr>
            </a:lvl1pPr>
            <a:lvl2pPr>
              <a:buNone/>
              <a:defRPr sz="1875" b="0">
                <a:solidFill>
                  <a:srgbClr val="7DD3FC"/>
                </a:solidFill>
                <a:latin typeface="DejaVu Sans"/>
                <a:ea typeface="DejaVu Sans"/>
                <a:cs typeface="DejaVu Sans"/>
              </a:defRPr>
            </a:lvl2pPr>
            <a:lvl3pPr>
              <a:buNone/>
              <a:defRPr sz="1875" b="0">
                <a:solidFill>
                  <a:srgbClr val="7DD3FC"/>
                </a:solidFill>
                <a:latin typeface="DejaVu Sans"/>
                <a:ea typeface="DejaVu Sans"/>
                <a:cs typeface="DejaVu Sans"/>
              </a:defRPr>
            </a:lvl3pPr>
            <a:lvl4pPr>
              <a:buNone/>
              <a:defRPr sz="1875" b="0">
                <a:solidFill>
                  <a:srgbClr val="7DD3FC"/>
                </a:solidFill>
                <a:latin typeface="DejaVu Sans"/>
                <a:ea typeface="DejaVu Sans"/>
                <a:cs typeface="DejaVu Sans"/>
              </a:defRPr>
            </a:lvl4pPr>
            <a:lvl5pPr>
              <a:buNone/>
              <a:defRPr sz="1875" b="0">
                <a:solidFill>
                  <a:srgbClr val="7DD3FC"/>
                </a:solidFill>
                <a:latin typeface="DejaVu Sans"/>
                <a:ea typeface="DejaVu Sans"/>
                <a:cs typeface="DejaVu Sans"/>
              </a:defRPr>
            </a:lvl5pPr>
            <a:lvl6pPr>
              <a:buNone/>
              <a:defRPr sz="1875" b="0">
                <a:solidFill>
                  <a:srgbClr val="7DD3FC"/>
                </a:solidFill>
                <a:latin typeface="DejaVu Sans"/>
                <a:ea typeface="DejaVu Sans"/>
                <a:cs typeface="DejaVu Sans"/>
              </a:defRPr>
            </a:lvl6pPr>
            <a:lvl7pPr>
              <a:buNone/>
              <a:defRPr sz="1875" b="0">
                <a:solidFill>
                  <a:srgbClr val="7DD3FC"/>
                </a:solidFill>
                <a:latin typeface="DejaVu Sans"/>
                <a:ea typeface="DejaVu Sans"/>
                <a:cs typeface="DejaVu Sans"/>
              </a:defRPr>
            </a:lvl7pPr>
            <a:lvl8pPr>
              <a:buNone/>
              <a:defRPr sz="1875" b="0">
                <a:solidFill>
                  <a:srgbClr val="7DD3FC"/>
                </a:solidFill>
                <a:latin typeface="DejaVu Sans"/>
                <a:ea typeface="DejaVu Sans"/>
                <a:cs typeface="DejaVu Sans"/>
              </a:defRPr>
            </a:lvl8pPr>
            <a:lvl9pPr>
              <a:buNone/>
              <a:defRPr sz="1875" b="0">
                <a:solidFill>
                  <a:srgbClr val="7DD3FC"/>
                </a:solidFill>
                <a:latin typeface="DejaVu Sans"/>
                <a:ea typeface="DejaVu Sans"/>
                <a:cs typeface="DejaVu Sans"/>
              </a:defRPr>
            </a:lvl9pPr>
          </a:lstStyle>
          <a:p xmlns:a="http://schemas.openxmlformats.org/drawingml/2006/main">
            <a:pPr>
              <a:buNone/>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B</a:t>
            </a:r>
          </a:p>
        </p:txBody>
      </p:sp>
      <p:sp>
        <p:nvSpPr>
          <p:cNvPr id="14" name="C">
            <a:extLst xmlns:a="http://schemas.openxmlformats.org/drawingml/2006/main">
              <a:ext uri="{FF2B5EF4-FFF2-40B4-BE49-F238E27FC236}">
                <a16:creationId xmlns:a16="http://schemas.microsoft.com/office/drawing/2014/main" id="{31B3EFD1-72B1-4DEB-B984-F6F5442B568E}"/>
              </a:ext>
            </a:extLst>
          </p:cNvPr>
          <p:cNvSpPr>
            <a:spLocks xmlns:a="http://schemas.openxmlformats.org/drawingml/2006/main" noGrp="1"/>
          </p:cNvSpPr>
          <p:nvPr/>
        </p:nvSpPr>
        <p:spPr>
          <a:xfrm xmlns:a="http://schemas.openxmlformats.org/drawingml/2006/main">
            <a:off x="9439275" y="2724150"/>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5" name="C-label">
            <a:extLst xmlns:a="http://schemas.openxmlformats.org/drawingml/2006/main">
              <a:ext uri="{FF2B5EF4-FFF2-40B4-BE49-F238E27FC236}">
                <a16:creationId xmlns:a16="http://schemas.microsoft.com/office/drawing/2014/main" id="{74C3F81B-D56C-49C5-BE97-DABCC8BB502F}"/>
              </a:ext>
            </a:extLst>
          </p:cNvPr>
          <p:cNvSpPr>
            <a:spLocks xmlns:a="http://schemas.openxmlformats.org/drawingml/2006/main" noGrp="1"/>
          </p:cNvSpPr>
          <p:nvPr/>
        </p:nvSpPr>
        <p:spPr>
          <a:xfrm xmlns:a="http://schemas.openxmlformats.org/drawingml/2006/main">
            <a:off x="9572625" y="24288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buNone/>
              <a:defRPr sz="1875" b="0">
                <a:solidFill>
                  <a:srgbClr val="7DD3FC"/>
                </a:solidFill>
                <a:latin typeface="DejaVu Sans"/>
                <a:ea typeface="DejaVu Sans"/>
                <a:cs typeface="DejaVu Sans"/>
              </a:defRPr>
            </a:lvl1pPr>
            <a:lvl2pPr>
              <a:buNone/>
              <a:defRPr sz="1875" b="0">
                <a:solidFill>
                  <a:srgbClr val="7DD3FC"/>
                </a:solidFill>
                <a:latin typeface="DejaVu Sans"/>
                <a:ea typeface="DejaVu Sans"/>
                <a:cs typeface="DejaVu Sans"/>
              </a:defRPr>
            </a:lvl2pPr>
            <a:lvl3pPr>
              <a:buNone/>
              <a:defRPr sz="1875" b="0">
                <a:solidFill>
                  <a:srgbClr val="7DD3FC"/>
                </a:solidFill>
                <a:latin typeface="DejaVu Sans"/>
                <a:ea typeface="DejaVu Sans"/>
                <a:cs typeface="DejaVu Sans"/>
              </a:defRPr>
            </a:lvl3pPr>
            <a:lvl4pPr>
              <a:buNone/>
              <a:defRPr sz="1875" b="0">
                <a:solidFill>
                  <a:srgbClr val="7DD3FC"/>
                </a:solidFill>
                <a:latin typeface="DejaVu Sans"/>
                <a:ea typeface="DejaVu Sans"/>
                <a:cs typeface="DejaVu Sans"/>
              </a:defRPr>
            </a:lvl4pPr>
            <a:lvl5pPr>
              <a:buNone/>
              <a:defRPr sz="1875" b="0">
                <a:solidFill>
                  <a:srgbClr val="7DD3FC"/>
                </a:solidFill>
                <a:latin typeface="DejaVu Sans"/>
                <a:ea typeface="DejaVu Sans"/>
                <a:cs typeface="DejaVu Sans"/>
              </a:defRPr>
            </a:lvl5pPr>
            <a:lvl6pPr>
              <a:buNone/>
              <a:defRPr sz="1875" b="0">
                <a:solidFill>
                  <a:srgbClr val="7DD3FC"/>
                </a:solidFill>
                <a:latin typeface="DejaVu Sans"/>
                <a:ea typeface="DejaVu Sans"/>
                <a:cs typeface="DejaVu Sans"/>
              </a:defRPr>
            </a:lvl6pPr>
            <a:lvl7pPr>
              <a:buNone/>
              <a:defRPr sz="1875" b="0">
                <a:solidFill>
                  <a:srgbClr val="7DD3FC"/>
                </a:solidFill>
                <a:latin typeface="DejaVu Sans"/>
                <a:ea typeface="DejaVu Sans"/>
                <a:cs typeface="DejaVu Sans"/>
              </a:defRPr>
            </a:lvl7pPr>
            <a:lvl8pPr>
              <a:buNone/>
              <a:defRPr sz="1875" b="0">
                <a:solidFill>
                  <a:srgbClr val="7DD3FC"/>
                </a:solidFill>
                <a:latin typeface="DejaVu Sans"/>
                <a:ea typeface="DejaVu Sans"/>
                <a:cs typeface="DejaVu Sans"/>
              </a:defRPr>
            </a:lvl8pPr>
            <a:lvl9pPr>
              <a:buNone/>
              <a:defRPr sz="1875" b="0">
                <a:solidFill>
                  <a:srgbClr val="7DD3FC"/>
                </a:solidFill>
                <a:latin typeface="DejaVu Sans"/>
                <a:ea typeface="DejaVu Sans"/>
                <a:cs typeface="DejaVu Sans"/>
              </a:defRPr>
            </a:lvl9pPr>
          </a:lstStyle>
          <a:p xmlns:a="http://schemas.openxmlformats.org/drawingml/2006/main">
            <a:pPr>
              <a:buNone/>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C</a:t>
            </a:r>
          </a:p>
        </p:txBody>
      </p:sp>
      <p:sp>
        <p:nvSpPr>
          <p:cNvPr id="16" name="O-label">
            <a:extLst xmlns:a="http://schemas.openxmlformats.org/drawingml/2006/main">
              <a:ext uri="{FF2B5EF4-FFF2-40B4-BE49-F238E27FC236}">
                <a16:creationId xmlns:a16="http://schemas.microsoft.com/office/drawing/2014/main" id="{19AE62C2-72E7-4DA0-B047-26324F6EA9FF}"/>
              </a:ext>
            </a:extLst>
          </p:cNvPr>
          <p:cNvSpPr>
            <a:spLocks xmlns:a="http://schemas.openxmlformats.org/drawingml/2006/main" noGrp="1"/>
          </p:cNvSpPr>
          <p:nvPr/>
        </p:nvSpPr>
        <p:spPr>
          <a:xfrm xmlns:a="http://schemas.openxmlformats.org/drawingml/2006/main">
            <a:off x="9191625" y="44767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O</a:t>
            </a:r>
          </a:p>
        </p:txBody>
      </p:sp>
      <p:sp>
        <p:nvSpPr>
          <p:cNvPr id="17" name="x-label">
            <a:extLst xmlns:a="http://schemas.openxmlformats.org/drawingml/2006/main">
              <a:ext uri="{FF2B5EF4-FFF2-40B4-BE49-F238E27FC236}">
                <a16:creationId xmlns:a16="http://schemas.microsoft.com/office/drawing/2014/main" id="{A65B3A8F-118E-4E11-BC7C-AF3C473B75FB}"/>
              </a:ext>
            </a:extLst>
          </p:cNvPr>
          <p:cNvSpPr>
            <a:spLocks xmlns:a="http://schemas.openxmlformats.org/drawingml/2006/main" noGrp="1"/>
          </p:cNvSpPr>
          <p:nvPr/>
        </p:nvSpPr>
        <p:spPr>
          <a:xfrm xmlns:a="http://schemas.openxmlformats.org/drawingml/2006/main">
            <a:off x="7524750" y="55054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x</a:t>
            </a:r>
          </a:p>
        </p:txBody>
      </p:sp>
      <p:sp>
        <p:nvSpPr>
          <p:cNvPr id="18" name="y-label">
            <a:extLst xmlns:a="http://schemas.openxmlformats.org/drawingml/2006/main">
              <a:ext uri="{FF2B5EF4-FFF2-40B4-BE49-F238E27FC236}">
                <a16:creationId xmlns:a16="http://schemas.microsoft.com/office/drawing/2014/main" id="{ED91A0B3-6117-444C-B7B7-8854D1CFAECA}"/>
              </a:ext>
            </a:extLst>
          </p:cNvPr>
          <p:cNvSpPr>
            <a:spLocks xmlns:a="http://schemas.openxmlformats.org/drawingml/2006/main" noGrp="1"/>
          </p:cNvSpPr>
          <p:nvPr/>
        </p:nvSpPr>
        <p:spPr>
          <a:xfrm xmlns:a="http://schemas.openxmlformats.org/drawingml/2006/main">
            <a:off x="11334750" y="52578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y</a:t>
            </a:r>
          </a:p>
        </p:txBody>
      </p:sp>
      <p:sp>
        <p:nvSpPr>
          <p:cNvPr id="19" name="z-label">
            <a:extLst xmlns:a="http://schemas.openxmlformats.org/drawingml/2006/main">
              <a:ext uri="{FF2B5EF4-FFF2-40B4-BE49-F238E27FC236}">
                <a16:creationId xmlns:a16="http://schemas.microsoft.com/office/drawing/2014/main" id="{5CE4EF24-3A3D-4AFE-8B80-970536CB1EF1}"/>
              </a:ext>
            </a:extLst>
          </p:cNvPr>
          <p:cNvSpPr>
            <a:spLocks xmlns:a="http://schemas.openxmlformats.org/drawingml/2006/main" noGrp="1"/>
          </p:cNvSpPr>
          <p:nvPr/>
        </p:nvSpPr>
        <p:spPr>
          <a:xfrm xmlns:a="http://schemas.openxmlformats.org/drawingml/2006/main">
            <a:off x="9210675" y="23812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z</a:t>
            </a:r>
          </a:p>
        </p:txBody>
      </p:sp>
      <p:sp>
        <p:nvSpPr>
          <p:cNvPr id="20" name="axis-caption">
            <a:extLst xmlns:a="http://schemas.openxmlformats.org/drawingml/2006/main">
              <a:ext uri="{FF2B5EF4-FFF2-40B4-BE49-F238E27FC236}">
                <a16:creationId xmlns:a16="http://schemas.microsoft.com/office/drawing/2014/main" id="{1E7ECEA9-AF49-4C04-8BEB-B20F566FF7AC}"/>
              </a:ext>
            </a:extLst>
          </p:cNvPr>
          <p:cNvSpPr>
            <a:spLocks xmlns:a="http://schemas.openxmlformats.org/drawingml/2006/main" noGrp="1"/>
          </p:cNvSpPr>
          <p:nvPr/>
        </p:nvSpPr>
        <p:spPr>
          <a:xfrm xmlns:a="http://schemas.openxmlformats.org/drawingml/2006/main">
            <a:off x="7381875" y="5838825"/>
            <a:ext cx="433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500" b="0">
                <a:solidFill>
                  <a:srgbClr val="ADB5BF"/>
                </a:solidFill>
                <a:latin typeface="DejaVu Sans"/>
                <a:ea typeface="DejaVu Sans"/>
                <a:cs typeface="DejaVu Sans"/>
              </a:defRPr>
            </a:defPPr>
            <a:lvl1pPr>
              <a:buNone/>
              <a:defRPr sz="1500" b="0">
                <a:solidFill>
                  <a:srgbClr val="ADB5BF"/>
                </a:solidFill>
                <a:latin typeface="DejaVu Sans"/>
                <a:ea typeface="DejaVu Sans"/>
                <a:cs typeface="DejaVu Sans"/>
              </a:defRPr>
            </a:lvl1pPr>
            <a:lvl2pPr>
              <a:buNone/>
              <a:defRPr sz="1500" b="0">
                <a:solidFill>
                  <a:srgbClr val="ADB5BF"/>
                </a:solidFill>
                <a:latin typeface="DejaVu Sans"/>
                <a:ea typeface="DejaVu Sans"/>
                <a:cs typeface="DejaVu Sans"/>
              </a:defRPr>
            </a:lvl2pPr>
            <a:lvl3pPr>
              <a:buNone/>
              <a:defRPr sz="1500" b="0">
                <a:solidFill>
                  <a:srgbClr val="ADB5BF"/>
                </a:solidFill>
                <a:latin typeface="DejaVu Sans"/>
                <a:ea typeface="DejaVu Sans"/>
                <a:cs typeface="DejaVu Sans"/>
              </a:defRPr>
            </a:lvl3pPr>
            <a:lvl4pPr>
              <a:buNone/>
              <a:defRPr sz="1500" b="0">
                <a:solidFill>
                  <a:srgbClr val="ADB5BF"/>
                </a:solidFill>
                <a:latin typeface="DejaVu Sans"/>
                <a:ea typeface="DejaVu Sans"/>
                <a:cs typeface="DejaVu Sans"/>
              </a:defRPr>
            </a:lvl4pPr>
            <a:lvl5pPr>
              <a:buNone/>
              <a:defRPr sz="1500" b="0">
                <a:solidFill>
                  <a:srgbClr val="ADB5BF"/>
                </a:solidFill>
                <a:latin typeface="DejaVu Sans"/>
                <a:ea typeface="DejaVu Sans"/>
                <a:cs typeface="DejaVu Sans"/>
              </a:defRPr>
            </a:lvl5pPr>
            <a:lvl6pPr>
              <a:buNone/>
              <a:defRPr sz="1500" b="0">
                <a:solidFill>
                  <a:srgbClr val="ADB5BF"/>
                </a:solidFill>
                <a:latin typeface="DejaVu Sans"/>
                <a:ea typeface="DejaVu Sans"/>
                <a:cs typeface="DejaVu Sans"/>
              </a:defRPr>
            </a:lvl6pPr>
            <a:lvl7pPr>
              <a:buNone/>
              <a:defRPr sz="1500" b="0">
                <a:solidFill>
                  <a:srgbClr val="ADB5BF"/>
                </a:solidFill>
                <a:latin typeface="DejaVu Sans"/>
                <a:ea typeface="DejaVu Sans"/>
                <a:cs typeface="DejaVu Sans"/>
              </a:defRPr>
            </a:lvl7pPr>
            <a:lvl8pPr>
              <a:buNone/>
              <a:defRPr sz="1500" b="0">
                <a:solidFill>
                  <a:srgbClr val="ADB5BF"/>
                </a:solidFill>
                <a:latin typeface="DejaVu Sans"/>
                <a:ea typeface="DejaVu Sans"/>
                <a:cs typeface="DejaVu Sans"/>
              </a:defRPr>
            </a:lvl8pPr>
            <a:lvl9pPr>
              <a:buNone/>
              <a:defRPr sz="1500" b="0">
                <a:solidFill>
                  <a:srgbClr val="ADB5BF"/>
                </a:solidFill>
                <a:latin typeface="DejaVu Sans"/>
                <a:ea typeface="DejaVu Sans"/>
                <a:cs typeface="DejaVu Sans"/>
              </a:defRPr>
            </a:lvl9pPr>
          </a:lstStyle>
          <a:p xmlns:a="http://schemas.openxmlformats.org/drawingml/2006/main">
            <a:pPr>
              <a:buNone/>
              <a:defRPr sz="1500" b="0">
                <a:solidFill>
                  <a:srgbClr val="ADB5BF"/>
                </a:solidFill>
                <a:latin typeface="DejaVu Sans"/>
                <a:ea typeface="DejaVu Sans"/>
                <a:cs typeface="DejaVu Sans"/>
              </a:defRPr>
            </a:pPr>
            <a:r>
              <a:rPr sz="1500" b="0">
                <a:solidFill>
                  <a:srgbClr val="ADB5BF"/>
                </a:solidFill>
                <a:latin typeface="DejaVu Sans"/>
                <a:ea typeface="DejaVu Sans"/>
                <a:cs typeface="DejaVu Sans"/>
              </a:rPr>
              <a:t>A(3, 0, 0)   B(0, 2, 0)   C(0, 0, 1)</a:t>
            </a:r>
          </a:p>
        </p:txBody>
      </p:sp>
      <p:sp>
        <p:nvSpPr>
          <p:cNvPr id="21" name="page-number">
            <a:extLst xmlns:a="http://schemas.openxmlformats.org/drawingml/2006/main">
              <a:ext uri="{FF2B5EF4-FFF2-40B4-BE49-F238E27FC236}">
                <a16:creationId xmlns:a16="http://schemas.microsoft.com/office/drawing/2014/main" id="{595F49ED-FAAD-4EC6-B839-599885BDED18}"/>
              </a:ext>
            </a:extLst>
          </p:cNvPr>
          <p:cNvSpPr>
            <a:spLocks xmlns:a="http://schemas.openxmlformats.org/drawingml/2006/main" noGrp="1"/>
          </p:cNvSpPr>
          <p:nvPr/>
        </p:nvSpPr>
        <p:spPr>
          <a:xfrm xmlns:a="http://schemas.openxmlformats.org/drawingml/2006/main">
            <a:off x="11125200" y="641032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31</a:t>
            </a:r>
          </a:p>
        </p:txBody>
      </p:sp>
    </p:spTree>
    <p:extLst>
      <p:ext uri="{BB962C8B-B14F-4D97-AF65-F5344CB8AC3E}">
        <p14:creationId xmlns:p14="http://schemas.microsoft.com/office/powerpoint/2010/main" val="202226980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400" fill="hold"/>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5"/>
                                        </p:tgtEl>
                                        <p:attrNameLst>
                                          <p:attrName>style.visibility</p:attrName>
                                        </p:attrNameLst>
                                      </p:cBhvr>
                                      <p:to>
                                        <p:strVal val="visible"/>
                                      </p:to>
                                    </p:set>
                                    <p:animEffect transition="in" filter="fade">
                                      <p:cBhvr>
                                        <p:cTn id="12" dur="400" fill="hold"/>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22" name="title">
            <a:extLst xmlns:a="http://schemas.openxmlformats.org/drawingml/2006/main">
              <a:ext uri="{FF2B5EF4-FFF2-40B4-BE49-F238E27FC236}">
                <a16:creationId xmlns:a16="http://schemas.microsoft.com/office/drawing/2014/main" id="{2599D783-9969-42CE-ABA9-EF456977B03A}"/>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Coordinate-plane traces</a:t>
            </a:r>
          </a:p>
        </p:txBody>
      </p:sp>
      <p:sp>
        <p:nvSpPr>
          <p:cNvPr id="2" name="page-number">
            <a:extLst xmlns:a="http://schemas.openxmlformats.org/drawingml/2006/main">
              <a:ext uri="{FF2B5EF4-FFF2-40B4-BE49-F238E27FC236}">
                <a16:creationId xmlns:a16="http://schemas.microsoft.com/office/drawing/2014/main" id="{15CAEB83-70B9-4F1C-B2B7-C593600E2D6E}"/>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32</a:t>
            </a:r>
          </a:p>
        </p:txBody>
      </p:sp>
      <p:sp>
        <p:nvSpPr>
          <p:cNvPr id="3" name="lead">
            <a:extLst xmlns:a="http://schemas.openxmlformats.org/drawingml/2006/main">
              <a:ext uri="{FF2B5EF4-FFF2-40B4-BE49-F238E27FC236}">
                <a16:creationId xmlns:a16="http://schemas.microsoft.com/office/drawing/2014/main" id="{FA135F67-3A3E-4A24-B7A8-83C973D1E862}"/>
              </a:ext>
            </a:extLst>
          </p:cNvPr>
          <p:cNvSpPr>
            <a:spLocks xmlns:a="http://schemas.openxmlformats.org/drawingml/2006/main" noGrp="1"/>
          </p:cNvSpPr>
          <p:nvPr/>
        </p:nvSpPr>
        <p:spPr>
          <a:xfrm xmlns:a="http://schemas.openxmlformats.org/drawingml/2006/main">
            <a:off x="685800" y="1552575"/>
            <a:ext cx="5715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Set one coordinate to zero to find the line in that coordinate plane.</a:t>
            </a:r>
          </a:p>
        </p:txBody>
      </p:sp>
      <p:pic>
        <p:nvPicPr>
          <p:cNvPr id="4" name="equation-0" descr="LaTeX: \Pi:2x+3y+6z=6">
            <a:extLst xmlns:a="http://schemas.openxmlformats.org/drawingml/2006/main">
              <a:ext uri="{FF2B5EF4-FFF2-40B4-BE49-F238E27FC236}">
                <a16:creationId xmlns:a16="http://schemas.microsoft.com/office/drawing/2014/main" id="{3F0DF6DC-18A2-44BC-8487-C803F1C5F3A0}"/>
              </a:ext>
            </a:extLst>
          </p:cNvPr>
          <p:cNvPicPr>
            <a:picLocks xmlns:a="http://schemas.openxmlformats.org/drawingml/2006/main" noChangeAspect="1"/>
          </p:cNvPicPr>
          <p:nvPr/>
        </p:nvPicPr>
        <p:blipFill>
          <a:blip xmlns:r="http://schemas.openxmlformats.org/officeDocument/2006/relationships" xmlns:a="http://schemas.openxmlformats.org/drawingml/2006/main" r:embed="R06d22d6e1d7c4d46">
            <a:extLst>
              <a:ext uri="{96DAC541-7B7A-43D3-8B79-37D633B846F1}">
                <asvg:svgBlip xmlns:asvg="http://schemas.microsoft.com/office/drawing/2016/SVG/main" r:embed="R0d2e93175adc4556"/>
              </a:ext>
            </a:extLst>
          </a:blip>
          <a:stretch xmlns:a="http://schemas.openxmlformats.org/drawingml/2006/main"/>
        </p:blipFill>
        <p:spPr>
          <a:xfrm xmlns:a="http://schemas.openxmlformats.org/drawingml/2006/main">
            <a:off x="685800" y="2571750"/>
            <a:ext cx="2898411" cy="335387"/>
          </a:xfrm>
          <a:prstGeom xmlns:a="http://schemas.openxmlformats.org/drawingml/2006/main" prst="rect">
            <a:avLst/>
          </a:prstGeom>
        </p:spPr>
      </p:pic>
      <p:pic>
        <p:nvPicPr>
          <p:cNvPr id="5" name="equation-1" descr="LaTeX: z=0:\quad2x+3y=6\quad\text{in the xy-plane}">
            <a:extLst xmlns:a="http://schemas.openxmlformats.org/drawingml/2006/main">
              <a:ext uri="{FF2B5EF4-FFF2-40B4-BE49-F238E27FC236}">
                <a16:creationId xmlns:a16="http://schemas.microsoft.com/office/drawing/2014/main" id="{D2606E3C-18CE-400A-9D21-7027EBF796D6}"/>
              </a:ext>
            </a:extLst>
          </p:cNvPr>
          <p:cNvPicPr>
            <a:picLocks xmlns:a="http://schemas.openxmlformats.org/drawingml/2006/main" noChangeAspect="1"/>
          </p:cNvPicPr>
          <p:nvPr/>
        </p:nvPicPr>
        <p:blipFill>
          <a:blip xmlns:r="http://schemas.openxmlformats.org/officeDocument/2006/relationships" xmlns:a="http://schemas.openxmlformats.org/drawingml/2006/main" r:embed="Rccac6efcd4a64fb6">
            <a:extLst>
              <a:ext uri="{96DAC541-7B7A-43D3-8B79-37D633B846F1}">
                <asvg:svgBlip xmlns:asvg="http://schemas.microsoft.com/office/drawing/2016/SVG/main" r:embed="R77783220012d4432"/>
              </a:ext>
            </a:extLst>
          </a:blip>
          <a:stretch xmlns:a="http://schemas.openxmlformats.org/drawingml/2006/main"/>
        </p:blipFill>
        <p:spPr>
          <a:xfrm xmlns:a="http://schemas.openxmlformats.org/drawingml/2006/main">
            <a:off x="685800" y="3192887"/>
            <a:ext cx="5334000" cy="338191"/>
          </a:xfrm>
          <a:prstGeom xmlns:a="http://schemas.openxmlformats.org/drawingml/2006/main" prst="rect">
            <a:avLst/>
          </a:prstGeom>
        </p:spPr>
      </p:pic>
      <p:pic>
        <p:nvPicPr>
          <p:cNvPr id="6" name="equation-2" descr="LaTeX: y=0:\quad2x+6z=6\quad\text{in the xz-plane}">
            <a:extLst xmlns:a="http://schemas.openxmlformats.org/drawingml/2006/main">
              <a:ext uri="{FF2B5EF4-FFF2-40B4-BE49-F238E27FC236}">
                <a16:creationId xmlns:a16="http://schemas.microsoft.com/office/drawing/2014/main" id="{6E3D6746-3F20-48F2-A3F7-406F2A80D47F}"/>
              </a:ext>
            </a:extLst>
          </p:cNvPr>
          <p:cNvPicPr>
            <a:picLocks xmlns:a="http://schemas.openxmlformats.org/drawingml/2006/main" noChangeAspect="1"/>
          </p:cNvPicPr>
          <p:nvPr/>
        </p:nvPicPr>
        <p:blipFill>
          <a:blip xmlns:r="http://schemas.openxmlformats.org/officeDocument/2006/relationships" xmlns:a="http://schemas.openxmlformats.org/drawingml/2006/main" r:embed="R56ce82e3b5e44bc5">
            <a:extLst>
              <a:ext uri="{96DAC541-7B7A-43D3-8B79-37D633B846F1}">
                <asvg:svgBlip xmlns:asvg="http://schemas.microsoft.com/office/drawing/2016/SVG/main" r:embed="R21980df780be4487"/>
              </a:ext>
            </a:extLst>
          </a:blip>
          <a:stretch xmlns:a="http://schemas.openxmlformats.org/drawingml/2006/main"/>
        </p:blipFill>
        <p:spPr>
          <a:xfrm xmlns:a="http://schemas.openxmlformats.org/drawingml/2006/main">
            <a:off x="685800" y="3816827"/>
            <a:ext cx="5323298" cy="339182"/>
          </a:xfrm>
          <a:prstGeom xmlns:a="http://schemas.openxmlformats.org/drawingml/2006/main" prst="rect">
            <a:avLst/>
          </a:prstGeom>
        </p:spPr>
      </p:pic>
      <p:pic>
        <p:nvPicPr>
          <p:cNvPr id="7" name="equation-3" descr="LaTeX: x=0:\quad3y+6z=6\quad\text{in the yz-plane}">
            <a:extLst xmlns:a="http://schemas.openxmlformats.org/drawingml/2006/main">
              <a:ext uri="{FF2B5EF4-FFF2-40B4-BE49-F238E27FC236}">
                <a16:creationId xmlns:a16="http://schemas.microsoft.com/office/drawing/2014/main" id="{89DFDED1-A858-4213-BE90-839C73825F55}"/>
              </a:ext>
            </a:extLst>
          </p:cNvPr>
          <p:cNvPicPr>
            <a:picLocks xmlns:a="http://schemas.openxmlformats.org/drawingml/2006/main" noChangeAspect="1"/>
          </p:cNvPicPr>
          <p:nvPr/>
        </p:nvPicPr>
        <p:blipFill>
          <a:blip xmlns:r="http://schemas.openxmlformats.org/officeDocument/2006/relationships" xmlns:a="http://schemas.openxmlformats.org/drawingml/2006/main" r:embed="R288705bac67f4778">
            <a:extLst>
              <a:ext uri="{96DAC541-7B7A-43D3-8B79-37D633B846F1}">
                <asvg:svgBlip xmlns:asvg="http://schemas.microsoft.com/office/drawing/2016/SVG/main" r:embed="Ra911c063ee5d4b0c"/>
              </a:ext>
            </a:extLst>
          </a:blip>
          <a:stretch xmlns:a="http://schemas.openxmlformats.org/drawingml/2006/main"/>
        </p:blipFill>
        <p:spPr>
          <a:xfrm xmlns:a="http://schemas.openxmlformats.org/drawingml/2006/main">
            <a:off x="685800" y="4441759"/>
            <a:ext cx="5323298" cy="339182"/>
          </a:xfrm>
          <a:prstGeom xmlns:a="http://schemas.openxmlformats.org/drawingml/2006/main" prst="rect">
            <a:avLst/>
          </a:prstGeom>
        </p:spPr>
      </p:pic>
      <p:sp>
        <p:nvSpPr>
          <p:cNvPr id="8" name="trace-plane">
            <a:extLst xmlns:a="http://schemas.openxmlformats.org/drawingml/2006/main">
              <a:ext uri="{FF2B5EF4-FFF2-40B4-BE49-F238E27FC236}">
                <a16:creationId xmlns:a16="http://schemas.microsoft.com/office/drawing/2014/main" id="{3C9FEA13-BB71-4EA0-891A-A1DD1958FE42}"/>
              </a:ext>
            </a:extLst>
          </p:cNvPr>
          <p:cNvSpPr>
            <a:spLocks xmlns:a="http://schemas.openxmlformats.org/drawingml/2006/main" noGrp="1"/>
          </p:cNvSpPr>
          <p:nvPr/>
        </p:nvSpPr>
        <p:spPr>
          <a:xfrm xmlns:a="http://schemas.openxmlformats.org/drawingml/2006/main">
            <a:off x="7810500" y="2952750"/>
            <a:ext cx="3524250" cy="2905125"/>
          </a:xfrm>
          <a:custGeom xmlns:a="http://schemas.openxmlformats.org/drawingml/2006/main">
            <a:pathLst>
              <a:path w="3524250" h="2905125">
                <a:moveTo>
                  <a:pt x="0" y="2905125"/>
                </a:moveTo>
                <a:lnTo>
                  <a:pt x="3524250" y="2809875"/>
                </a:lnTo>
                <a:lnTo>
                  <a:pt x="1809750" y="0"/>
                </a:lnTo>
                <a:close/>
              </a:path>
            </a:pathLst>
          </a:custGeom>
          <a:solidFill xmlns:a="http://schemas.openxmlformats.org/drawingml/2006/main">
            <a:srgbClr val="11232E"/>
          </a:solidFill>
          <a:ln xmlns:a="http://schemas.openxmlformats.org/drawingml/2006/main" w="14288">
            <a:solidFill>
              <a:srgbClr val="385E73"/>
            </a:solidFill>
          </a:ln>
        </p:spPr>
      </p:sp>
      <p:cxnSp>
        <p:nvCxnSpPr>
          <p:cNvPr id="9" name="axis-x">
            <a:extLst xmlns:a="http://schemas.openxmlformats.org/drawingml/2006/main">
              <a:ext uri="{FF2B5EF4-FFF2-40B4-BE49-F238E27FC236}">
                <a16:creationId xmlns:a16="http://schemas.microsoft.com/office/drawing/2014/main" id="{92BCEE77-40A1-46B8-B030-1287458AD326}"/>
              </a:ext>
            </a:extLst>
          </p:cNvPr>
          <p:cNvCxnSpPr/>
          <p:nvPr/>
        </p:nvCxnSpPr>
        <p:spPr>
          <a:xfrm xmlns:a="http://schemas.openxmlformats.org/drawingml/2006/main" rot="9670517">
            <a:off x="7465539" y="5595938"/>
            <a:ext cx="2213922" cy="0"/>
          </a:xfrm>
          <a:prstGeom xmlns:a="http://schemas.openxmlformats.org/drawingml/2006/main" prst="straightConnector1">
            <a:avLst/>
          </a:prstGeom>
          <a:ln xmlns:a="http://schemas.openxmlformats.org/drawingml/2006/main" w="14288">
            <a:solidFill>
              <a:srgbClr val="50565E"/>
            </a:solidFill>
            <a:prstDash val="solid"/>
          </a:ln>
        </p:spPr>
      </p:cxnSp>
      <p:cxnSp>
        <p:nvCxnSpPr>
          <p:cNvPr id="10" name="axis-y">
            <a:extLst xmlns:a="http://schemas.openxmlformats.org/drawingml/2006/main">
              <a:ext uri="{FF2B5EF4-FFF2-40B4-BE49-F238E27FC236}">
                <a16:creationId xmlns:a16="http://schemas.microsoft.com/office/drawing/2014/main" id="{7048E34B-031C-482B-AE67-DB4AFA1677AF}"/>
              </a:ext>
            </a:extLst>
          </p:cNvPr>
          <p:cNvCxnSpPr/>
          <p:nvPr/>
        </p:nvCxnSpPr>
        <p:spPr>
          <a:xfrm xmlns:a="http://schemas.openxmlformats.org/drawingml/2006/main" rot="1001955">
            <a:off x="9578311" y="5524500"/>
            <a:ext cx="1988878" cy="0"/>
          </a:xfrm>
          <a:prstGeom xmlns:a="http://schemas.openxmlformats.org/drawingml/2006/main" prst="straightConnector1">
            <a:avLst/>
          </a:prstGeom>
          <a:ln xmlns:a="http://schemas.openxmlformats.org/drawingml/2006/main" w="14288">
            <a:solidFill>
              <a:srgbClr val="50565E"/>
            </a:solidFill>
            <a:prstDash val="solid"/>
          </a:ln>
        </p:spPr>
      </p:cxnSp>
      <p:cxnSp>
        <p:nvCxnSpPr>
          <p:cNvPr id="11" name="axis-z">
            <a:extLst xmlns:a="http://schemas.openxmlformats.org/drawingml/2006/main">
              <a:ext uri="{FF2B5EF4-FFF2-40B4-BE49-F238E27FC236}">
                <a16:creationId xmlns:a16="http://schemas.microsoft.com/office/drawing/2014/main" id="{63665A0F-FADF-4A8B-92DD-AB961F41F372}"/>
              </a:ext>
            </a:extLst>
          </p:cNvPr>
          <p:cNvCxnSpPr/>
          <p:nvPr/>
        </p:nvCxnSpPr>
        <p:spPr>
          <a:xfrm xmlns:a="http://schemas.openxmlformats.org/drawingml/2006/main" rot="-5400000">
            <a:off x="8191500" y="3810000"/>
            <a:ext cx="2857500" cy="0"/>
          </a:xfrm>
          <a:prstGeom xmlns:a="http://schemas.openxmlformats.org/drawingml/2006/main" prst="straightConnector1">
            <a:avLst/>
          </a:prstGeom>
          <a:ln xmlns:a="http://schemas.openxmlformats.org/drawingml/2006/main" w="14288">
            <a:solidFill>
              <a:srgbClr val="50565E"/>
            </a:solidFill>
            <a:prstDash val="solid"/>
          </a:ln>
        </p:spPr>
      </p:cxnSp>
      <p:cxnSp>
        <p:nvCxnSpPr>
          <p:cNvPr id="12" name="trace-xy">
            <a:extLst xmlns:a="http://schemas.openxmlformats.org/drawingml/2006/main">
              <a:ext uri="{FF2B5EF4-FFF2-40B4-BE49-F238E27FC236}">
                <a16:creationId xmlns:a16="http://schemas.microsoft.com/office/drawing/2014/main" id="{F7A5FCBA-6636-4229-9CE0-94E614AAE887}"/>
              </a:ext>
            </a:extLst>
          </p:cNvPr>
          <p:cNvCxnSpPr/>
          <p:nvPr/>
        </p:nvCxnSpPr>
        <p:spPr>
          <a:xfrm xmlns:a="http://schemas.openxmlformats.org/drawingml/2006/main" rot="-92889">
            <a:off x="7809857" y="5810250"/>
            <a:ext cx="3525537" cy="0"/>
          </a:xfrm>
          <a:prstGeom xmlns:a="http://schemas.openxmlformats.org/drawingml/2006/main" prst="straightConnector1">
            <a:avLst/>
          </a:prstGeom>
          <a:ln xmlns:a="http://schemas.openxmlformats.org/drawingml/2006/main" w="38100">
            <a:solidFill>
              <a:srgbClr val="86EFAC"/>
            </a:solidFill>
            <a:prstDash val="solid"/>
          </a:ln>
        </p:spPr>
      </p:cxnSp>
      <p:cxnSp>
        <p:nvCxnSpPr>
          <p:cNvPr id="13" name="trace-xz">
            <a:extLst xmlns:a="http://schemas.openxmlformats.org/drawingml/2006/main">
              <a:ext uri="{FF2B5EF4-FFF2-40B4-BE49-F238E27FC236}">
                <a16:creationId xmlns:a16="http://schemas.microsoft.com/office/drawing/2014/main" id="{BE652822-93DC-44CC-9723-9BC3E9CC04C2}"/>
              </a:ext>
            </a:extLst>
          </p:cNvPr>
          <p:cNvCxnSpPr/>
          <p:nvPr/>
        </p:nvCxnSpPr>
        <p:spPr>
          <a:xfrm xmlns:a="http://schemas.openxmlformats.org/drawingml/2006/main" rot="-3484747">
            <a:off x="7004020" y="4405313"/>
            <a:ext cx="3422710" cy="0"/>
          </a:xfrm>
          <a:prstGeom xmlns:a="http://schemas.openxmlformats.org/drawingml/2006/main" prst="straightConnector1">
            <a:avLst/>
          </a:prstGeom>
          <a:ln xmlns:a="http://schemas.openxmlformats.org/drawingml/2006/main" w="38100">
            <a:solidFill>
              <a:srgbClr val="7DD3FC"/>
            </a:solidFill>
            <a:prstDash val="solid"/>
          </a:ln>
        </p:spPr>
      </p:cxnSp>
      <p:cxnSp>
        <p:nvCxnSpPr>
          <p:cNvPr id="14" name="trace-yz">
            <a:extLst xmlns:a="http://schemas.openxmlformats.org/drawingml/2006/main">
              <a:ext uri="{FF2B5EF4-FFF2-40B4-BE49-F238E27FC236}">
                <a16:creationId xmlns:a16="http://schemas.microsoft.com/office/drawing/2014/main" id="{EE7DE3CA-9D06-4A0E-BEB3-76DE06AF7980}"/>
              </a:ext>
            </a:extLst>
          </p:cNvPr>
          <p:cNvCxnSpPr/>
          <p:nvPr/>
        </p:nvCxnSpPr>
        <p:spPr>
          <a:xfrm xmlns:a="http://schemas.openxmlformats.org/drawingml/2006/main" rot="-7283416">
            <a:off x="8831679" y="4357688"/>
            <a:ext cx="3291642" cy="0"/>
          </a:xfrm>
          <a:prstGeom xmlns:a="http://schemas.openxmlformats.org/drawingml/2006/main" prst="straightConnector1">
            <a:avLst/>
          </a:prstGeom>
          <a:ln xmlns:a="http://schemas.openxmlformats.org/drawingml/2006/main" w="38100">
            <a:solidFill>
              <a:srgbClr val="C4B5FD"/>
            </a:solidFill>
            <a:prstDash val="solid"/>
          </a:ln>
        </p:spPr>
      </p:cxnSp>
      <p:sp>
        <p:nvSpPr>
          <p:cNvPr id="15" name="axis-x-label">
            <a:extLst xmlns:a="http://schemas.openxmlformats.org/drawingml/2006/main">
              <a:ext uri="{FF2B5EF4-FFF2-40B4-BE49-F238E27FC236}">
                <a16:creationId xmlns:a16="http://schemas.microsoft.com/office/drawing/2014/main" id="{34E89FF3-AC20-4EB7-850B-3B1B952A81AA}"/>
              </a:ext>
            </a:extLst>
          </p:cNvPr>
          <p:cNvSpPr>
            <a:spLocks xmlns:a="http://schemas.openxmlformats.org/drawingml/2006/main" noGrp="1"/>
          </p:cNvSpPr>
          <p:nvPr/>
        </p:nvSpPr>
        <p:spPr>
          <a:xfrm xmlns:a="http://schemas.openxmlformats.org/drawingml/2006/main">
            <a:off x="7381875" y="5905500"/>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00" b="0">
                <a:solidFill>
                  <a:srgbClr val="ADB5BF"/>
                </a:solidFill>
                <a:latin typeface="DejaVu Sans"/>
                <a:ea typeface="DejaVu Sans"/>
                <a:cs typeface="DejaVu Sans"/>
              </a:defRPr>
            </a:defPPr>
            <a:lvl1pPr>
              <a:defRPr sz="1800" b="0">
                <a:solidFill>
                  <a:srgbClr val="ADB5BF"/>
                </a:solidFill>
                <a:latin typeface="DejaVu Sans"/>
                <a:ea typeface="DejaVu Sans"/>
                <a:cs typeface="DejaVu Sans"/>
              </a:defRPr>
            </a:lvl1pPr>
            <a:lvl2pPr>
              <a:defRPr sz="1800" b="0">
                <a:solidFill>
                  <a:srgbClr val="ADB5BF"/>
                </a:solidFill>
                <a:latin typeface="DejaVu Sans"/>
                <a:ea typeface="DejaVu Sans"/>
                <a:cs typeface="DejaVu Sans"/>
              </a:defRPr>
            </a:lvl2pPr>
            <a:lvl3pPr>
              <a:defRPr sz="1800" b="0">
                <a:solidFill>
                  <a:srgbClr val="ADB5BF"/>
                </a:solidFill>
                <a:latin typeface="DejaVu Sans"/>
                <a:ea typeface="DejaVu Sans"/>
                <a:cs typeface="DejaVu Sans"/>
              </a:defRPr>
            </a:lvl3pPr>
            <a:lvl4pPr>
              <a:defRPr sz="1800" b="0">
                <a:solidFill>
                  <a:srgbClr val="ADB5BF"/>
                </a:solidFill>
                <a:latin typeface="DejaVu Sans"/>
                <a:ea typeface="DejaVu Sans"/>
                <a:cs typeface="DejaVu Sans"/>
              </a:defRPr>
            </a:lvl4pPr>
            <a:lvl5pPr>
              <a:defRPr sz="1800" b="0">
                <a:solidFill>
                  <a:srgbClr val="ADB5BF"/>
                </a:solidFill>
                <a:latin typeface="DejaVu Sans"/>
                <a:ea typeface="DejaVu Sans"/>
                <a:cs typeface="DejaVu Sans"/>
              </a:defRPr>
            </a:lvl5pPr>
            <a:lvl6pPr>
              <a:defRPr sz="1800" b="0">
                <a:solidFill>
                  <a:srgbClr val="ADB5BF"/>
                </a:solidFill>
                <a:latin typeface="DejaVu Sans"/>
                <a:ea typeface="DejaVu Sans"/>
                <a:cs typeface="DejaVu Sans"/>
              </a:defRPr>
            </a:lvl6pPr>
            <a:lvl7pPr>
              <a:defRPr sz="1800" b="0">
                <a:solidFill>
                  <a:srgbClr val="ADB5BF"/>
                </a:solidFill>
                <a:latin typeface="DejaVu Sans"/>
                <a:ea typeface="DejaVu Sans"/>
                <a:cs typeface="DejaVu Sans"/>
              </a:defRPr>
            </a:lvl7pPr>
            <a:lvl8pPr>
              <a:defRPr sz="1800" b="0">
                <a:solidFill>
                  <a:srgbClr val="ADB5BF"/>
                </a:solidFill>
                <a:latin typeface="DejaVu Sans"/>
                <a:ea typeface="DejaVu Sans"/>
                <a:cs typeface="DejaVu Sans"/>
              </a:defRPr>
            </a:lvl8pPr>
            <a:lvl9pPr>
              <a:defRPr sz="1800" b="0">
                <a:solidFill>
                  <a:srgbClr val="ADB5BF"/>
                </a:solidFill>
                <a:latin typeface="DejaVu Sans"/>
                <a:ea typeface="DejaVu Sans"/>
                <a:cs typeface="DejaVu Sans"/>
              </a:defRPr>
            </a:lvl9pPr>
          </a:lstStyle>
          <a:p xmlns:a="http://schemas.openxmlformats.org/drawingml/2006/main">
            <a:pPr>
              <a:defRPr sz="1800" b="0">
                <a:solidFill>
                  <a:srgbClr val="ADB5BF"/>
                </a:solidFill>
                <a:latin typeface="DejaVu Sans"/>
                <a:ea typeface="DejaVu Sans"/>
                <a:cs typeface="DejaVu Sans"/>
              </a:defRPr>
            </a:pPr>
            <a:r>
              <a:rPr sz="1800" b="0">
                <a:solidFill>
                  <a:srgbClr val="ADB5BF"/>
                </a:solidFill>
                <a:latin typeface="DejaVu Sans"/>
                <a:ea typeface="DejaVu Sans"/>
                <a:cs typeface="DejaVu Sans"/>
              </a:rPr>
              <a:t>x</a:t>
            </a:r>
          </a:p>
        </p:txBody>
      </p:sp>
      <p:sp>
        <p:nvSpPr>
          <p:cNvPr id="16" name="axis-y-label">
            <a:extLst xmlns:a="http://schemas.openxmlformats.org/drawingml/2006/main">
              <a:ext uri="{FF2B5EF4-FFF2-40B4-BE49-F238E27FC236}">
                <a16:creationId xmlns:a16="http://schemas.microsoft.com/office/drawing/2014/main" id="{D8CF23D6-5FFC-4D50-AFE4-5B6165CCD0CB}"/>
              </a:ext>
            </a:extLst>
          </p:cNvPr>
          <p:cNvSpPr>
            <a:spLocks xmlns:a="http://schemas.openxmlformats.org/drawingml/2006/main" noGrp="1"/>
          </p:cNvSpPr>
          <p:nvPr/>
        </p:nvSpPr>
        <p:spPr>
          <a:xfrm xmlns:a="http://schemas.openxmlformats.org/drawingml/2006/main">
            <a:off x="11544300" y="576262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00" b="0">
                <a:solidFill>
                  <a:srgbClr val="ADB5BF"/>
                </a:solidFill>
                <a:latin typeface="DejaVu Sans"/>
                <a:ea typeface="DejaVu Sans"/>
                <a:cs typeface="DejaVu Sans"/>
              </a:defRPr>
            </a:defPPr>
            <a:lvl1pPr>
              <a:defRPr sz="1800" b="0">
                <a:solidFill>
                  <a:srgbClr val="ADB5BF"/>
                </a:solidFill>
                <a:latin typeface="DejaVu Sans"/>
                <a:ea typeface="DejaVu Sans"/>
                <a:cs typeface="DejaVu Sans"/>
              </a:defRPr>
            </a:lvl1pPr>
            <a:lvl2pPr>
              <a:defRPr sz="1800" b="0">
                <a:solidFill>
                  <a:srgbClr val="ADB5BF"/>
                </a:solidFill>
                <a:latin typeface="DejaVu Sans"/>
                <a:ea typeface="DejaVu Sans"/>
                <a:cs typeface="DejaVu Sans"/>
              </a:defRPr>
            </a:lvl2pPr>
            <a:lvl3pPr>
              <a:defRPr sz="1800" b="0">
                <a:solidFill>
                  <a:srgbClr val="ADB5BF"/>
                </a:solidFill>
                <a:latin typeface="DejaVu Sans"/>
                <a:ea typeface="DejaVu Sans"/>
                <a:cs typeface="DejaVu Sans"/>
              </a:defRPr>
            </a:lvl3pPr>
            <a:lvl4pPr>
              <a:defRPr sz="1800" b="0">
                <a:solidFill>
                  <a:srgbClr val="ADB5BF"/>
                </a:solidFill>
                <a:latin typeface="DejaVu Sans"/>
                <a:ea typeface="DejaVu Sans"/>
                <a:cs typeface="DejaVu Sans"/>
              </a:defRPr>
            </a:lvl4pPr>
            <a:lvl5pPr>
              <a:defRPr sz="1800" b="0">
                <a:solidFill>
                  <a:srgbClr val="ADB5BF"/>
                </a:solidFill>
                <a:latin typeface="DejaVu Sans"/>
                <a:ea typeface="DejaVu Sans"/>
                <a:cs typeface="DejaVu Sans"/>
              </a:defRPr>
            </a:lvl5pPr>
            <a:lvl6pPr>
              <a:defRPr sz="1800" b="0">
                <a:solidFill>
                  <a:srgbClr val="ADB5BF"/>
                </a:solidFill>
                <a:latin typeface="DejaVu Sans"/>
                <a:ea typeface="DejaVu Sans"/>
                <a:cs typeface="DejaVu Sans"/>
              </a:defRPr>
            </a:lvl6pPr>
            <a:lvl7pPr>
              <a:defRPr sz="1800" b="0">
                <a:solidFill>
                  <a:srgbClr val="ADB5BF"/>
                </a:solidFill>
                <a:latin typeface="DejaVu Sans"/>
                <a:ea typeface="DejaVu Sans"/>
                <a:cs typeface="DejaVu Sans"/>
              </a:defRPr>
            </a:lvl7pPr>
            <a:lvl8pPr>
              <a:defRPr sz="1800" b="0">
                <a:solidFill>
                  <a:srgbClr val="ADB5BF"/>
                </a:solidFill>
                <a:latin typeface="DejaVu Sans"/>
                <a:ea typeface="DejaVu Sans"/>
                <a:cs typeface="DejaVu Sans"/>
              </a:defRPr>
            </a:lvl8pPr>
            <a:lvl9pPr>
              <a:defRPr sz="1800" b="0">
                <a:solidFill>
                  <a:srgbClr val="ADB5BF"/>
                </a:solidFill>
                <a:latin typeface="DejaVu Sans"/>
                <a:ea typeface="DejaVu Sans"/>
                <a:cs typeface="DejaVu Sans"/>
              </a:defRPr>
            </a:lvl9pPr>
          </a:lstStyle>
          <a:p xmlns:a="http://schemas.openxmlformats.org/drawingml/2006/main">
            <a:pPr>
              <a:defRPr sz="1800" b="0">
                <a:solidFill>
                  <a:srgbClr val="ADB5BF"/>
                </a:solidFill>
                <a:latin typeface="DejaVu Sans"/>
                <a:ea typeface="DejaVu Sans"/>
                <a:cs typeface="DejaVu Sans"/>
              </a:defRPr>
            </a:pPr>
            <a:r>
              <a:rPr sz="1800" b="0">
                <a:solidFill>
                  <a:srgbClr val="ADB5BF"/>
                </a:solidFill>
                <a:latin typeface="DejaVu Sans"/>
                <a:ea typeface="DejaVu Sans"/>
                <a:cs typeface="DejaVu Sans"/>
              </a:rPr>
              <a:t>y</a:t>
            </a:r>
          </a:p>
        </p:txBody>
      </p:sp>
      <p:sp>
        <p:nvSpPr>
          <p:cNvPr id="17" name="axis-z-label">
            <a:extLst xmlns:a="http://schemas.openxmlformats.org/drawingml/2006/main">
              <a:ext uri="{FF2B5EF4-FFF2-40B4-BE49-F238E27FC236}">
                <a16:creationId xmlns:a16="http://schemas.microsoft.com/office/drawing/2014/main" id="{9147E116-9CC7-4488-8CDB-CC9378BB8B43}"/>
              </a:ext>
            </a:extLst>
          </p:cNvPr>
          <p:cNvSpPr>
            <a:spLocks xmlns:a="http://schemas.openxmlformats.org/drawingml/2006/main" noGrp="1"/>
          </p:cNvSpPr>
          <p:nvPr/>
        </p:nvSpPr>
        <p:spPr>
          <a:xfrm xmlns:a="http://schemas.openxmlformats.org/drawingml/2006/main">
            <a:off x="9286875" y="231457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00" b="0">
                <a:solidFill>
                  <a:srgbClr val="ADB5BF"/>
                </a:solidFill>
                <a:latin typeface="DejaVu Sans"/>
                <a:ea typeface="DejaVu Sans"/>
                <a:cs typeface="DejaVu Sans"/>
              </a:defRPr>
            </a:defPPr>
            <a:lvl1pPr>
              <a:defRPr sz="1800" b="0">
                <a:solidFill>
                  <a:srgbClr val="ADB5BF"/>
                </a:solidFill>
                <a:latin typeface="DejaVu Sans"/>
                <a:ea typeface="DejaVu Sans"/>
                <a:cs typeface="DejaVu Sans"/>
              </a:defRPr>
            </a:lvl1pPr>
            <a:lvl2pPr>
              <a:defRPr sz="1800" b="0">
                <a:solidFill>
                  <a:srgbClr val="ADB5BF"/>
                </a:solidFill>
                <a:latin typeface="DejaVu Sans"/>
                <a:ea typeface="DejaVu Sans"/>
                <a:cs typeface="DejaVu Sans"/>
              </a:defRPr>
            </a:lvl2pPr>
            <a:lvl3pPr>
              <a:defRPr sz="1800" b="0">
                <a:solidFill>
                  <a:srgbClr val="ADB5BF"/>
                </a:solidFill>
                <a:latin typeface="DejaVu Sans"/>
                <a:ea typeface="DejaVu Sans"/>
                <a:cs typeface="DejaVu Sans"/>
              </a:defRPr>
            </a:lvl3pPr>
            <a:lvl4pPr>
              <a:defRPr sz="1800" b="0">
                <a:solidFill>
                  <a:srgbClr val="ADB5BF"/>
                </a:solidFill>
                <a:latin typeface="DejaVu Sans"/>
                <a:ea typeface="DejaVu Sans"/>
                <a:cs typeface="DejaVu Sans"/>
              </a:defRPr>
            </a:lvl4pPr>
            <a:lvl5pPr>
              <a:defRPr sz="1800" b="0">
                <a:solidFill>
                  <a:srgbClr val="ADB5BF"/>
                </a:solidFill>
                <a:latin typeface="DejaVu Sans"/>
                <a:ea typeface="DejaVu Sans"/>
                <a:cs typeface="DejaVu Sans"/>
              </a:defRPr>
            </a:lvl5pPr>
            <a:lvl6pPr>
              <a:defRPr sz="1800" b="0">
                <a:solidFill>
                  <a:srgbClr val="ADB5BF"/>
                </a:solidFill>
                <a:latin typeface="DejaVu Sans"/>
                <a:ea typeface="DejaVu Sans"/>
                <a:cs typeface="DejaVu Sans"/>
              </a:defRPr>
            </a:lvl6pPr>
            <a:lvl7pPr>
              <a:defRPr sz="1800" b="0">
                <a:solidFill>
                  <a:srgbClr val="ADB5BF"/>
                </a:solidFill>
                <a:latin typeface="DejaVu Sans"/>
                <a:ea typeface="DejaVu Sans"/>
                <a:cs typeface="DejaVu Sans"/>
              </a:defRPr>
            </a:lvl7pPr>
            <a:lvl8pPr>
              <a:defRPr sz="1800" b="0">
                <a:solidFill>
                  <a:srgbClr val="ADB5BF"/>
                </a:solidFill>
                <a:latin typeface="DejaVu Sans"/>
                <a:ea typeface="DejaVu Sans"/>
                <a:cs typeface="DejaVu Sans"/>
              </a:defRPr>
            </a:lvl8pPr>
            <a:lvl9pPr>
              <a:defRPr sz="1800" b="0">
                <a:solidFill>
                  <a:srgbClr val="ADB5BF"/>
                </a:solidFill>
                <a:latin typeface="DejaVu Sans"/>
                <a:ea typeface="DejaVu Sans"/>
                <a:cs typeface="DejaVu Sans"/>
              </a:defRPr>
            </a:lvl9pPr>
          </a:lstStyle>
          <a:p xmlns:a="http://schemas.openxmlformats.org/drawingml/2006/main">
            <a:pPr>
              <a:defRPr sz="1800" b="0">
                <a:solidFill>
                  <a:srgbClr val="ADB5BF"/>
                </a:solidFill>
                <a:latin typeface="DejaVu Sans"/>
                <a:ea typeface="DejaVu Sans"/>
                <a:cs typeface="DejaVu Sans"/>
              </a:defRPr>
            </a:pPr>
            <a:r>
              <a:rPr sz="1800" b="0">
                <a:solidFill>
                  <a:srgbClr val="ADB5BF"/>
                </a:solidFill>
                <a:latin typeface="DejaVu Sans"/>
                <a:ea typeface="DejaVu Sans"/>
                <a:cs typeface="DejaVu Sans"/>
              </a:rPr>
              <a:t>z</a:t>
            </a:r>
          </a:p>
        </p:txBody>
      </p:sp>
      <p:sp>
        <p:nvSpPr>
          <p:cNvPr id="18" name="trace-O">
            <a:extLst xmlns:a="http://schemas.openxmlformats.org/drawingml/2006/main">
              <a:ext uri="{FF2B5EF4-FFF2-40B4-BE49-F238E27FC236}">
                <a16:creationId xmlns:a16="http://schemas.microsoft.com/office/drawing/2014/main" id="{3C379319-3523-482D-8F1A-4B19AF0F5CA2}"/>
              </a:ext>
            </a:extLst>
          </p:cNvPr>
          <p:cNvSpPr>
            <a:spLocks xmlns:a="http://schemas.openxmlformats.org/drawingml/2006/main" noGrp="1"/>
          </p:cNvSpPr>
          <p:nvPr/>
        </p:nvSpPr>
        <p:spPr>
          <a:xfrm xmlns:a="http://schemas.openxmlformats.org/drawingml/2006/main">
            <a:off x="9572625" y="5257800"/>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725" b="0">
                <a:solidFill>
                  <a:srgbClr val="ADB5BF"/>
                </a:solidFill>
                <a:latin typeface="DejaVu Sans"/>
                <a:ea typeface="DejaVu Sans"/>
                <a:cs typeface="DejaVu Sans"/>
              </a:defRPr>
            </a:defPPr>
            <a:lvl1pPr>
              <a:defRPr sz="1725" b="0">
                <a:solidFill>
                  <a:srgbClr val="ADB5BF"/>
                </a:solidFill>
                <a:latin typeface="DejaVu Sans"/>
                <a:ea typeface="DejaVu Sans"/>
                <a:cs typeface="DejaVu Sans"/>
              </a:defRPr>
            </a:lvl1pPr>
            <a:lvl2pPr>
              <a:defRPr sz="1725" b="0">
                <a:solidFill>
                  <a:srgbClr val="ADB5BF"/>
                </a:solidFill>
                <a:latin typeface="DejaVu Sans"/>
                <a:ea typeface="DejaVu Sans"/>
                <a:cs typeface="DejaVu Sans"/>
              </a:defRPr>
            </a:lvl2pPr>
            <a:lvl3pPr>
              <a:defRPr sz="1725" b="0">
                <a:solidFill>
                  <a:srgbClr val="ADB5BF"/>
                </a:solidFill>
                <a:latin typeface="DejaVu Sans"/>
                <a:ea typeface="DejaVu Sans"/>
                <a:cs typeface="DejaVu Sans"/>
              </a:defRPr>
            </a:lvl3pPr>
            <a:lvl4pPr>
              <a:defRPr sz="1725" b="0">
                <a:solidFill>
                  <a:srgbClr val="ADB5BF"/>
                </a:solidFill>
                <a:latin typeface="DejaVu Sans"/>
                <a:ea typeface="DejaVu Sans"/>
                <a:cs typeface="DejaVu Sans"/>
              </a:defRPr>
            </a:lvl4pPr>
            <a:lvl5pPr>
              <a:defRPr sz="1725" b="0">
                <a:solidFill>
                  <a:srgbClr val="ADB5BF"/>
                </a:solidFill>
                <a:latin typeface="DejaVu Sans"/>
                <a:ea typeface="DejaVu Sans"/>
                <a:cs typeface="DejaVu Sans"/>
              </a:defRPr>
            </a:lvl5pPr>
            <a:lvl6pPr>
              <a:defRPr sz="1725" b="0">
                <a:solidFill>
                  <a:srgbClr val="ADB5BF"/>
                </a:solidFill>
                <a:latin typeface="DejaVu Sans"/>
                <a:ea typeface="DejaVu Sans"/>
                <a:cs typeface="DejaVu Sans"/>
              </a:defRPr>
            </a:lvl6pPr>
            <a:lvl7pPr>
              <a:defRPr sz="1725" b="0">
                <a:solidFill>
                  <a:srgbClr val="ADB5BF"/>
                </a:solidFill>
                <a:latin typeface="DejaVu Sans"/>
                <a:ea typeface="DejaVu Sans"/>
                <a:cs typeface="DejaVu Sans"/>
              </a:defRPr>
            </a:lvl7pPr>
            <a:lvl8pPr>
              <a:defRPr sz="1725" b="0">
                <a:solidFill>
                  <a:srgbClr val="ADB5BF"/>
                </a:solidFill>
                <a:latin typeface="DejaVu Sans"/>
                <a:ea typeface="DejaVu Sans"/>
                <a:cs typeface="DejaVu Sans"/>
              </a:defRPr>
            </a:lvl8pPr>
            <a:lvl9pPr>
              <a:defRPr sz="1725" b="0">
                <a:solidFill>
                  <a:srgbClr val="ADB5BF"/>
                </a:solidFill>
                <a:latin typeface="DejaVu Sans"/>
                <a:ea typeface="DejaVu Sans"/>
                <a:cs typeface="DejaVu Sans"/>
              </a:defRPr>
            </a:lvl9pPr>
          </a:lstStyle>
          <a:p xmlns:a="http://schemas.openxmlformats.org/drawingml/2006/main">
            <a:pPr>
              <a:defRPr sz="1725" b="0">
                <a:solidFill>
                  <a:srgbClr val="ADB5BF"/>
                </a:solidFill>
                <a:latin typeface="DejaVu Sans"/>
                <a:ea typeface="DejaVu Sans"/>
                <a:cs typeface="DejaVu Sans"/>
              </a:defRPr>
            </a:pPr>
            <a:r>
              <a:rPr sz="1725" b="0">
                <a:solidFill>
                  <a:srgbClr val="ADB5BF"/>
                </a:solidFill>
                <a:latin typeface="DejaVu Sans"/>
                <a:ea typeface="DejaVu Sans"/>
                <a:cs typeface="DejaVu Sans"/>
              </a:rPr>
              <a:t>O</a:t>
            </a:r>
          </a:p>
        </p:txBody>
      </p:sp>
      <p:sp>
        <p:nvSpPr>
          <p:cNvPr id="19" name="trace-xy-label">
            <a:extLst xmlns:a="http://schemas.openxmlformats.org/drawingml/2006/main">
              <a:ext uri="{FF2B5EF4-FFF2-40B4-BE49-F238E27FC236}">
                <a16:creationId xmlns:a16="http://schemas.microsoft.com/office/drawing/2014/main" id="{75AEF772-D5B4-4BD2-A3EB-305C84A9B593}"/>
              </a:ext>
            </a:extLst>
          </p:cNvPr>
          <p:cNvSpPr>
            <a:spLocks xmlns:a="http://schemas.openxmlformats.org/drawingml/2006/main" noGrp="1"/>
          </p:cNvSpPr>
          <p:nvPr/>
        </p:nvSpPr>
        <p:spPr>
          <a:xfrm xmlns:a="http://schemas.openxmlformats.org/drawingml/2006/main">
            <a:off x="8810625" y="5905500"/>
            <a:ext cx="142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86EFAC"/>
                </a:solidFill>
                <a:latin typeface="DejaVu Sans"/>
                <a:ea typeface="DejaVu Sans"/>
                <a:cs typeface="DejaVu Sans"/>
              </a:defRPr>
            </a:defPPr>
            <a:lvl1pPr>
              <a:defRPr sz="1650" b="0">
                <a:solidFill>
                  <a:srgbClr val="86EFAC"/>
                </a:solidFill>
                <a:latin typeface="DejaVu Sans"/>
                <a:ea typeface="DejaVu Sans"/>
                <a:cs typeface="DejaVu Sans"/>
              </a:defRPr>
            </a:lvl1pPr>
            <a:lvl2pPr>
              <a:defRPr sz="1650" b="0">
                <a:solidFill>
                  <a:srgbClr val="86EFAC"/>
                </a:solidFill>
                <a:latin typeface="DejaVu Sans"/>
                <a:ea typeface="DejaVu Sans"/>
                <a:cs typeface="DejaVu Sans"/>
              </a:defRPr>
            </a:lvl2pPr>
            <a:lvl3pPr>
              <a:defRPr sz="1650" b="0">
                <a:solidFill>
                  <a:srgbClr val="86EFAC"/>
                </a:solidFill>
                <a:latin typeface="DejaVu Sans"/>
                <a:ea typeface="DejaVu Sans"/>
                <a:cs typeface="DejaVu Sans"/>
              </a:defRPr>
            </a:lvl3pPr>
            <a:lvl4pPr>
              <a:defRPr sz="1650" b="0">
                <a:solidFill>
                  <a:srgbClr val="86EFAC"/>
                </a:solidFill>
                <a:latin typeface="DejaVu Sans"/>
                <a:ea typeface="DejaVu Sans"/>
                <a:cs typeface="DejaVu Sans"/>
              </a:defRPr>
            </a:lvl4pPr>
            <a:lvl5pPr>
              <a:defRPr sz="1650" b="0">
                <a:solidFill>
                  <a:srgbClr val="86EFAC"/>
                </a:solidFill>
                <a:latin typeface="DejaVu Sans"/>
                <a:ea typeface="DejaVu Sans"/>
                <a:cs typeface="DejaVu Sans"/>
              </a:defRPr>
            </a:lvl5pPr>
            <a:lvl6pPr>
              <a:defRPr sz="1650" b="0">
                <a:solidFill>
                  <a:srgbClr val="86EFAC"/>
                </a:solidFill>
                <a:latin typeface="DejaVu Sans"/>
                <a:ea typeface="DejaVu Sans"/>
                <a:cs typeface="DejaVu Sans"/>
              </a:defRPr>
            </a:lvl6pPr>
            <a:lvl7pPr>
              <a:defRPr sz="1650" b="0">
                <a:solidFill>
                  <a:srgbClr val="86EFAC"/>
                </a:solidFill>
                <a:latin typeface="DejaVu Sans"/>
                <a:ea typeface="DejaVu Sans"/>
                <a:cs typeface="DejaVu Sans"/>
              </a:defRPr>
            </a:lvl7pPr>
            <a:lvl8pPr>
              <a:defRPr sz="1650" b="0">
                <a:solidFill>
                  <a:srgbClr val="86EFAC"/>
                </a:solidFill>
                <a:latin typeface="DejaVu Sans"/>
                <a:ea typeface="DejaVu Sans"/>
                <a:cs typeface="DejaVu Sans"/>
              </a:defRPr>
            </a:lvl8pPr>
            <a:lvl9pPr>
              <a:defRPr sz="1650" b="0">
                <a:solidFill>
                  <a:srgbClr val="86EFAC"/>
                </a:solidFill>
                <a:latin typeface="DejaVu Sans"/>
                <a:ea typeface="DejaVu Sans"/>
                <a:cs typeface="DejaVu Sans"/>
              </a:defRPr>
            </a:lvl9pPr>
          </a:lstStyle>
          <a:p xmlns:a="http://schemas.openxmlformats.org/drawingml/2006/main">
            <a:pPr>
              <a:defRPr sz="1650" b="0">
                <a:solidFill>
                  <a:srgbClr val="86EFAC"/>
                </a:solidFill>
                <a:latin typeface="DejaVu Sans"/>
                <a:ea typeface="DejaVu Sans"/>
                <a:cs typeface="DejaVu Sans"/>
              </a:defRPr>
            </a:pPr>
            <a:r>
              <a:rPr sz="1650" b="0">
                <a:solidFill>
                  <a:srgbClr val="86EFAC"/>
                </a:solidFill>
                <a:latin typeface="DejaVu Sans"/>
                <a:ea typeface="DejaVu Sans"/>
                <a:cs typeface="DejaVu Sans"/>
              </a:rPr>
              <a:t>xy trace</a:t>
            </a:r>
          </a:p>
        </p:txBody>
      </p:sp>
      <p:sp>
        <p:nvSpPr>
          <p:cNvPr id="20" name="trace-xz-label">
            <a:extLst xmlns:a="http://schemas.openxmlformats.org/drawingml/2006/main">
              <a:ext uri="{FF2B5EF4-FFF2-40B4-BE49-F238E27FC236}">
                <a16:creationId xmlns:a16="http://schemas.microsoft.com/office/drawing/2014/main" id="{242B4C4A-D98D-4624-96A9-5E159F0DE1A6}"/>
              </a:ext>
            </a:extLst>
          </p:cNvPr>
          <p:cNvSpPr>
            <a:spLocks xmlns:a="http://schemas.openxmlformats.org/drawingml/2006/main" noGrp="1"/>
          </p:cNvSpPr>
          <p:nvPr/>
        </p:nvSpPr>
        <p:spPr>
          <a:xfrm xmlns:a="http://schemas.openxmlformats.org/drawingml/2006/main">
            <a:off x="7524750" y="3857625"/>
            <a:ext cx="142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7DD3FC"/>
                </a:solidFill>
                <a:latin typeface="DejaVu Sans"/>
                <a:ea typeface="DejaVu Sans"/>
                <a:cs typeface="DejaVu Sans"/>
              </a:defRPr>
            </a:defPPr>
            <a:lvl1pPr>
              <a:defRPr sz="1650" b="0">
                <a:solidFill>
                  <a:srgbClr val="7DD3FC"/>
                </a:solidFill>
                <a:latin typeface="DejaVu Sans"/>
                <a:ea typeface="DejaVu Sans"/>
                <a:cs typeface="DejaVu Sans"/>
              </a:defRPr>
            </a:lvl1pPr>
            <a:lvl2pPr>
              <a:defRPr sz="1650" b="0">
                <a:solidFill>
                  <a:srgbClr val="7DD3FC"/>
                </a:solidFill>
                <a:latin typeface="DejaVu Sans"/>
                <a:ea typeface="DejaVu Sans"/>
                <a:cs typeface="DejaVu Sans"/>
              </a:defRPr>
            </a:lvl2pPr>
            <a:lvl3pPr>
              <a:defRPr sz="1650" b="0">
                <a:solidFill>
                  <a:srgbClr val="7DD3FC"/>
                </a:solidFill>
                <a:latin typeface="DejaVu Sans"/>
                <a:ea typeface="DejaVu Sans"/>
                <a:cs typeface="DejaVu Sans"/>
              </a:defRPr>
            </a:lvl3pPr>
            <a:lvl4pPr>
              <a:defRPr sz="1650" b="0">
                <a:solidFill>
                  <a:srgbClr val="7DD3FC"/>
                </a:solidFill>
                <a:latin typeface="DejaVu Sans"/>
                <a:ea typeface="DejaVu Sans"/>
                <a:cs typeface="DejaVu Sans"/>
              </a:defRPr>
            </a:lvl4pPr>
            <a:lvl5pPr>
              <a:defRPr sz="1650" b="0">
                <a:solidFill>
                  <a:srgbClr val="7DD3FC"/>
                </a:solidFill>
                <a:latin typeface="DejaVu Sans"/>
                <a:ea typeface="DejaVu Sans"/>
                <a:cs typeface="DejaVu Sans"/>
              </a:defRPr>
            </a:lvl5pPr>
            <a:lvl6pPr>
              <a:defRPr sz="1650" b="0">
                <a:solidFill>
                  <a:srgbClr val="7DD3FC"/>
                </a:solidFill>
                <a:latin typeface="DejaVu Sans"/>
                <a:ea typeface="DejaVu Sans"/>
                <a:cs typeface="DejaVu Sans"/>
              </a:defRPr>
            </a:lvl6pPr>
            <a:lvl7pPr>
              <a:defRPr sz="1650" b="0">
                <a:solidFill>
                  <a:srgbClr val="7DD3FC"/>
                </a:solidFill>
                <a:latin typeface="DejaVu Sans"/>
                <a:ea typeface="DejaVu Sans"/>
                <a:cs typeface="DejaVu Sans"/>
              </a:defRPr>
            </a:lvl7pPr>
            <a:lvl8pPr>
              <a:defRPr sz="1650" b="0">
                <a:solidFill>
                  <a:srgbClr val="7DD3FC"/>
                </a:solidFill>
                <a:latin typeface="DejaVu Sans"/>
                <a:ea typeface="DejaVu Sans"/>
                <a:cs typeface="DejaVu Sans"/>
              </a:defRPr>
            </a:lvl8pPr>
            <a:lvl9pPr>
              <a:defRPr sz="1650" b="0">
                <a:solidFill>
                  <a:srgbClr val="7DD3FC"/>
                </a:solidFill>
                <a:latin typeface="DejaVu Sans"/>
                <a:ea typeface="DejaVu Sans"/>
                <a:cs typeface="DejaVu Sans"/>
              </a:defRPr>
            </a:lvl9pPr>
          </a:lstStyle>
          <a:p xmlns:a="http://schemas.openxmlformats.org/drawingml/2006/main">
            <a:pPr>
              <a:defRPr sz="1650" b="0">
                <a:solidFill>
                  <a:srgbClr val="7DD3FC"/>
                </a:solidFill>
                <a:latin typeface="DejaVu Sans"/>
                <a:ea typeface="DejaVu Sans"/>
                <a:cs typeface="DejaVu Sans"/>
              </a:defRPr>
            </a:pPr>
            <a:r>
              <a:rPr sz="1650" b="0">
                <a:solidFill>
                  <a:srgbClr val="7DD3FC"/>
                </a:solidFill>
                <a:latin typeface="DejaVu Sans"/>
                <a:ea typeface="DejaVu Sans"/>
                <a:cs typeface="DejaVu Sans"/>
              </a:rPr>
              <a:t>xz trace</a:t>
            </a:r>
          </a:p>
        </p:txBody>
      </p:sp>
      <p:sp>
        <p:nvSpPr>
          <p:cNvPr id="21" name="trace-yz-label">
            <a:extLst xmlns:a="http://schemas.openxmlformats.org/drawingml/2006/main">
              <a:ext uri="{FF2B5EF4-FFF2-40B4-BE49-F238E27FC236}">
                <a16:creationId xmlns:a16="http://schemas.microsoft.com/office/drawing/2014/main" id="{076D679C-1C75-48B9-A614-61E523953501}"/>
              </a:ext>
            </a:extLst>
          </p:cNvPr>
          <p:cNvSpPr>
            <a:spLocks xmlns:a="http://schemas.openxmlformats.org/drawingml/2006/main" noGrp="1"/>
          </p:cNvSpPr>
          <p:nvPr/>
        </p:nvSpPr>
        <p:spPr>
          <a:xfrm xmlns:a="http://schemas.openxmlformats.org/drawingml/2006/main">
            <a:off x="10477500" y="4143375"/>
            <a:ext cx="142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C4B5FD"/>
                </a:solidFill>
                <a:latin typeface="DejaVu Sans"/>
                <a:ea typeface="DejaVu Sans"/>
                <a:cs typeface="DejaVu Sans"/>
              </a:defRPr>
            </a:defPPr>
            <a:lvl1pPr>
              <a:defRPr sz="1650" b="0">
                <a:solidFill>
                  <a:srgbClr val="C4B5FD"/>
                </a:solidFill>
                <a:latin typeface="DejaVu Sans"/>
                <a:ea typeface="DejaVu Sans"/>
                <a:cs typeface="DejaVu Sans"/>
              </a:defRPr>
            </a:lvl1pPr>
            <a:lvl2pPr>
              <a:defRPr sz="1650" b="0">
                <a:solidFill>
                  <a:srgbClr val="C4B5FD"/>
                </a:solidFill>
                <a:latin typeface="DejaVu Sans"/>
                <a:ea typeface="DejaVu Sans"/>
                <a:cs typeface="DejaVu Sans"/>
              </a:defRPr>
            </a:lvl2pPr>
            <a:lvl3pPr>
              <a:defRPr sz="1650" b="0">
                <a:solidFill>
                  <a:srgbClr val="C4B5FD"/>
                </a:solidFill>
                <a:latin typeface="DejaVu Sans"/>
                <a:ea typeface="DejaVu Sans"/>
                <a:cs typeface="DejaVu Sans"/>
              </a:defRPr>
            </a:lvl3pPr>
            <a:lvl4pPr>
              <a:defRPr sz="1650" b="0">
                <a:solidFill>
                  <a:srgbClr val="C4B5FD"/>
                </a:solidFill>
                <a:latin typeface="DejaVu Sans"/>
                <a:ea typeface="DejaVu Sans"/>
                <a:cs typeface="DejaVu Sans"/>
              </a:defRPr>
            </a:lvl4pPr>
            <a:lvl5pPr>
              <a:defRPr sz="1650" b="0">
                <a:solidFill>
                  <a:srgbClr val="C4B5FD"/>
                </a:solidFill>
                <a:latin typeface="DejaVu Sans"/>
                <a:ea typeface="DejaVu Sans"/>
                <a:cs typeface="DejaVu Sans"/>
              </a:defRPr>
            </a:lvl5pPr>
            <a:lvl6pPr>
              <a:defRPr sz="1650" b="0">
                <a:solidFill>
                  <a:srgbClr val="C4B5FD"/>
                </a:solidFill>
                <a:latin typeface="DejaVu Sans"/>
                <a:ea typeface="DejaVu Sans"/>
                <a:cs typeface="DejaVu Sans"/>
              </a:defRPr>
            </a:lvl6pPr>
            <a:lvl7pPr>
              <a:defRPr sz="1650" b="0">
                <a:solidFill>
                  <a:srgbClr val="C4B5FD"/>
                </a:solidFill>
                <a:latin typeface="DejaVu Sans"/>
                <a:ea typeface="DejaVu Sans"/>
                <a:cs typeface="DejaVu Sans"/>
              </a:defRPr>
            </a:lvl7pPr>
            <a:lvl8pPr>
              <a:defRPr sz="1650" b="0">
                <a:solidFill>
                  <a:srgbClr val="C4B5FD"/>
                </a:solidFill>
                <a:latin typeface="DejaVu Sans"/>
                <a:ea typeface="DejaVu Sans"/>
                <a:cs typeface="DejaVu Sans"/>
              </a:defRPr>
            </a:lvl8pPr>
            <a:lvl9pPr>
              <a:defRPr sz="1650" b="0">
                <a:solidFill>
                  <a:srgbClr val="C4B5FD"/>
                </a:solidFill>
                <a:latin typeface="DejaVu Sans"/>
                <a:ea typeface="DejaVu Sans"/>
                <a:cs typeface="DejaVu Sans"/>
              </a:defRPr>
            </a:lvl9pPr>
          </a:lstStyle>
          <a:p xmlns:a="http://schemas.openxmlformats.org/drawingml/2006/main">
            <a:pPr>
              <a:defRPr sz="1650" b="0">
                <a:solidFill>
                  <a:srgbClr val="C4B5FD"/>
                </a:solidFill>
                <a:latin typeface="DejaVu Sans"/>
                <a:ea typeface="DejaVu Sans"/>
                <a:cs typeface="DejaVu Sans"/>
              </a:defRPr>
            </a:pPr>
            <a:r>
              <a:rPr sz="1650" b="0">
                <a:solidFill>
                  <a:srgbClr val="C4B5FD"/>
                </a:solidFill>
                <a:latin typeface="DejaVu Sans"/>
                <a:ea typeface="DejaVu Sans"/>
                <a:cs typeface="DejaVu Sans"/>
              </a:rPr>
              <a:t>yz trace</a:t>
            </a:r>
          </a:p>
        </p:txBody>
      </p:sp>
    </p:spTree>
    <p:extLst>
      <p:ext uri="{BB962C8B-B14F-4D97-AF65-F5344CB8AC3E}">
        <p14:creationId xmlns:p14="http://schemas.microsoft.com/office/powerpoint/2010/main" val="106417940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50D0E60E-5E17-468C-89D4-5A0E68F8636F}"/>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Missing and contained axes</a:t>
            </a:r>
          </a:p>
        </p:txBody>
      </p:sp>
      <p:sp>
        <p:nvSpPr>
          <p:cNvPr id="2" name="lead">
            <a:extLst xmlns:a="http://schemas.openxmlformats.org/drawingml/2006/main">
              <a:ext uri="{FF2B5EF4-FFF2-40B4-BE49-F238E27FC236}">
                <a16:creationId xmlns:a16="http://schemas.microsoft.com/office/drawing/2014/main" id="{E2A29ECB-A18F-4A2A-9835-20319544F6DB}"/>
              </a:ext>
            </a:extLst>
          </p:cNvPr>
          <p:cNvSpPr>
            <a:spLocks xmlns:a="http://schemas.openxmlformats.org/drawingml/2006/main" noGrp="1"/>
          </p:cNvSpPr>
          <p:nvPr/>
        </p:nvSpPr>
        <p:spPr>
          <a:xfrm xmlns:a="http://schemas.openxmlformats.org/drawingml/2006/main">
            <a:off x="685800" y="1552575"/>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Test the axis to decide whether it is missed or contained.</a:t>
            </a:r>
          </a:p>
        </p:txBody>
      </p:sp>
      <p:pic>
        <p:nvPicPr>
          <p:cNvPr id="3" name="equation-0" descr="LaTeX: x+y=2:\quad(2,0,0),\ (0,2,0),\qquad x=y=0\Rightarrow0=2">
            <a:extLst xmlns:a="http://schemas.openxmlformats.org/drawingml/2006/main">
              <a:ext uri="{FF2B5EF4-FFF2-40B4-BE49-F238E27FC236}">
                <a16:creationId xmlns:a16="http://schemas.microsoft.com/office/drawing/2014/main" id="{2C7E0FC0-CB86-4266-AA8E-9C94EA00BE8A}"/>
              </a:ext>
            </a:extLst>
          </p:cNvPr>
          <p:cNvPicPr>
            <a:picLocks xmlns:a="http://schemas.openxmlformats.org/drawingml/2006/main" noChangeAspect="1"/>
          </p:cNvPicPr>
          <p:nvPr/>
        </p:nvPicPr>
        <p:blipFill>
          <a:blip xmlns:r="http://schemas.openxmlformats.org/officeDocument/2006/relationships" xmlns:a="http://schemas.openxmlformats.org/drawingml/2006/main" r:embed="R86fe3c76dcd94e18">
            <a:extLst>
              <a:ext uri="{96DAC541-7B7A-43D3-8B79-37D633B846F1}">
                <asvg:svgBlip xmlns:asvg="http://schemas.microsoft.com/office/drawing/2016/SVG/main" r:embed="Rb71d2d5d7ca54486"/>
              </a:ext>
            </a:extLst>
          </a:blip>
          <a:stretch xmlns:a="http://schemas.openxmlformats.org/drawingml/2006/main"/>
        </p:blipFill>
        <p:spPr>
          <a:xfrm xmlns:a="http://schemas.openxmlformats.org/drawingml/2006/main">
            <a:off x="685800" y="2524125"/>
            <a:ext cx="6286500" cy="311570"/>
          </a:xfrm>
          <a:prstGeom xmlns:a="http://schemas.openxmlformats.org/drawingml/2006/main" prst="rect">
            <a:avLst/>
          </a:prstGeom>
        </p:spPr>
      </p:pic>
      <p:pic>
        <p:nvPicPr>
          <p:cNvPr id="4" name="equation-1" descr="LaTeX: x+y=0:\quad(0,0,z)\in\Pi\text{ for every real }z">
            <a:extLst xmlns:a="http://schemas.openxmlformats.org/drawingml/2006/main">
              <a:ext uri="{FF2B5EF4-FFF2-40B4-BE49-F238E27FC236}">
                <a16:creationId xmlns:a16="http://schemas.microsoft.com/office/drawing/2014/main" id="{93743274-6C4F-4AA8-AF96-0E7E15612FEF}"/>
              </a:ext>
            </a:extLst>
          </p:cNvPr>
          <p:cNvPicPr>
            <a:picLocks xmlns:a="http://schemas.openxmlformats.org/drawingml/2006/main" noChangeAspect="1"/>
          </p:cNvPicPr>
          <p:nvPr/>
        </p:nvPicPr>
        <p:blipFill>
          <a:blip xmlns:r="http://schemas.openxmlformats.org/officeDocument/2006/relationships" xmlns:a="http://schemas.openxmlformats.org/drawingml/2006/main" r:embed="Rc3b0672c9c5d45bf">
            <a:extLst>
              <a:ext uri="{96DAC541-7B7A-43D3-8B79-37D633B846F1}">
                <asvg:svgBlip xmlns:asvg="http://schemas.microsoft.com/office/drawing/2016/SVG/main" r:embed="Ref957d5dc331431c"/>
              </a:ext>
            </a:extLst>
          </a:blip>
          <a:stretch xmlns:a="http://schemas.openxmlformats.org/drawingml/2006/main"/>
        </p:blipFill>
        <p:spPr>
          <a:xfrm xmlns:a="http://schemas.openxmlformats.org/drawingml/2006/main">
            <a:off x="685800" y="3121445"/>
            <a:ext cx="6057028" cy="396235"/>
          </a:xfrm>
          <a:prstGeom xmlns:a="http://schemas.openxmlformats.org/drawingml/2006/main" prst="rect">
            <a:avLst/>
          </a:prstGeom>
        </p:spPr>
      </p:pic>
      <p:sp>
        <p:nvSpPr>
          <p:cNvPr id="5" name="missing-plane-0">
            <a:extLst xmlns:a="http://schemas.openxmlformats.org/drawingml/2006/main">
              <a:ext uri="{FF2B5EF4-FFF2-40B4-BE49-F238E27FC236}">
                <a16:creationId xmlns:a16="http://schemas.microsoft.com/office/drawing/2014/main" id="{D7711B07-BC4E-4536-B427-809ADBDE3010}"/>
              </a:ext>
            </a:extLst>
          </p:cNvPr>
          <p:cNvSpPr>
            <a:spLocks xmlns:a="http://schemas.openxmlformats.org/drawingml/2006/main" noGrp="1"/>
          </p:cNvSpPr>
          <p:nvPr/>
        </p:nvSpPr>
        <p:spPr>
          <a:xfrm xmlns:a="http://schemas.openxmlformats.org/drawingml/2006/main">
            <a:off x="7715250" y="3000375"/>
            <a:ext cx="1095375" cy="2238375"/>
          </a:xfrm>
          <a:custGeom xmlns:a="http://schemas.openxmlformats.org/drawingml/2006/main">
            <a:pathLst>
              <a:path w="1095375" h="2238375">
                <a:moveTo>
                  <a:pt x="0" y="428625"/>
                </a:moveTo>
                <a:lnTo>
                  <a:pt x="1095375" y="0"/>
                </a:lnTo>
                <a:lnTo>
                  <a:pt x="1095375" y="1809750"/>
                </a:lnTo>
                <a:lnTo>
                  <a:pt x="0" y="2238375"/>
                </a:lnTo>
                <a:close/>
              </a:path>
            </a:pathLst>
          </a:custGeom>
          <a:solidFill xmlns:a="http://schemas.openxmlformats.org/drawingml/2006/main">
            <a:srgbClr val="11232E"/>
          </a:solidFill>
          <a:ln xmlns:a="http://schemas.openxmlformats.org/drawingml/2006/main" w="14288">
            <a:solidFill>
              <a:srgbClr val="385E73"/>
            </a:solidFill>
            <a:prstDash val="solid"/>
          </a:ln>
        </p:spPr>
      </p:sp>
      <p:cxnSp>
        <p:nvCxnSpPr>
          <p:cNvPr id="6" name="z-axis-0">
            <a:extLst xmlns:a="http://schemas.openxmlformats.org/drawingml/2006/main">
              <a:ext uri="{FF2B5EF4-FFF2-40B4-BE49-F238E27FC236}">
                <a16:creationId xmlns:a16="http://schemas.microsoft.com/office/drawing/2014/main" id="{5BF6571B-113A-42A2-83BE-7A01F42642B4}"/>
              </a:ext>
            </a:extLst>
          </p:cNvPr>
          <p:cNvCxnSpPr/>
          <p:nvPr/>
        </p:nvCxnSpPr>
        <p:spPr>
          <a:xfrm xmlns:a="http://schemas.openxmlformats.org/drawingml/2006/main" rot="-5400000">
            <a:off x="7786688" y="3976688"/>
            <a:ext cx="2809875" cy="0"/>
          </a:xfrm>
          <a:prstGeom xmlns:a="http://schemas.openxmlformats.org/drawingml/2006/main" prst="straightConnector1">
            <a:avLst/>
          </a:prstGeom>
          <a:ln xmlns:a="http://schemas.openxmlformats.org/drawingml/2006/main" w="14288">
            <a:solidFill>
              <a:srgbClr val="ADB5BF"/>
            </a:solidFill>
            <a:prstDash val="solid"/>
            <a:tailEnd type="triangle" w="med" len="med"/>
          </a:ln>
        </p:spPr>
      </p:cxnSp>
      <p:sp>
        <p:nvSpPr>
          <p:cNvPr id="7" name="z-label-0">
            <a:extLst xmlns:a="http://schemas.openxmlformats.org/drawingml/2006/main">
              <a:ext uri="{FF2B5EF4-FFF2-40B4-BE49-F238E27FC236}">
                <a16:creationId xmlns:a16="http://schemas.microsoft.com/office/drawing/2014/main" id="{1D4DD625-7B88-49A4-99F0-24F7C796336C}"/>
              </a:ext>
            </a:extLst>
          </p:cNvPr>
          <p:cNvSpPr>
            <a:spLocks xmlns:a="http://schemas.openxmlformats.org/drawingml/2006/main" noGrp="1"/>
          </p:cNvSpPr>
          <p:nvPr/>
        </p:nvSpPr>
        <p:spPr>
          <a:xfrm xmlns:a="http://schemas.openxmlformats.org/drawingml/2006/main">
            <a:off x="9096375" y="228600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z</a:t>
            </a:r>
          </a:p>
        </p:txBody>
      </p:sp>
      <p:sp>
        <p:nvSpPr>
          <p:cNvPr id="8" name="missing-caption-0">
            <a:extLst xmlns:a="http://schemas.openxmlformats.org/drawingml/2006/main">
              <a:ext uri="{FF2B5EF4-FFF2-40B4-BE49-F238E27FC236}">
                <a16:creationId xmlns:a16="http://schemas.microsoft.com/office/drawing/2014/main" id="{DCF61114-9F1D-47F3-9F33-331D188F9146}"/>
              </a:ext>
            </a:extLst>
          </p:cNvPr>
          <p:cNvSpPr>
            <a:spLocks xmlns:a="http://schemas.openxmlformats.org/drawingml/2006/main" noGrp="1"/>
          </p:cNvSpPr>
          <p:nvPr/>
        </p:nvSpPr>
        <p:spPr>
          <a:xfrm xmlns:a="http://schemas.openxmlformats.org/drawingml/2006/main">
            <a:off x="7667625" y="5524500"/>
            <a:ext cx="2047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ADB5BF"/>
                </a:solidFill>
                <a:latin typeface="DejaVu Sans"/>
                <a:ea typeface="DejaVu Sans"/>
                <a:cs typeface="DejaVu Sans"/>
              </a:defRPr>
            </a:defPPr>
            <a:lvl1pPr>
              <a:buNone/>
              <a:defRPr sz="1650" b="0">
                <a:solidFill>
                  <a:srgbClr val="ADB5BF"/>
                </a:solidFill>
                <a:latin typeface="DejaVu Sans"/>
                <a:ea typeface="DejaVu Sans"/>
                <a:cs typeface="DejaVu Sans"/>
              </a:defRPr>
            </a:lvl1pPr>
            <a:lvl2pPr>
              <a:buNone/>
              <a:defRPr sz="1650" b="0">
                <a:solidFill>
                  <a:srgbClr val="ADB5BF"/>
                </a:solidFill>
                <a:latin typeface="DejaVu Sans"/>
                <a:ea typeface="DejaVu Sans"/>
                <a:cs typeface="DejaVu Sans"/>
              </a:defRPr>
            </a:lvl2pPr>
            <a:lvl3pPr>
              <a:buNone/>
              <a:defRPr sz="1650" b="0">
                <a:solidFill>
                  <a:srgbClr val="ADB5BF"/>
                </a:solidFill>
                <a:latin typeface="DejaVu Sans"/>
                <a:ea typeface="DejaVu Sans"/>
                <a:cs typeface="DejaVu Sans"/>
              </a:defRPr>
            </a:lvl3pPr>
            <a:lvl4pPr>
              <a:buNone/>
              <a:defRPr sz="1650" b="0">
                <a:solidFill>
                  <a:srgbClr val="ADB5BF"/>
                </a:solidFill>
                <a:latin typeface="DejaVu Sans"/>
                <a:ea typeface="DejaVu Sans"/>
                <a:cs typeface="DejaVu Sans"/>
              </a:defRPr>
            </a:lvl4pPr>
            <a:lvl5pPr>
              <a:buNone/>
              <a:defRPr sz="1650" b="0">
                <a:solidFill>
                  <a:srgbClr val="ADB5BF"/>
                </a:solidFill>
                <a:latin typeface="DejaVu Sans"/>
                <a:ea typeface="DejaVu Sans"/>
                <a:cs typeface="DejaVu Sans"/>
              </a:defRPr>
            </a:lvl5pPr>
            <a:lvl6pPr>
              <a:buNone/>
              <a:defRPr sz="1650" b="0">
                <a:solidFill>
                  <a:srgbClr val="ADB5BF"/>
                </a:solidFill>
                <a:latin typeface="DejaVu Sans"/>
                <a:ea typeface="DejaVu Sans"/>
                <a:cs typeface="DejaVu Sans"/>
              </a:defRPr>
            </a:lvl6pPr>
            <a:lvl7pPr>
              <a:buNone/>
              <a:defRPr sz="1650" b="0">
                <a:solidFill>
                  <a:srgbClr val="ADB5BF"/>
                </a:solidFill>
                <a:latin typeface="DejaVu Sans"/>
                <a:ea typeface="DejaVu Sans"/>
                <a:cs typeface="DejaVu Sans"/>
              </a:defRPr>
            </a:lvl7pPr>
            <a:lvl8pPr>
              <a:buNone/>
              <a:defRPr sz="1650" b="0">
                <a:solidFill>
                  <a:srgbClr val="ADB5BF"/>
                </a:solidFill>
                <a:latin typeface="DejaVu Sans"/>
                <a:ea typeface="DejaVu Sans"/>
                <a:cs typeface="DejaVu Sans"/>
              </a:defRPr>
            </a:lvl8pPr>
            <a:lvl9pPr>
              <a:buNone/>
              <a:defRPr sz="1650" b="0">
                <a:solidFill>
                  <a:srgbClr val="ADB5BF"/>
                </a:solidFill>
                <a:latin typeface="DejaVu Sans"/>
                <a:ea typeface="DejaVu Sans"/>
                <a:cs typeface="DejaVu Sans"/>
              </a:defRPr>
            </a:lvl9pPr>
          </a:lstStyle>
          <a:p xmlns:a="http://schemas.openxmlformats.org/drawingml/2006/main">
            <a:pPr>
              <a:buNone/>
              <a:defRPr sz="1650" b="0">
                <a:solidFill>
                  <a:srgbClr val="ADB5BF"/>
                </a:solidFill>
                <a:latin typeface="DejaVu Sans"/>
                <a:ea typeface="DejaVu Sans"/>
                <a:cs typeface="DejaVu Sans"/>
              </a:defRPr>
            </a:pPr>
            <a:r>
              <a:rPr sz="1650" b="0">
                <a:solidFill>
                  <a:srgbClr val="ADB5BF"/>
                </a:solidFill>
                <a:latin typeface="DejaVu Sans"/>
                <a:ea typeface="DejaVu Sans"/>
                <a:cs typeface="DejaVu Sans"/>
              </a:rPr>
              <a:t>x + y = 2</a:t>
            </a:r>
          </a:p>
          <a:p xmlns:a="http://schemas.openxmlformats.org/drawingml/2006/main">
            <a:pPr>
              <a:buNone/>
              <a:defRPr sz="1650" b="0">
                <a:solidFill>
                  <a:srgbClr val="ADB5BF"/>
                </a:solidFill>
                <a:latin typeface="DejaVu Sans"/>
                <a:ea typeface="DejaVu Sans"/>
                <a:cs typeface="DejaVu Sans"/>
              </a:defRPr>
            </a:pPr>
            <a:r>
              <a:rPr sz="1650" b="0">
                <a:solidFill>
                  <a:srgbClr val="ADB5BF"/>
                </a:solidFill>
                <a:latin typeface="DejaVu Sans"/>
                <a:ea typeface="DejaVu Sans"/>
                <a:cs typeface="DejaVu Sans"/>
              </a:rPr>
              <a:t>Misses the z-axis</a:t>
            </a:r>
          </a:p>
        </p:txBody>
      </p:sp>
      <p:sp>
        <p:nvSpPr>
          <p:cNvPr id="9" name="missing-plane-1">
            <a:extLst xmlns:a="http://schemas.openxmlformats.org/drawingml/2006/main">
              <a:ext uri="{FF2B5EF4-FFF2-40B4-BE49-F238E27FC236}">
                <a16:creationId xmlns:a16="http://schemas.microsoft.com/office/drawing/2014/main" id="{3759C3B0-8C79-4586-B9D1-8496898DBA8C}"/>
              </a:ext>
            </a:extLst>
          </p:cNvPr>
          <p:cNvSpPr>
            <a:spLocks xmlns:a="http://schemas.openxmlformats.org/drawingml/2006/main" noGrp="1"/>
          </p:cNvSpPr>
          <p:nvPr/>
        </p:nvSpPr>
        <p:spPr>
          <a:xfrm xmlns:a="http://schemas.openxmlformats.org/drawingml/2006/main">
            <a:off x="9763125" y="3000375"/>
            <a:ext cx="1095375" cy="2238375"/>
          </a:xfrm>
          <a:custGeom xmlns:a="http://schemas.openxmlformats.org/drawingml/2006/main">
            <a:pathLst>
              <a:path w="1095375" h="2238375">
                <a:moveTo>
                  <a:pt x="0" y="428625"/>
                </a:moveTo>
                <a:lnTo>
                  <a:pt x="1095375" y="0"/>
                </a:lnTo>
                <a:lnTo>
                  <a:pt x="1095375" y="1809750"/>
                </a:lnTo>
                <a:lnTo>
                  <a:pt x="0" y="2238375"/>
                </a:lnTo>
                <a:close/>
              </a:path>
            </a:pathLst>
          </a:custGeom>
          <a:solidFill xmlns:a="http://schemas.openxmlformats.org/drawingml/2006/main">
            <a:srgbClr val="11232E"/>
          </a:solidFill>
          <a:ln xmlns:a="http://schemas.openxmlformats.org/drawingml/2006/main" w="14288">
            <a:solidFill>
              <a:srgbClr val="385E73"/>
            </a:solidFill>
            <a:prstDash val="solid"/>
          </a:ln>
        </p:spPr>
      </p:sp>
      <p:sp>
        <p:nvSpPr>
          <p:cNvPr id="10" name="missing-caption-1">
            <a:extLst xmlns:a="http://schemas.openxmlformats.org/drawingml/2006/main">
              <a:ext uri="{FF2B5EF4-FFF2-40B4-BE49-F238E27FC236}">
                <a16:creationId xmlns:a16="http://schemas.microsoft.com/office/drawing/2014/main" id="{41D11AD3-D9A2-44E8-8234-62479FD19FA2}"/>
              </a:ext>
            </a:extLst>
          </p:cNvPr>
          <p:cNvSpPr>
            <a:spLocks xmlns:a="http://schemas.openxmlformats.org/drawingml/2006/main" noGrp="1"/>
          </p:cNvSpPr>
          <p:nvPr/>
        </p:nvSpPr>
        <p:spPr>
          <a:xfrm xmlns:a="http://schemas.openxmlformats.org/drawingml/2006/main">
            <a:off x="9715500" y="5524500"/>
            <a:ext cx="2047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ADB5BF"/>
                </a:solidFill>
                <a:latin typeface="DejaVu Sans"/>
                <a:ea typeface="DejaVu Sans"/>
                <a:cs typeface="DejaVu Sans"/>
              </a:defRPr>
            </a:defPPr>
            <a:lvl1pPr>
              <a:buNone/>
              <a:defRPr sz="1650" b="0">
                <a:solidFill>
                  <a:srgbClr val="ADB5BF"/>
                </a:solidFill>
                <a:latin typeface="DejaVu Sans"/>
                <a:ea typeface="DejaVu Sans"/>
                <a:cs typeface="DejaVu Sans"/>
              </a:defRPr>
            </a:lvl1pPr>
            <a:lvl2pPr>
              <a:buNone/>
              <a:defRPr sz="1650" b="0">
                <a:solidFill>
                  <a:srgbClr val="ADB5BF"/>
                </a:solidFill>
                <a:latin typeface="DejaVu Sans"/>
                <a:ea typeface="DejaVu Sans"/>
                <a:cs typeface="DejaVu Sans"/>
              </a:defRPr>
            </a:lvl2pPr>
            <a:lvl3pPr>
              <a:buNone/>
              <a:defRPr sz="1650" b="0">
                <a:solidFill>
                  <a:srgbClr val="ADB5BF"/>
                </a:solidFill>
                <a:latin typeface="DejaVu Sans"/>
                <a:ea typeface="DejaVu Sans"/>
                <a:cs typeface="DejaVu Sans"/>
              </a:defRPr>
            </a:lvl3pPr>
            <a:lvl4pPr>
              <a:buNone/>
              <a:defRPr sz="1650" b="0">
                <a:solidFill>
                  <a:srgbClr val="ADB5BF"/>
                </a:solidFill>
                <a:latin typeface="DejaVu Sans"/>
                <a:ea typeface="DejaVu Sans"/>
                <a:cs typeface="DejaVu Sans"/>
              </a:defRPr>
            </a:lvl4pPr>
            <a:lvl5pPr>
              <a:buNone/>
              <a:defRPr sz="1650" b="0">
                <a:solidFill>
                  <a:srgbClr val="ADB5BF"/>
                </a:solidFill>
                <a:latin typeface="DejaVu Sans"/>
                <a:ea typeface="DejaVu Sans"/>
                <a:cs typeface="DejaVu Sans"/>
              </a:defRPr>
            </a:lvl5pPr>
            <a:lvl6pPr>
              <a:buNone/>
              <a:defRPr sz="1650" b="0">
                <a:solidFill>
                  <a:srgbClr val="ADB5BF"/>
                </a:solidFill>
                <a:latin typeface="DejaVu Sans"/>
                <a:ea typeface="DejaVu Sans"/>
                <a:cs typeface="DejaVu Sans"/>
              </a:defRPr>
            </a:lvl6pPr>
            <a:lvl7pPr>
              <a:buNone/>
              <a:defRPr sz="1650" b="0">
                <a:solidFill>
                  <a:srgbClr val="ADB5BF"/>
                </a:solidFill>
                <a:latin typeface="DejaVu Sans"/>
                <a:ea typeface="DejaVu Sans"/>
                <a:cs typeface="DejaVu Sans"/>
              </a:defRPr>
            </a:lvl7pPr>
            <a:lvl8pPr>
              <a:buNone/>
              <a:defRPr sz="1650" b="0">
                <a:solidFill>
                  <a:srgbClr val="ADB5BF"/>
                </a:solidFill>
                <a:latin typeface="DejaVu Sans"/>
                <a:ea typeface="DejaVu Sans"/>
                <a:cs typeface="DejaVu Sans"/>
              </a:defRPr>
            </a:lvl8pPr>
            <a:lvl9pPr>
              <a:buNone/>
              <a:defRPr sz="1650" b="0">
                <a:solidFill>
                  <a:srgbClr val="ADB5BF"/>
                </a:solidFill>
                <a:latin typeface="DejaVu Sans"/>
                <a:ea typeface="DejaVu Sans"/>
                <a:cs typeface="DejaVu Sans"/>
              </a:defRPr>
            </a:lvl9pPr>
          </a:lstStyle>
          <a:p xmlns:a="http://schemas.openxmlformats.org/drawingml/2006/main">
            <a:pPr>
              <a:buNone/>
              <a:defRPr sz="1650" b="0">
                <a:solidFill>
                  <a:srgbClr val="ADB5BF"/>
                </a:solidFill>
                <a:latin typeface="DejaVu Sans"/>
                <a:ea typeface="DejaVu Sans"/>
                <a:cs typeface="DejaVu Sans"/>
              </a:defRPr>
            </a:pPr>
            <a:r>
              <a:rPr sz="1650" b="0">
                <a:solidFill>
                  <a:srgbClr val="ADB5BF"/>
                </a:solidFill>
                <a:latin typeface="DejaVu Sans"/>
                <a:ea typeface="DejaVu Sans"/>
                <a:cs typeface="DejaVu Sans"/>
              </a:rPr>
              <a:t>x + y = 0</a:t>
            </a:r>
          </a:p>
          <a:p xmlns:a="http://schemas.openxmlformats.org/drawingml/2006/main">
            <a:pPr>
              <a:buNone/>
              <a:defRPr sz="1650" b="0">
                <a:solidFill>
                  <a:srgbClr val="ADB5BF"/>
                </a:solidFill>
                <a:latin typeface="DejaVu Sans"/>
                <a:ea typeface="DejaVu Sans"/>
                <a:cs typeface="DejaVu Sans"/>
              </a:defRPr>
            </a:pPr>
            <a:r>
              <a:rPr sz="1650" b="0">
                <a:solidFill>
                  <a:srgbClr val="ADB5BF"/>
                </a:solidFill>
                <a:latin typeface="DejaVu Sans"/>
                <a:ea typeface="DejaVu Sans"/>
                <a:cs typeface="DejaVu Sans"/>
              </a:rPr>
              <a:t>Contains the z-axis</a:t>
            </a:r>
          </a:p>
        </p:txBody>
      </p:sp>
      <p:cxnSp>
        <p:nvCxnSpPr>
          <p:cNvPr id="11" name="contained-axis">
            <a:extLst xmlns:a="http://schemas.openxmlformats.org/drawingml/2006/main">
              <a:ext uri="{FF2B5EF4-FFF2-40B4-BE49-F238E27FC236}">
                <a16:creationId xmlns:a16="http://schemas.microsoft.com/office/drawing/2014/main" id="{ED63099C-EC7E-4022-9B83-B643D71CF1B9}"/>
              </a:ext>
            </a:extLst>
          </p:cNvPr>
          <p:cNvCxnSpPr/>
          <p:nvPr/>
        </p:nvCxnSpPr>
        <p:spPr>
          <a:xfrm xmlns:a="http://schemas.openxmlformats.org/drawingml/2006/main" rot="-5400000">
            <a:off x="9096375" y="3905250"/>
            <a:ext cx="2476500" cy="0"/>
          </a:xfrm>
          <a:prstGeom xmlns:a="http://schemas.openxmlformats.org/drawingml/2006/main" prst="straightConnector1">
            <a:avLst/>
          </a:prstGeom>
          <a:ln xmlns:a="http://schemas.openxmlformats.org/drawingml/2006/main" w="28575">
            <a:solidFill>
              <a:srgbClr val="7DD3FC"/>
            </a:solidFill>
            <a:prstDash val="solid"/>
            <a:tailEnd type="triangle" w="med" len="med"/>
          </a:ln>
        </p:spPr>
      </p:cxnSp>
      <p:sp>
        <p:nvSpPr>
          <p:cNvPr id="12" name="contained-z">
            <a:extLst xmlns:a="http://schemas.openxmlformats.org/drawingml/2006/main">
              <a:ext uri="{FF2B5EF4-FFF2-40B4-BE49-F238E27FC236}">
                <a16:creationId xmlns:a16="http://schemas.microsoft.com/office/drawing/2014/main" id="{34280E8B-4174-4E0C-9ED6-80DB6AA2FACF}"/>
              </a:ext>
            </a:extLst>
          </p:cNvPr>
          <p:cNvSpPr>
            <a:spLocks xmlns:a="http://schemas.openxmlformats.org/drawingml/2006/main" noGrp="1"/>
          </p:cNvSpPr>
          <p:nvPr/>
        </p:nvSpPr>
        <p:spPr>
          <a:xfrm xmlns:a="http://schemas.openxmlformats.org/drawingml/2006/main">
            <a:off x="10420350" y="2619375"/>
            <a:ext cx="28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650" b="0">
                <a:solidFill>
                  <a:srgbClr val="7DD3FC"/>
                </a:solidFill>
                <a:latin typeface="DejaVu Sans"/>
                <a:ea typeface="DejaVu Sans"/>
                <a:cs typeface="DejaVu Sans"/>
              </a:defRPr>
            </a:defPPr>
            <a:lvl1pPr>
              <a:buNone/>
              <a:defRPr sz="1650" b="0">
                <a:solidFill>
                  <a:srgbClr val="7DD3FC"/>
                </a:solidFill>
                <a:latin typeface="DejaVu Sans"/>
                <a:ea typeface="DejaVu Sans"/>
                <a:cs typeface="DejaVu Sans"/>
              </a:defRPr>
            </a:lvl1pPr>
            <a:lvl2pPr>
              <a:buNone/>
              <a:defRPr sz="1650" b="0">
                <a:solidFill>
                  <a:srgbClr val="7DD3FC"/>
                </a:solidFill>
                <a:latin typeface="DejaVu Sans"/>
                <a:ea typeface="DejaVu Sans"/>
                <a:cs typeface="DejaVu Sans"/>
              </a:defRPr>
            </a:lvl2pPr>
            <a:lvl3pPr>
              <a:buNone/>
              <a:defRPr sz="1650" b="0">
                <a:solidFill>
                  <a:srgbClr val="7DD3FC"/>
                </a:solidFill>
                <a:latin typeface="DejaVu Sans"/>
                <a:ea typeface="DejaVu Sans"/>
                <a:cs typeface="DejaVu Sans"/>
              </a:defRPr>
            </a:lvl3pPr>
            <a:lvl4pPr>
              <a:buNone/>
              <a:defRPr sz="1650" b="0">
                <a:solidFill>
                  <a:srgbClr val="7DD3FC"/>
                </a:solidFill>
                <a:latin typeface="DejaVu Sans"/>
                <a:ea typeface="DejaVu Sans"/>
                <a:cs typeface="DejaVu Sans"/>
              </a:defRPr>
            </a:lvl4pPr>
            <a:lvl5pPr>
              <a:buNone/>
              <a:defRPr sz="1650" b="0">
                <a:solidFill>
                  <a:srgbClr val="7DD3FC"/>
                </a:solidFill>
                <a:latin typeface="DejaVu Sans"/>
                <a:ea typeface="DejaVu Sans"/>
                <a:cs typeface="DejaVu Sans"/>
              </a:defRPr>
            </a:lvl5pPr>
            <a:lvl6pPr>
              <a:buNone/>
              <a:defRPr sz="1650" b="0">
                <a:solidFill>
                  <a:srgbClr val="7DD3FC"/>
                </a:solidFill>
                <a:latin typeface="DejaVu Sans"/>
                <a:ea typeface="DejaVu Sans"/>
                <a:cs typeface="DejaVu Sans"/>
              </a:defRPr>
            </a:lvl6pPr>
            <a:lvl7pPr>
              <a:buNone/>
              <a:defRPr sz="1650" b="0">
                <a:solidFill>
                  <a:srgbClr val="7DD3FC"/>
                </a:solidFill>
                <a:latin typeface="DejaVu Sans"/>
                <a:ea typeface="DejaVu Sans"/>
                <a:cs typeface="DejaVu Sans"/>
              </a:defRPr>
            </a:lvl7pPr>
            <a:lvl8pPr>
              <a:buNone/>
              <a:defRPr sz="1650" b="0">
                <a:solidFill>
                  <a:srgbClr val="7DD3FC"/>
                </a:solidFill>
                <a:latin typeface="DejaVu Sans"/>
                <a:ea typeface="DejaVu Sans"/>
                <a:cs typeface="DejaVu Sans"/>
              </a:defRPr>
            </a:lvl8pPr>
            <a:lvl9pPr>
              <a:buNone/>
              <a:defRPr sz="1650" b="0">
                <a:solidFill>
                  <a:srgbClr val="7DD3FC"/>
                </a:solidFill>
                <a:latin typeface="DejaVu Sans"/>
                <a:ea typeface="DejaVu Sans"/>
                <a:cs typeface="DejaVu Sans"/>
              </a:defRPr>
            </a:lvl9pPr>
          </a:lstStyle>
          <a:p xmlns:a="http://schemas.openxmlformats.org/drawingml/2006/main">
            <a:pPr>
              <a:buNone/>
              <a:defRPr sz="1650" b="0">
                <a:solidFill>
                  <a:srgbClr val="7DD3FC"/>
                </a:solidFill>
                <a:latin typeface="DejaVu Sans"/>
                <a:ea typeface="DejaVu Sans"/>
                <a:cs typeface="DejaVu Sans"/>
              </a:defRPr>
            </a:pPr>
            <a:r>
              <a:rPr sz="1650" b="0">
                <a:solidFill>
                  <a:srgbClr val="7DD3FC"/>
                </a:solidFill>
                <a:latin typeface="DejaVu Sans"/>
                <a:ea typeface="DejaVu Sans"/>
                <a:cs typeface="DejaVu Sans"/>
              </a:rPr>
              <a:t>z</a:t>
            </a:r>
          </a:p>
        </p:txBody>
      </p:sp>
      <p:sp>
        <p:nvSpPr>
          <p:cNvPr id="13" name="page-number">
            <a:extLst xmlns:a="http://schemas.openxmlformats.org/drawingml/2006/main">
              <a:ext uri="{FF2B5EF4-FFF2-40B4-BE49-F238E27FC236}">
                <a16:creationId xmlns:a16="http://schemas.microsoft.com/office/drawing/2014/main" id="{C8B4549D-19D1-4999-AE66-BA4F9A562D88}"/>
              </a:ext>
            </a:extLst>
          </p:cNvPr>
          <p:cNvSpPr>
            <a:spLocks xmlns:a="http://schemas.openxmlformats.org/drawingml/2006/main" noGrp="1"/>
          </p:cNvSpPr>
          <p:nvPr/>
        </p:nvSpPr>
        <p:spPr>
          <a:xfrm xmlns:a="http://schemas.openxmlformats.org/drawingml/2006/main">
            <a:off x="11125200" y="641032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33</a:t>
            </a:r>
          </a:p>
        </p:txBody>
      </p:sp>
    </p:spTree>
    <p:extLst>
      <p:ext uri="{BB962C8B-B14F-4D97-AF65-F5344CB8AC3E}">
        <p14:creationId xmlns:p14="http://schemas.microsoft.com/office/powerpoint/2010/main" val="140580355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400" fill="hold"/>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5339D5A9-BE35-41EC-9827-FE7594884287}"/>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Coordinate planes and parallel planes</a:t>
            </a:r>
          </a:p>
        </p:txBody>
      </p:sp>
      <p:sp>
        <p:nvSpPr>
          <p:cNvPr id="2" name="page-number">
            <a:extLst xmlns:a="http://schemas.openxmlformats.org/drawingml/2006/main">
              <a:ext uri="{FF2B5EF4-FFF2-40B4-BE49-F238E27FC236}">
                <a16:creationId xmlns:a16="http://schemas.microsoft.com/office/drawing/2014/main" id="{1D913428-7362-41E4-8D96-EB7F36098349}"/>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34</a:t>
            </a:r>
          </a:p>
        </p:txBody>
      </p:sp>
      <p:sp>
        <p:nvSpPr>
          <p:cNvPr id="3" name="lead">
            <a:extLst xmlns:a="http://schemas.openxmlformats.org/drawingml/2006/main">
              <a:ext uri="{FF2B5EF4-FFF2-40B4-BE49-F238E27FC236}">
                <a16:creationId xmlns:a16="http://schemas.microsoft.com/office/drawing/2014/main" id="{44707A5B-926E-4680-9266-ECEC3D7C7A58}"/>
              </a:ext>
            </a:extLst>
          </p:cNvPr>
          <p:cNvSpPr>
            <a:spLocks xmlns:a="http://schemas.openxmlformats.org/drawingml/2006/main" noGrp="1"/>
          </p:cNvSpPr>
          <p:nvPr/>
        </p:nvSpPr>
        <p:spPr>
          <a:xfrm xmlns:a="http://schemas.openxmlformats.org/drawingml/2006/main">
            <a:off x="685800" y="1552575"/>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A fixed coordinate describes a plane parallel to the other two axes.</a:t>
            </a:r>
          </a:p>
        </p:txBody>
      </p:sp>
      <p:pic>
        <p:nvPicPr>
          <p:cNvPr id="4" name="equation-0" descr="LaTeX: z=0:\quad\text{xy-plane}\qquad z=2:\quad\text{parallel plane}">
            <a:extLst xmlns:a="http://schemas.openxmlformats.org/drawingml/2006/main">
              <a:ext uri="{FF2B5EF4-FFF2-40B4-BE49-F238E27FC236}">
                <a16:creationId xmlns:a16="http://schemas.microsoft.com/office/drawing/2014/main" id="{C96B6CD2-FCFB-4D56-BC7B-304A45F2A414}"/>
              </a:ext>
            </a:extLst>
          </p:cNvPr>
          <p:cNvPicPr>
            <a:picLocks xmlns:a="http://schemas.openxmlformats.org/drawingml/2006/main" noChangeAspect="1"/>
          </p:cNvPicPr>
          <p:nvPr/>
        </p:nvPicPr>
        <p:blipFill>
          <a:blip xmlns:r="http://schemas.openxmlformats.org/officeDocument/2006/relationships" xmlns:a="http://schemas.openxmlformats.org/drawingml/2006/main" r:embed="R151b12643c5c416d">
            <a:extLst>
              <a:ext uri="{96DAC541-7B7A-43D3-8B79-37D633B846F1}">
                <asvg:svgBlip xmlns:asvg="http://schemas.microsoft.com/office/drawing/2016/SVG/main" r:embed="Rf12fd5cd820e41dd"/>
              </a:ext>
            </a:extLst>
          </a:blip>
          <a:stretch xmlns:a="http://schemas.openxmlformats.org/drawingml/2006/main"/>
        </p:blipFill>
        <p:spPr>
          <a:xfrm xmlns:a="http://schemas.openxmlformats.org/drawingml/2006/main">
            <a:off x="685800" y="3171271"/>
            <a:ext cx="7282322" cy="394184"/>
          </a:xfrm>
          <a:prstGeom xmlns:a="http://schemas.openxmlformats.org/drawingml/2006/main" prst="rect">
            <a:avLst/>
          </a:prstGeom>
        </p:spPr>
      </p:pic>
      <p:pic>
        <p:nvPicPr>
          <p:cNvPr id="5" name="equation-1" descr="LaTeX: x=-1:\quad\vec r=[-1,0,0]+s[0,1,0]+t[0,0,1]">
            <a:extLst xmlns:a="http://schemas.openxmlformats.org/drawingml/2006/main">
              <a:ext uri="{FF2B5EF4-FFF2-40B4-BE49-F238E27FC236}">
                <a16:creationId xmlns:a16="http://schemas.microsoft.com/office/drawing/2014/main" id="{F8545DED-DC46-4718-A487-7E155C162839}"/>
              </a:ext>
            </a:extLst>
          </p:cNvPr>
          <p:cNvPicPr>
            <a:picLocks xmlns:a="http://schemas.openxmlformats.org/drawingml/2006/main" noChangeAspect="1"/>
          </p:cNvPicPr>
          <p:nvPr/>
        </p:nvPicPr>
        <p:blipFill>
          <a:blip xmlns:r="http://schemas.openxmlformats.org/officeDocument/2006/relationships" xmlns:a="http://schemas.openxmlformats.org/drawingml/2006/main" r:embed="R00a97633becf4486">
            <a:extLst>
              <a:ext uri="{96DAC541-7B7A-43D3-8B79-37D633B846F1}">
                <asvg:svgBlip xmlns:asvg="http://schemas.microsoft.com/office/drawing/2016/SVG/main" r:embed="R9fbfb986f0054917"/>
              </a:ext>
            </a:extLst>
          </a:blip>
          <a:stretch xmlns:a="http://schemas.openxmlformats.org/drawingml/2006/main"/>
        </p:blipFill>
        <p:spPr>
          <a:xfrm xmlns:a="http://schemas.openxmlformats.org/drawingml/2006/main">
            <a:off x="685800" y="3832155"/>
            <a:ext cx="7353888" cy="436875"/>
          </a:xfrm>
          <a:prstGeom xmlns:a="http://schemas.openxmlformats.org/drawingml/2006/main" prst="rect">
            <a:avLst/>
          </a:prstGeom>
        </p:spPr>
      </p:pic>
      <p:pic>
        <p:nvPicPr>
          <p:cNvPr id="6" name="equation-2" descr="LaTeX: y=3:\quad\vec n=[0,1,0]">
            <a:extLst xmlns:a="http://schemas.openxmlformats.org/drawingml/2006/main">
              <a:ext uri="{FF2B5EF4-FFF2-40B4-BE49-F238E27FC236}">
                <a16:creationId xmlns:a16="http://schemas.microsoft.com/office/drawing/2014/main" id="{BD317111-5517-41F4-B113-993A53AAD41B}"/>
              </a:ext>
            </a:extLst>
          </p:cNvPr>
          <p:cNvPicPr>
            <a:picLocks xmlns:a="http://schemas.openxmlformats.org/drawingml/2006/main" noChangeAspect="1"/>
          </p:cNvPicPr>
          <p:nvPr/>
        </p:nvPicPr>
        <p:blipFill>
          <a:blip xmlns:r="http://schemas.openxmlformats.org/officeDocument/2006/relationships" xmlns:a="http://schemas.openxmlformats.org/drawingml/2006/main" r:embed="Rcf696c6dc1024926">
            <a:extLst>
              <a:ext uri="{96DAC541-7B7A-43D3-8B79-37D633B846F1}">
                <asvg:svgBlip xmlns:asvg="http://schemas.microsoft.com/office/drawing/2016/SVG/main" r:embed="R01e3feda542c4d2b"/>
              </a:ext>
            </a:extLst>
          </a:blip>
          <a:stretch xmlns:a="http://schemas.openxmlformats.org/drawingml/2006/main"/>
        </p:blipFill>
        <p:spPr>
          <a:xfrm xmlns:a="http://schemas.openxmlformats.org/drawingml/2006/main">
            <a:off x="685800" y="4535730"/>
            <a:ext cx="3398102" cy="436875"/>
          </a:xfrm>
          <a:prstGeom xmlns:a="http://schemas.openxmlformats.org/drawingml/2006/main" prst="rect">
            <a:avLst/>
          </a:prstGeom>
        </p:spPr>
      </p:pic>
    </p:spTree>
    <p:extLst>
      <p:ext uri="{BB962C8B-B14F-4D97-AF65-F5344CB8AC3E}">
        <p14:creationId xmlns:p14="http://schemas.microsoft.com/office/powerpoint/2010/main" val="19734132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20" name="title">
            <a:extLst xmlns:a="http://schemas.openxmlformats.org/drawingml/2006/main">
              <a:ext uri="{FF2B5EF4-FFF2-40B4-BE49-F238E27FC236}">
                <a16:creationId xmlns:a16="http://schemas.microsoft.com/office/drawing/2014/main" id="{55DAC135-AF18-4C2B-BCD8-763B751CC7E4}"/>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A plane through the origin</a:t>
            </a:r>
          </a:p>
        </p:txBody>
      </p:sp>
      <p:sp>
        <p:nvSpPr>
          <p:cNvPr id="2" name="lead">
            <a:extLst xmlns:a="http://schemas.openxmlformats.org/drawingml/2006/main">
              <a:ext uri="{FF2B5EF4-FFF2-40B4-BE49-F238E27FC236}">
                <a16:creationId xmlns:a16="http://schemas.microsoft.com/office/drawing/2014/main" id="{136E5332-EFAC-4F02-ABB2-98A027285138}"/>
              </a:ext>
            </a:extLst>
          </p:cNvPr>
          <p:cNvSpPr>
            <a:spLocks xmlns:a="http://schemas.openxmlformats.org/drawingml/2006/main" noGrp="1"/>
          </p:cNvSpPr>
          <p:nvPr/>
        </p:nvSpPr>
        <p:spPr>
          <a:xfrm xmlns:a="http://schemas.openxmlformats.org/drawingml/2006/main">
            <a:off x="685800" y="1552575"/>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The intercepts meet at O. Two independent directions show the plane orientation.</a:t>
            </a:r>
          </a:p>
        </p:txBody>
      </p:sp>
      <p:pic>
        <p:nvPicPr>
          <p:cNvPr id="3" name="equation-0" descr="LaTeX: x+y+z=0,\quad\vec r=s[1,-1,0]+t[1,0,-1]">
            <a:extLst xmlns:a="http://schemas.openxmlformats.org/drawingml/2006/main">
              <a:ext uri="{FF2B5EF4-FFF2-40B4-BE49-F238E27FC236}">
                <a16:creationId xmlns:a16="http://schemas.microsoft.com/office/drawing/2014/main" id="{1C5E6865-568B-4DB1-9B9D-49B67BCD3650}"/>
              </a:ext>
            </a:extLst>
          </p:cNvPr>
          <p:cNvPicPr>
            <a:picLocks xmlns:a="http://schemas.openxmlformats.org/drawingml/2006/main" noChangeAspect="1"/>
          </p:cNvPicPr>
          <p:nvPr/>
        </p:nvPicPr>
        <p:blipFill>
          <a:blip xmlns:r="http://schemas.openxmlformats.org/officeDocument/2006/relationships" xmlns:a="http://schemas.openxmlformats.org/drawingml/2006/main" r:embed="R0f74353f9abd4b33">
            <a:extLst>
              <a:ext uri="{96DAC541-7B7A-43D3-8B79-37D633B846F1}">
                <asvg:svgBlip xmlns:asvg="http://schemas.microsoft.com/office/drawing/2016/SVG/main" r:embed="R7ab33bfdd1cc4f93"/>
              </a:ext>
            </a:extLst>
          </a:blip>
          <a:stretch xmlns:a="http://schemas.openxmlformats.org/drawingml/2006/main"/>
        </p:blipFill>
        <p:spPr>
          <a:xfrm xmlns:a="http://schemas.openxmlformats.org/drawingml/2006/main">
            <a:off x="685800" y="2524125"/>
            <a:ext cx="6286500" cy="393127"/>
          </a:xfrm>
          <a:prstGeom xmlns:a="http://schemas.openxmlformats.org/drawingml/2006/main" prst="rect">
            <a:avLst/>
          </a:prstGeom>
        </p:spPr>
      </p:pic>
      <p:pic>
        <p:nvPicPr>
          <p:cNvPr id="4" name="equation-1" descr="LaTeX: s=t=0\quad\Rightarrow\quad\vec r=\vec0">
            <a:extLst xmlns:a="http://schemas.openxmlformats.org/drawingml/2006/main">
              <a:ext uri="{FF2B5EF4-FFF2-40B4-BE49-F238E27FC236}">
                <a16:creationId xmlns:a16="http://schemas.microsoft.com/office/drawing/2014/main" id="{FFF96571-264F-40ED-9B9A-F032990A4E1F}"/>
              </a:ext>
            </a:extLst>
          </p:cNvPr>
          <p:cNvPicPr>
            <a:picLocks xmlns:a="http://schemas.openxmlformats.org/drawingml/2006/main" noChangeAspect="1"/>
          </p:cNvPicPr>
          <p:nvPr/>
        </p:nvPicPr>
        <p:blipFill>
          <a:blip xmlns:r="http://schemas.openxmlformats.org/officeDocument/2006/relationships" xmlns:a="http://schemas.openxmlformats.org/drawingml/2006/main" r:embed="R29e23313469c4813">
            <a:extLst>
              <a:ext uri="{96DAC541-7B7A-43D3-8B79-37D633B846F1}">
                <asvg:svgBlip xmlns:asvg="http://schemas.microsoft.com/office/drawing/2016/SVG/main" r:embed="Raa3bfaef28c246d8"/>
              </a:ext>
            </a:extLst>
          </a:blip>
          <a:stretch xmlns:a="http://schemas.openxmlformats.org/drawingml/2006/main"/>
        </p:blipFill>
        <p:spPr>
          <a:xfrm xmlns:a="http://schemas.openxmlformats.org/drawingml/2006/main">
            <a:off x="685800" y="3203002"/>
            <a:ext cx="3377579" cy="370932"/>
          </a:xfrm>
          <a:prstGeom xmlns:a="http://schemas.openxmlformats.org/drawingml/2006/main" prst="rect">
            <a:avLst/>
          </a:prstGeom>
        </p:spPr>
      </p:pic>
      <p:sp>
        <p:nvSpPr>
          <p:cNvPr id="5" name="origin-plane">
            <a:extLst xmlns:a="http://schemas.openxmlformats.org/drawingml/2006/main">
              <a:ext uri="{FF2B5EF4-FFF2-40B4-BE49-F238E27FC236}">
                <a16:creationId xmlns:a16="http://schemas.microsoft.com/office/drawing/2014/main" id="{0A7AE2AE-01FF-46CF-AD98-29B82D1F1546}"/>
              </a:ext>
            </a:extLst>
          </p:cNvPr>
          <p:cNvSpPr>
            <a:spLocks xmlns:a="http://schemas.openxmlformats.org/drawingml/2006/main" noGrp="1"/>
          </p:cNvSpPr>
          <p:nvPr/>
        </p:nvSpPr>
        <p:spPr>
          <a:xfrm xmlns:a="http://schemas.openxmlformats.org/drawingml/2006/main">
            <a:off x="7905750" y="2500313"/>
            <a:ext cx="4000500" cy="2428875"/>
          </a:xfrm>
          <a:custGeom xmlns:a="http://schemas.openxmlformats.org/drawingml/2006/main">
            <a:pathLst>
              <a:path w="4000500" h="2428875">
                <a:moveTo>
                  <a:pt x="4000500" y="0"/>
                </a:moveTo>
                <a:lnTo>
                  <a:pt x="1333500" y="95250"/>
                </a:lnTo>
                <a:lnTo>
                  <a:pt x="0" y="2428875"/>
                </a:lnTo>
                <a:lnTo>
                  <a:pt x="2667000" y="2333625"/>
                </a:lnTo>
                <a:close/>
              </a:path>
            </a:pathLst>
          </a:custGeom>
          <a:solidFill xmlns:a="http://schemas.openxmlformats.org/drawingml/2006/main">
            <a:srgbClr val="11232E">
              <a:alpha val="65000"/>
            </a:srgbClr>
          </a:solidFill>
          <a:ln xmlns:a="http://schemas.openxmlformats.org/drawingml/2006/main" w="14288">
            <a:solidFill>
              <a:srgbClr val="385E73"/>
            </a:solidFill>
            <a:prstDash val="solid"/>
          </a:ln>
        </p:spPr>
      </p:sp>
      <p:cxnSp>
        <p:nvCxnSpPr>
          <p:cNvPr id="6" name="origin-x">
            <a:extLst xmlns:a="http://schemas.openxmlformats.org/drawingml/2006/main">
              <a:ext uri="{FF2B5EF4-FFF2-40B4-BE49-F238E27FC236}">
                <a16:creationId xmlns:a16="http://schemas.microsoft.com/office/drawing/2014/main" id="{DCAD51F2-4C74-4630-8F48-F5524B628EF3}"/>
              </a:ext>
            </a:extLst>
          </p:cNvPr>
          <p:cNvCxnSpPr/>
          <p:nvPr/>
        </p:nvCxnSpPr>
        <p:spPr>
          <a:xfrm xmlns:a="http://schemas.openxmlformats.org/drawingml/2006/main" rot="9206097">
            <a:off x="8493801" y="4048125"/>
            <a:ext cx="1490898" cy="0"/>
          </a:xfrm>
          <a:prstGeom xmlns:a="http://schemas.openxmlformats.org/drawingml/2006/main" prst="straightConnector1">
            <a:avLst/>
          </a:prstGeom>
          <a:ln xmlns:a="http://schemas.openxmlformats.org/drawingml/2006/main" w="14288">
            <a:solidFill>
              <a:srgbClr val="50565E"/>
            </a:solidFill>
            <a:prstDash val="solid"/>
            <a:tailEnd type="triangle" w="med" len="med"/>
          </a:ln>
        </p:spPr>
      </p:cxnSp>
      <p:cxnSp>
        <p:nvCxnSpPr>
          <p:cNvPr id="7" name="origin-y">
            <a:extLst xmlns:a="http://schemas.openxmlformats.org/drawingml/2006/main">
              <a:ext uri="{FF2B5EF4-FFF2-40B4-BE49-F238E27FC236}">
                <a16:creationId xmlns:a16="http://schemas.microsoft.com/office/drawing/2014/main" id="{89B40EBE-1BD0-408E-8001-177205E88226}"/>
              </a:ext>
            </a:extLst>
          </p:cNvPr>
          <p:cNvCxnSpPr/>
          <p:nvPr/>
        </p:nvCxnSpPr>
        <p:spPr>
          <a:xfrm xmlns:a="http://schemas.openxmlformats.org/drawingml/2006/main" rot="1391915">
            <a:off x="9847348" y="4000500"/>
            <a:ext cx="1450805" cy="0"/>
          </a:xfrm>
          <a:prstGeom xmlns:a="http://schemas.openxmlformats.org/drawingml/2006/main" prst="straightConnector1">
            <a:avLst/>
          </a:prstGeom>
          <a:ln xmlns:a="http://schemas.openxmlformats.org/drawingml/2006/main" w="14288">
            <a:solidFill>
              <a:srgbClr val="50565E"/>
            </a:solidFill>
            <a:prstDash val="solid"/>
            <a:tailEnd type="triangle" w="med" len="med"/>
          </a:ln>
        </p:spPr>
      </p:cxnSp>
      <p:cxnSp>
        <p:nvCxnSpPr>
          <p:cNvPr id="8" name="origin-z">
            <a:extLst xmlns:a="http://schemas.openxmlformats.org/drawingml/2006/main">
              <a:ext uri="{FF2B5EF4-FFF2-40B4-BE49-F238E27FC236}">
                <a16:creationId xmlns:a16="http://schemas.microsoft.com/office/drawing/2014/main" id="{160E3FD8-384D-49D9-A88B-214E3EF00EC2}"/>
              </a:ext>
            </a:extLst>
          </p:cNvPr>
          <p:cNvCxnSpPr/>
          <p:nvPr/>
        </p:nvCxnSpPr>
        <p:spPr>
          <a:xfrm xmlns:a="http://schemas.openxmlformats.org/drawingml/2006/main" rot="-5400000">
            <a:off x="9239250" y="3048000"/>
            <a:ext cx="1333500" cy="0"/>
          </a:xfrm>
          <a:prstGeom xmlns:a="http://schemas.openxmlformats.org/drawingml/2006/main" prst="straightConnector1">
            <a:avLst/>
          </a:prstGeom>
          <a:ln xmlns:a="http://schemas.openxmlformats.org/drawingml/2006/main" w="14288">
            <a:solidFill>
              <a:srgbClr val="50565E"/>
            </a:solidFill>
            <a:prstDash val="solid"/>
            <a:tailEnd type="triangle" w="med" len="med"/>
          </a:ln>
        </p:spPr>
      </p:cxnSp>
      <p:sp>
        <p:nvSpPr>
          <p:cNvPr id="9" name="origin-x-label">
            <a:extLst xmlns:a="http://schemas.openxmlformats.org/drawingml/2006/main">
              <a:ext uri="{FF2B5EF4-FFF2-40B4-BE49-F238E27FC236}">
                <a16:creationId xmlns:a16="http://schemas.microsoft.com/office/drawing/2014/main" id="{6151BD68-C34E-4B91-83C2-0E2177B13DFC}"/>
              </a:ext>
            </a:extLst>
          </p:cNvPr>
          <p:cNvSpPr>
            <a:spLocks xmlns:a="http://schemas.openxmlformats.org/drawingml/2006/main" noGrp="1"/>
          </p:cNvSpPr>
          <p:nvPr/>
        </p:nvSpPr>
        <p:spPr>
          <a:xfrm xmlns:a="http://schemas.openxmlformats.org/drawingml/2006/main">
            <a:off x="8334375" y="43338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x</a:t>
            </a:r>
          </a:p>
        </p:txBody>
      </p:sp>
      <p:sp>
        <p:nvSpPr>
          <p:cNvPr id="10" name="origin-y-label">
            <a:extLst xmlns:a="http://schemas.openxmlformats.org/drawingml/2006/main">
              <a:ext uri="{FF2B5EF4-FFF2-40B4-BE49-F238E27FC236}">
                <a16:creationId xmlns:a16="http://schemas.microsoft.com/office/drawing/2014/main" id="{11C30A86-BDFF-437D-884D-C8F3A30FF6B4}"/>
              </a:ext>
            </a:extLst>
          </p:cNvPr>
          <p:cNvSpPr>
            <a:spLocks xmlns:a="http://schemas.openxmlformats.org/drawingml/2006/main" noGrp="1"/>
          </p:cNvSpPr>
          <p:nvPr/>
        </p:nvSpPr>
        <p:spPr>
          <a:xfrm xmlns:a="http://schemas.openxmlformats.org/drawingml/2006/main">
            <a:off x="11287125" y="42386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y</a:t>
            </a:r>
          </a:p>
        </p:txBody>
      </p:sp>
      <p:sp>
        <p:nvSpPr>
          <p:cNvPr id="11" name="origin-z-label">
            <a:extLst xmlns:a="http://schemas.openxmlformats.org/drawingml/2006/main">
              <a:ext uri="{FF2B5EF4-FFF2-40B4-BE49-F238E27FC236}">
                <a16:creationId xmlns:a16="http://schemas.microsoft.com/office/drawing/2014/main" id="{4282178C-BFCE-4F37-A565-115D1F8429FC}"/>
              </a:ext>
            </a:extLst>
          </p:cNvPr>
          <p:cNvSpPr>
            <a:spLocks xmlns:a="http://schemas.openxmlformats.org/drawingml/2006/main" noGrp="1"/>
          </p:cNvSpPr>
          <p:nvPr/>
        </p:nvSpPr>
        <p:spPr>
          <a:xfrm xmlns:a="http://schemas.openxmlformats.org/drawingml/2006/main">
            <a:off x="9667875" y="21907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z</a:t>
            </a:r>
          </a:p>
        </p:txBody>
      </p:sp>
      <p:cxnSp>
        <p:nvCxnSpPr>
          <p:cNvPr id="12" name="span-a">
            <a:extLst xmlns:a="http://schemas.openxmlformats.org/drawingml/2006/main">
              <a:ext uri="{FF2B5EF4-FFF2-40B4-BE49-F238E27FC236}">
                <a16:creationId xmlns:a16="http://schemas.microsoft.com/office/drawing/2014/main" id="{82B238A1-0794-4A75-A3C9-0399BAD7DC7A}"/>
              </a:ext>
            </a:extLst>
          </p:cNvPr>
          <p:cNvCxnSpPr/>
          <p:nvPr/>
        </p:nvCxnSpPr>
        <p:spPr>
          <a:xfrm xmlns:a="http://schemas.openxmlformats.org/drawingml/2006/main" rot="10677275">
            <a:off x="8572075" y="3738563"/>
            <a:ext cx="1334350" cy="0"/>
          </a:xfrm>
          <a:prstGeom xmlns:a="http://schemas.openxmlformats.org/drawingml/2006/main" prst="straightConnector1">
            <a:avLst/>
          </a:prstGeom>
          <a:ln xmlns:a="http://schemas.openxmlformats.org/drawingml/2006/main" w="33338">
            <a:solidFill>
              <a:srgbClr val="86EFAC"/>
            </a:solidFill>
            <a:prstDash val="solid"/>
            <a:tailEnd type="triangle" w="med" len="med"/>
          </a:ln>
        </p:spPr>
      </p:cxnSp>
      <p:cxnSp>
        <p:nvCxnSpPr>
          <p:cNvPr id="13" name="span-b">
            <a:extLst xmlns:a="http://schemas.openxmlformats.org/drawingml/2006/main">
              <a:ext uri="{FF2B5EF4-FFF2-40B4-BE49-F238E27FC236}">
                <a16:creationId xmlns:a16="http://schemas.microsoft.com/office/drawing/2014/main" id="{5B1D0AA2-9CA2-4A1B-BF36-A6C508335CC7}"/>
              </a:ext>
            </a:extLst>
          </p:cNvPr>
          <p:cNvCxnSpPr/>
          <p:nvPr/>
        </p:nvCxnSpPr>
        <p:spPr>
          <a:xfrm xmlns:a="http://schemas.openxmlformats.org/drawingml/2006/main" rot="7184693">
            <a:off x="8900686" y="4298156"/>
            <a:ext cx="1343878" cy="0"/>
          </a:xfrm>
          <a:prstGeom xmlns:a="http://schemas.openxmlformats.org/drawingml/2006/main" prst="straightConnector1">
            <a:avLst/>
          </a:prstGeom>
          <a:ln xmlns:a="http://schemas.openxmlformats.org/drawingml/2006/main" w="33338">
            <a:solidFill>
              <a:srgbClr val="C4B5FD"/>
            </a:solidFill>
            <a:prstDash val="solid"/>
            <a:tailEnd type="triangle" w="med" len="med"/>
          </a:ln>
        </p:spPr>
      </p:cxnSp>
      <p:sp>
        <p:nvSpPr>
          <p:cNvPr id="14" name="plane-origin">
            <a:extLst xmlns:a="http://schemas.openxmlformats.org/drawingml/2006/main">
              <a:ext uri="{FF2B5EF4-FFF2-40B4-BE49-F238E27FC236}">
                <a16:creationId xmlns:a16="http://schemas.microsoft.com/office/drawing/2014/main" id="{B83F8A64-B660-4B8B-BCAD-EECAE270E1A3}"/>
              </a:ext>
            </a:extLst>
          </p:cNvPr>
          <p:cNvSpPr>
            <a:spLocks xmlns:a="http://schemas.openxmlformats.org/drawingml/2006/main" noGrp="1"/>
          </p:cNvSpPr>
          <p:nvPr/>
        </p:nvSpPr>
        <p:spPr>
          <a:xfrm xmlns:a="http://schemas.openxmlformats.org/drawingml/2006/main">
            <a:off x="9867900" y="3676650"/>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5" name="plane-origin-label">
            <a:extLst xmlns:a="http://schemas.openxmlformats.org/drawingml/2006/main">
              <a:ext uri="{FF2B5EF4-FFF2-40B4-BE49-F238E27FC236}">
                <a16:creationId xmlns:a16="http://schemas.microsoft.com/office/drawing/2014/main" id="{92E20D25-6E90-4D79-8307-E746E0BD6C11}"/>
              </a:ext>
            </a:extLst>
          </p:cNvPr>
          <p:cNvSpPr>
            <a:spLocks xmlns:a="http://schemas.openxmlformats.org/drawingml/2006/main" noGrp="1"/>
          </p:cNvSpPr>
          <p:nvPr/>
        </p:nvSpPr>
        <p:spPr>
          <a:xfrm xmlns:a="http://schemas.openxmlformats.org/drawingml/2006/main">
            <a:off x="9982200" y="34099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buNone/>
              <a:defRPr sz="1875" b="0">
                <a:solidFill>
                  <a:srgbClr val="7DD3FC"/>
                </a:solidFill>
                <a:latin typeface="DejaVu Sans"/>
                <a:ea typeface="DejaVu Sans"/>
                <a:cs typeface="DejaVu Sans"/>
              </a:defRPr>
            </a:lvl1pPr>
            <a:lvl2pPr>
              <a:buNone/>
              <a:defRPr sz="1875" b="0">
                <a:solidFill>
                  <a:srgbClr val="7DD3FC"/>
                </a:solidFill>
                <a:latin typeface="DejaVu Sans"/>
                <a:ea typeface="DejaVu Sans"/>
                <a:cs typeface="DejaVu Sans"/>
              </a:defRPr>
            </a:lvl2pPr>
            <a:lvl3pPr>
              <a:buNone/>
              <a:defRPr sz="1875" b="0">
                <a:solidFill>
                  <a:srgbClr val="7DD3FC"/>
                </a:solidFill>
                <a:latin typeface="DejaVu Sans"/>
                <a:ea typeface="DejaVu Sans"/>
                <a:cs typeface="DejaVu Sans"/>
              </a:defRPr>
            </a:lvl3pPr>
            <a:lvl4pPr>
              <a:buNone/>
              <a:defRPr sz="1875" b="0">
                <a:solidFill>
                  <a:srgbClr val="7DD3FC"/>
                </a:solidFill>
                <a:latin typeface="DejaVu Sans"/>
                <a:ea typeface="DejaVu Sans"/>
                <a:cs typeface="DejaVu Sans"/>
              </a:defRPr>
            </a:lvl4pPr>
            <a:lvl5pPr>
              <a:buNone/>
              <a:defRPr sz="1875" b="0">
                <a:solidFill>
                  <a:srgbClr val="7DD3FC"/>
                </a:solidFill>
                <a:latin typeface="DejaVu Sans"/>
                <a:ea typeface="DejaVu Sans"/>
                <a:cs typeface="DejaVu Sans"/>
              </a:defRPr>
            </a:lvl5pPr>
            <a:lvl6pPr>
              <a:buNone/>
              <a:defRPr sz="1875" b="0">
                <a:solidFill>
                  <a:srgbClr val="7DD3FC"/>
                </a:solidFill>
                <a:latin typeface="DejaVu Sans"/>
                <a:ea typeface="DejaVu Sans"/>
                <a:cs typeface="DejaVu Sans"/>
              </a:defRPr>
            </a:lvl6pPr>
            <a:lvl7pPr>
              <a:buNone/>
              <a:defRPr sz="1875" b="0">
                <a:solidFill>
                  <a:srgbClr val="7DD3FC"/>
                </a:solidFill>
                <a:latin typeface="DejaVu Sans"/>
                <a:ea typeface="DejaVu Sans"/>
                <a:cs typeface="DejaVu Sans"/>
              </a:defRPr>
            </a:lvl7pPr>
            <a:lvl8pPr>
              <a:buNone/>
              <a:defRPr sz="1875" b="0">
                <a:solidFill>
                  <a:srgbClr val="7DD3FC"/>
                </a:solidFill>
                <a:latin typeface="DejaVu Sans"/>
                <a:ea typeface="DejaVu Sans"/>
                <a:cs typeface="DejaVu Sans"/>
              </a:defRPr>
            </a:lvl8pPr>
            <a:lvl9pPr>
              <a:buNone/>
              <a:defRPr sz="1875" b="0">
                <a:solidFill>
                  <a:srgbClr val="7DD3FC"/>
                </a:solidFill>
                <a:latin typeface="DejaVu Sans"/>
                <a:ea typeface="DejaVu Sans"/>
                <a:cs typeface="DejaVu Sans"/>
              </a:defRPr>
            </a:lvl9pPr>
          </a:lstStyle>
          <a:p xmlns:a="http://schemas.openxmlformats.org/drawingml/2006/main">
            <a:pPr>
              <a:buNone/>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O</a:t>
            </a:r>
          </a:p>
        </p:txBody>
      </p:sp>
      <p:sp>
        <p:nvSpPr>
          <p:cNvPr id="16" name="span-a-label">
            <a:extLst xmlns:a="http://schemas.openxmlformats.org/drawingml/2006/main">
              <a:ext uri="{FF2B5EF4-FFF2-40B4-BE49-F238E27FC236}">
                <a16:creationId xmlns:a16="http://schemas.microsoft.com/office/drawing/2014/main" id="{AE843E45-74A5-4D69-91B9-DC1E1F222A2A}"/>
              </a:ext>
            </a:extLst>
          </p:cNvPr>
          <p:cNvSpPr>
            <a:spLocks xmlns:a="http://schemas.openxmlformats.org/drawingml/2006/main" noGrp="1"/>
          </p:cNvSpPr>
          <p:nvPr/>
        </p:nvSpPr>
        <p:spPr>
          <a:xfrm xmlns:a="http://schemas.openxmlformats.org/drawingml/2006/main">
            <a:off x="7429500" y="3286125"/>
            <a:ext cx="1762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86EFAC"/>
                </a:solidFill>
                <a:latin typeface="DejaVu Sans"/>
                <a:ea typeface="DejaVu Sans"/>
                <a:cs typeface="DejaVu Sans"/>
              </a:defRPr>
            </a:defPPr>
            <a:lvl1pPr>
              <a:buNone/>
              <a:defRPr sz="1875" b="0">
                <a:solidFill>
                  <a:srgbClr val="86EFAC"/>
                </a:solidFill>
                <a:latin typeface="DejaVu Sans"/>
                <a:ea typeface="DejaVu Sans"/>
                <a:cs typeface="DejaVu Sans"/>
              </a:defRPr>
            </a:lvl1pPr>
            <a:lvl2pPr>
              <a:buNone/>
              <a:defRPr sz="1875" b="0">
                <a:solidFill>
                  <a:srgbClr val="86EFAC"/>
                </a:solidFill>
                <a:latin typeface="DejaVu Sans"/>
                <a:ea typeface="DejaVu Sans"/>
                <a:cs typeface="DejaVu Sans"/>
              </a:defRPr>
            </a:lvl2pPr>
            <a:lvl3pPr>
              <a:buNone/>
              <a:defRPr sz="1875" b="0">
                <a:solidFill>
                  <a:srgbClr val="86EFAC"/>
                </a:solidFill>
                <a:latin typeface="DejaVu Sans"/>
                <a:ea typeface="DejaVu Sans"/>
                <a:cs typeface="DejaVu Sans"/>
              </a:defRPr>
            </a:lvl3pPr>
            <a:lvl4pPr>
              <a:buNone/>
              <a:defRPr sz="1875" b="0">
                <a:solidFill>
                  <a:srgbClr val="86EFAC"/>
                </a:solidFill>
                <a:latin typeface="DejaVu Sans"/>
                <a:ea typeface="DejaVu Sans"/>
                <a:cs typeface="DejaVu Sans"/>
              </a:defRPr>
            </a:lvl4pPr>
            <a:lvl5pPr>
              <a:buNone/>
              <a:defRPr sz="1875" b="0">
                <a:solidFill>
                  <a:srgbClr val="86EFAC"/>
                </a:solidFill>
                <a:latin typeface="DejaVu Sans"/>
                <a:ea typeface="DejaVu Sans"/>
                <a:cs typeface="DejaVu Sans"/>
              </a:defRPr>
            </a:lvl5pPr>
            <a:lvl6pPr>
              <a:buNone/>
              <a:defRPr sz="1875" b="0">
                <a:solidFill>
                  <a:srgbClr val="86EFAC"/>
                </a:solidFill>
                <a:latin typeface="DejaVu Sans"/>
                <a:ea typeface="DejaVu Sans"/>
                <a:cs typeface="DejaVu Sans"/>
              </a:defRPr>
            </a:lvl6pPr>
            <a:lvl7pPr>
              <a:buNone/>
              <a:defRPr sz="1875" b="0">
                <a:solidFill>
                  <a:srgbClr val="86EFAC"/>
                </a:solidFill>
                <a:latin typeface="DejaVu Sans"/>
                <a:ea typeface="DejaVu Sans"/>
                <a:cs typeface="DejaVu Sans"/>
              </a:defRPr>
            </a:lvl7pPr>
            <a:lvl8pPr>
              <a:buNone/>
              <a:defRPr sz="1875" b="0">
                <a:solidFill>
                  <a:srgbClr val="86EFAC"/>
                </a:solidFill>
                <a:latin typeface="DejaVu Sans"/>
                <a:ea typeface="DejaVu Sans"/>
                <a:cs typeface="DejaVu Sans"/>
              </a:defRPr>
            </a:lvl8pPr>
            <a:lvl9pPr>
              <a:buNone/>
              <a:defRPr sz="1875" b="0">
                <a:solidFill>
                  <a:srgbClr val="86EFAC"/>
                </a:solidFill>
                <a:latin typeface="DejaVu Sans"/>
                <a:ea typeface="DejaVu Sans"/>
                <a:cs typeface="DejaVu Sans"/>
              </a:defRPr>
            </a:lvl9pPr>
          </a:lstStyle>
          <a:p xmlns:a="http://schemas.openxmlformats.org/drawingml/2006/main">
            <a:pPr>
              <a:buNone/>
              <a:defRPr sz="1875" b="0">
                <a:solidFill>
                  <a:srgbClr val="86EFAC"/>
                </a:solidFill>
                <a:latin typeface="DejaVu Sans"/>
                <a:ea typeface="DejaVu Sans"/>
                <a:cs typeface="DejaVu Sans"/>
              </a:defRPr>
            </a:pPr>
            <a:r>
              <a:rPr sz="1875" b="0">
                <a:solidFill>
                  <a:srgbClr val="86EFAC"/>
                </a:solidFill>
                <a:latin typeface="DejaVu Sans"/>
                <a:ea typeface="DejaVu Sans"/>
                <a:cs typeface="DejaVu Sans"/>
              </a:rPr>
              <a:t>[1, −1, 0]</a:t>
            </a:r>
          </a:p>
        </p:txBody>
      </p:sp>
      <p:sp>
        <p:nvSpPr>
          <p:cNvPr id="17" name="span-b-label">
            <a:extLst xmlns:a="http://schemas.openxmlformats.org/drawingml/2006/main">
              <a:ext uri="{FF2B5EF4-FFF2-40B4-BE49-F238E27FC236}">
                <a16:creationId xmlns:a16="http://schemas.microsoft.com/office/drawing/2014/main" id="{8DE036F0-33B9-4B05-BAC7-319B90B1B4F7}"/>
              </a:ext>
            </a:extLst>
          </p:cNvPr>
          <p:cNvSpPr>
            <a:spLocks xmlns:a="http://schemas.openxmlformats.org/drawingml/2006/main" noGrp="1"/>
          </p:cNvSpPr>
          <p:nvPr/>
        </p:nvSpPr>
        <p:spPr>
          <a:xfrm xmlns:a="http://schemas.openxmlformats.org/drawingml/2006/main">
            <a:off x="7524750" y="5095875"/>
            <a:ext cx="190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C4B5FD"/>
                </a:solidFill>
                <a:latin typeface="DejaVu Sans"/>
                <a:ea typeface="DejaVu Sans"/>
                <a:cs typeface="DejaVu Sans"/>
              </a:defRPr>
            </a:defPPr>
            <a:lvl1pPr>
              <a:buNone/>
              <a:defRPr sz="1875" b="0">
                <a:solidFill>
                  <a:srgbClr val="C4B5FD"/>
                </a:solidFill>
                <a:latin typeface="DejaVu Sans"/>
                <a:ea typeface="DejaVu Sans"/>
                <a:cs typeface="DejaVu Sans"/>
              </a:defRPr>
            </a:lvl1pPr>
            <a:lvl2pPr>
              <a:buNone/>
              <a:defRPr sz="1875" b="0">
                <a:solidFill>
                  <a:srgbClr val="C4B5FD"/>
                </a:solidFill>
                <a:latin typeface="DejaVu Sans"/>
                <a:ea typeface="DejaVu Sans"/>
                <a:cs typeface="DejaVu Sans"/>
              </a:defRPr>
            </a:lvl2pPr>
            <a:lvl3pPr>
              <a:buNone/>
              <a:defRPr sz="1875" b="0">
                <a:solidFill>
                  <a:srgbClr val="C4B5FD"/>
                </a:solidFill>
                <a:latin typeface="DejaVu Sans"/>
                <a:ea typeface="DejaVu Sans"/>
                <a:cs typeface="DejaVu Sans"/>
              </a:defRPr>
            </a:lvl3pPr>
            <a:lvl4pPr>
              <a:buNone/>
              <a:defRPr sz="1875" b="0">
                <a:solidFill>
                  <a:srgbClr val="C4B5FD"/>
                </a:solidFill>
                <a:latin typeface="DejaVu Sans"/>
                <a:ea typeface="DejaVu Sans"/>
                <a:cs typeface="DejaVu Sans"/>
              </a:defRPr>
            </a:lvl4pPr>
            <a:lvl5pPr>
              <a:buNone/>
              <a:defRPr sz="1875" b="0">
                <a:solidFill>
                  <a:srgbClr val="C4B5FD"/>
                </a:solidFill>
                <a:latin typeface="DejaVu Sans"/>
                <a:ea typeface="DejaVu Sans"/>
                <a:cs typeface="DejaVu Sans"/>
              </a:defRPr>
            </a:lvl5pPr>
            <a:lvl6pPr>
              <a:buNone/>
              <a:defRPr sz="1875" b="0">
                <a:solidFill>
                  <a:srgbClr val="C4B5FD"/>
                </a:solidFill>
                <a:latin typeface="DejaVu Sans"/>
                <a:ea typeface="DejaVu Sans"/>
                <a:cs typeface="DejaVu Sans"/>
              </a:defRPr>
            </a:lvl6pPr>
            <a:lvl7pPr>
              <a:buNone/>
              <a:defRPr sz="1875" b="0">
                <a:solidFill>
                  <a:srgbClr val="C4B5FD"/>
                </a:solidFill>
                <a:latin typeface="DejaVu Sans"/>
                <a:ea typeface="DejaVu Sans"/>
                <a:cs typeface="DejaVu Sans"/>
              </a:defRPr>
            </a:lvl7pPr>
            <a:lvl8pPr>
              <a:buNone/>
              <a:defRPr sz="1875" b="0">
                <a:solidFill>
                  <a:srgbClr val="C4B5FD"/>
                </a:solidFill>
                <a:latin typeface="DejaVu Sans"/>
                <a:ea typeface="DejaVu Sans"/>
                <a:cs typeface="DejaVu Sans"/>
              </a:defRPr>
            </a:lvl8pPr>
            <a:lvl9pPr>
              <a:buNone/>
              <a:defRPr sz="1875" b="0">
                <a:solidFill>
                  <a:srgbClr val="C4B5FD"/>
                </a:solidFill>
                <a:latin typeface="DejaVu Sans"/>
                <a:ea typeface="DejaVu Sans"/>
                <a:cs typeface="DejaVu Sans"/>
              </a:defRPr>
            </a:lvl9pPr>
          </a:lstStyle>
          <a:p xmlns:a="http://schemas.openxmlformats.org/drawingml/2006/main">
            <a:pPr>
              <a:buNone/>
              <a:defRPr sz="1875" b="0">
                <a:solidFill>
                  <a:srgbClr val="C4B5FD"/>
                </a:solidFill>
                <a:latin typeface="DejaVu Sans"/>
                <a:ea typeface="DejaVu Sans"/>
                <a:cs typeface="DejaVu Sans"/>
              </a:defRPr>
            </a:pPr>
            <a:r>
              <a:rPr sz="1875" b="0">
                <a:solidFill>
                  <a:srgbClr val="C4B5FD"/>
                </a:solidFill>
                <a:latin typeface="DejaVu Sans"/>
                <a:ea typeface="DejaVu Sans"/>
                <a:cs typeface="DejaVu Sans"/>
              </a:rPr>
              <a:t>[1, 0, −1]</a:t>
            </a:r>
          </a:p>
        </p:txBody>
      </p:sp>
      <p:sp>
        <p:nvSpPr>
          <p:cNvPr id="18" name="origin-caption">
            <a:extLst xmlns:a="http://schemas.openxmlformats.org/drawingml/2006/main">
              <a:ext uri="{FF2B5EF4-FFF2-40B4-BE49-F238E27FC236}">
                <a16:creationId xmlns:a16="http://schemas.microsoft.com/office/drawing/2014/main" id="{05F7D0E3-33CB-4B00-A3C2-7A8131D35225}"/>
              </a:ext>
            </a:extLst>
          </p:cNvPr>
          <p:cNvSpPr>
            <a:spLocks xmlns:a="http://schemas.openxmlformats.org/drawingml/2006/main" noGrp="1"/>
          </p:cNvSpPr>
          <p:nvPr/>
        </p:nvSpPr>
        <p:spPr>
          <a:xfrm xmlns:a="http://schemas.openxmlformats.org/drawingml/2006/main">
            <a:off x="7477125" y="572452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725" b="0">
                <a:solidFill>
                  <a:srgbClr val="ADB5BF"/>
                </a:solidFill>
                <a:latin typeface="DejaVu Sans"/>
                <a:ea typeface="DejaVu Sans"/>
                <a:cs typeface="DejaVu Sans"/>
              </a:defRPr>
            </a:defPPr>
            <a:lvl1pPr>
              <a:buNone/>
              <a:defRPr sz="1725" b="0">
                <a:solidFill>
                  <a:srgbClr val="ADB5BF"/>
                </a:solidFill>
                <a:latin typeface="DejaVu Sans"/>
                <a:ea typeface="DejaVu Sans"/>
                <a:cs typeface="DejaVu Sans"/>
              </a:defRPr>
            </a:lvl1pPr>
            <a:lvl2pPr>
              <a:buNone/>
              <a:defRPr sz="1725" b="0">
                <a:solidFill>
                  <a:srgbClr val="ADB5BF"/>
                </a:solidFill>
                <a:latin typeface="DejaVu Sans"/>
                <a:ea typeface="DejaVu Sans"/>
                <a:cs typeface="DejaVu Sans"/>
              </a:defRPr>
            </a:lvl2pPr>
            <a:lvl3pPr>
              <a:buNone/>
              <a:defRPr sz="1725" b="0">
                <a:solidFill>
                  <a:srgbClr val="ADB5BF"/>
                </a:solidFill>
                <a:latin typeface="DejaVu Sans"/>
                <a:ea typeface="DejaVu Sans"/>
                <a:cs typeface="DejaVu Sans"/>
              </a:defRPr>
            </a:lvl3pPr>
            <a:lvl4pPr>
              <a:buNone/>
              <a:defRPr sz="1725" b="0">
                <a:solidFill>
                  <a:srgbClr val="ADB5BF"/>
                </a:solidFill>
                <a:latin typeface="DejaVu Sans"/>
                <a:ea typeface="DejaVu Sans"/>
                <a:cs typeface="DejaVu Sans"/>
              </a:defRPr>
            </a:lvl4pPr>
            <a:lvl5pPr>
              <a:buNone/>
              <a:defRPr sz="1725" b="0">
                <a:solidFill>
                  <a:srgbClr val="ADB5BF"/>
                </a:solidFill>
                <a:latin typeface="DejaVu Sans"/>
                <a:ea typeface="DejaVu Sans"/>
                <a:cs typeface="DejaVu Sans"/>
              </a:defRPr>
            </a:lvl5pPr>
            <a:lvl6pPr>
              <a:buNone/>
              <a:defRPr sz="1725" b="0">
                <a:solidFill>
                  <a:srgbClr val="ADB5BF"/>
                </a:solidFill>
                <a:latin typeface="DejaVu Sans"/>
                <a:ea typeface="DejaVu Sans"/>
                <a:cs typeface="DejaVu Sans"/>
              </a:defRPr>
            </a:lvl6pPr>
            <a:lvl7pPr>
              <a:buNone/>
              <a:defRPr sz="1725" b="0">
                <a:solidFill>
                  <a:srgbClr val="ADB5BF"/>
                </a:solidFill>
                <a:latin typeface="DejaVu Sans"/>
                <a:ea typeface="DejaVu Sans"/>
                <a:cs typeface="DejaVu Sans"/>
              </a:defRPr>
            </a:lvl7pPr>
            <a:lvl8pPr>
              <a:buNone/>
              <a:defRPr sz="1725" b="0">
                <a:solidFill>
                  <a:srgbClr val="ADB5BF"/>
                </a:solidFill>
                <a:latin typeface="DejaVu Sans"/>
                <a:ea typeface="DejaVu Sans"/>
                <a:cs typeface="DejaVu Sans"/>
              </a:defRPr>
            </a:lvl8pPr>
            <a:lvl9pPr>
              <a:buNone/>
              <a:defRPr sz="1725" b="0">
                <a:solidFill>
                  <a:srgbClr val="ADB5BF"/>
                </a:solidFill>
                <a:latin typeface="DejaVu Sans"/>
                <a:ea typeface="DejaVu Sans"/>
                <a:cs typeface="DejaVu Sans"/>
              </a:defRPr>
            </a:lvl9pPr>
          </a:lstStyle>
          <a:p xmlns:a="http://schemas.openxmlformats.org/drawingml/2006/main">
            <a:pPr>
              <a:buNone/>
              <a:defRPr sz="1725" b="0">
                <a:solidFill>
                  <a:srgbClr val="ADB5BF"/>
                </a:solidFill>
                <a:latin typeface="DejaVu Sans"/>
                <a:ea typeface="DejaVu Sans"/>
                <a:cs typeface="DejaVu Sans"/>
              </a:defRPr>
            </a:pPr>
            <a:r>
              <a:rPr sz="1725" b="0">
                <a:solidFill>
                  <a:srgbClr val="ADB5BF"/>
                </a:solidFill>
                <a:latin typeface="DejaVu Sans"/>
                <a:ea typeface="DejaVu Sans"/>
                <a:cs typeface="DejaVu Sans"/>
              </a:rPr>
              <a:t>Both spans satisfy x + y + z = 0</a:t>
            </a:r>
          </a:p>
        </p:txBody>
      </p:sp>
      <p:sp>
        <p:nvSpPr>
          <p:cNvPr id="19" name="page-number">
            <a:extLst xmlns:a="http://schemas.openxmlformats.org/drawingml/2006/main">
              <a:ext uri="{FF2B5EF4-FFF2-40B4-BE49-F238E27FC236}">
                <a16:creationId xmlns:a16="http://schemas.microsoft.com/office/drawing/2014/main" id="{300F978C-459D-42B2-9429-B505B3A682A6}"/>
              </a:ext>
            </a:extLst>
          </p:cNvPr>
          <p:cNvSpPr>
            <a:spLocks xmlns:a="http://schemas.openxmlformats.org/drawingml/2006/main" noGrp="1"/>
          </p:cNvSpPr>
          <p:nvPr/>
        </p:nvSpPr>
        <p:spPr>
          <a:xfrm xmlns:a="http://schemas.openxmlformats.org/drawingml/2006/main">
            <a:off x="11125200" y="641032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35</a:t>
            </a:r>
          </a:p>
        </p:txBody>
      </p:sp>
    </p:spTree>
    <p:extLst>
      <p:ext uri="{BB962C8B-B14F-4D97-AF65-F5344CB8AC3E}">
        <p14:creationId xmlns:p14="http://schemas.microsoft.com/office/powerpoint/2010/main" val="59721908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400" fill="hold"/>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833F86DE-FF80-49D9-9857-68A3FB09C728}"/>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Traces of a plane through the origin</a:t>
            </a:r>
          </a:p>
        </p:txBody>
      </p:sp>
      <p:sp>
        <p:nvSpPr>
          <p:cNvPr id="2" name="page-number">
            <a:extLst xmlns:a="http://schemas.openxmlformats.org/drawingml/2006/main">
              <a:ext uri="{FF2B5EF4-FFF2-40B4-BE49-F238E27FC236}">
                <a16:creationId xmlns:a16="http://schemas.microsoft.com/office/drawing/2014/main" id="{49909E4E-78C3-4BA1-AED2-62539D56531B}"/>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36</a:t>
            </a:r>
          </a:p>
        </p:txBody>
      </p:sp>
      <p:sp>
        <p:nvSpPr>
          <p:cNvPr id="3" name="lead">
            <a:extLst xmlns:a="http://schemas.openxmlformats.org/drawingml/2006/main">
              <a:ext uri="{FF2B5EF4-FFF2-40B4-BE49-F238E27FC236}">
                <a16:creationId xmlns:a16="http://schemas.microsoft.com/office/drawing/2014/main" id="{73511782-A808-4C84-8B97-09D6DBAD708F}"/>
              </a:ext>
            </a:extLst>
          </p:cNvPr>
          <p:cNvSpPr>
            <a:spLocks xmlns:a="http://schemas.openxmlformats.org/drawingml/2006/main" noGrp="1"/>
          </p:cNvSpPr>
          <p:nvPr/>
        </p:nvSpPr>
        <p:spPr>
          <a:xfrm xmlns:a="http://schemas.openxmlformats.org/drawingml/2006/main">
            <a:off x="685800" y="1552575"/>
            <a:ext cx="5715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Use trace lines when the axis-intercept triangle collapses.</a:t>
            </a:r>
          </a:p>
        </p:txBody>
      </p:sp>
      <p:pic>
        <p:nvPicPr>
          <p:cNvPr id="4" name="equation-0" descr="LaTeX: \Pi:x+y+z=0">
            <a:extLst xmlns:a="http://schemas.openxmlformats.org/drawingml/2006/main">
              <a:ext uri="{FF2B5EF4-FFF2-40B4-BE49-F238E27FC236}">
                <a16:creationId xmlns:a16="http://schemas.microsoft.com/office/drawing/2014/main" id="{B3A43A27-D2E9-4A1B-84B3-D96E7B4637DE}"/>
              </a:ext>
            </a:extLst>
          </p:cNvPr>
          <p:cNvPicPr>
            <a:picLocks xmlns:a="http://schemas.openxmlformats.org/drawingml/2006/main" noChangeAspect="1"/>
          </p:cNvPicPr>
          <p:nvPr/>
        </p:nvPicPr>
        <p:blipFill>
          <a:blip xmlns:r="http://schemas.openxmlformats.org/officeDocument/2006/relationships" xmlns:a="http://schemas.openxmlformats.org/drawingml/2006/main" r:embed="R76969315ef19459f">
            <a:extLst>
              <a:ext uri="{96DAC541-7B7A-43D3-8B79-37D633B846F1}">
                <asvg:svgBlip xmlns:asvg="http://schemas.microsoft.com/office/drawing/2016/SVG/main" r:embed="Rf15b192349cc4134"/>
              </a:ext>
            </a:extLst>
          </a:blip>
          <a:stretch xmlns:a="http://schemas.openxmlformats.org/drawingml/2006/main"/>
        </p:blipFill>
        <p:spPr>
          <a:xfrm xmlns:a="http://schemas.openxmlformats.org/drawingml/2006/main">
            <a:off x="685800" y="2571750"/>
            <a:ext cx="2436151" cy="335387"/>
          </a:xfrm>
          <a:prstGeom xmlns:a="http://schemas.openxmlformats.org/drawingml/2006/main" prst="rect">
            <a:avLst/>
          </a:prstGeom>
        </p:spPr>
      </p:pic>
      <p:pic>
        <p:nvPicPr>
          <p:cNvPr id="5" name="equation-1" descr="LaTeX: z=0:\quad y=-x">
            <a:extLst xmlns:a="http://schemas.openxmlformats.org/drawingml/2006/main">
              <a:ext uri="{FF2B5EF4-FFF2-40B4-BE49-F238E27FC236}">
                <a16:creationId xmlns:a16="http://schemas.microsoft.com/office/drawing/2014/main" id="{051AAA82-65C7-4DAC-820A-00EF48D25BE1}"/>
              </a:ext>
            </a:extLst>
          </p:cNvPr>
          <p:cNvPicPr>
            <a:picLocks xmlns:a="http://schemas.openxmlformats.org/drawingml/2006/main" noChangeAspect="1"/>
          </p:cNvPicPr>
          <p:nvPr/>
        </p:nvPicPr>
        <p:blipFill>
          <a:blip xmlns:r="http://schemas.openxmlformats.org/officeDocument/2006/relationships" xmlns:a="http://schemas.openxmlformats.org/drawingml/2006/main" r:embed="R86a0c1f2ff7c4f70">
            <a:extLst>
              <a:ext uri="{96DAC541-7B7A-43D3-8B79-37D633B846F1}">
                <asvg:svgBlip xmlns:asvg="http://schemas.microsoft.com/office/drawing/2016/SVG/main" r:embed="R305b2eab40404407"/>
              </a:ext>
            </a:extLst>
          </a:blip>
          <a:stretch xmlns:a="http://schemas.openxmlformats.org/drawingml/2006/main"/>
        </p:blipFill>
        <p:spPr>
          <a:xfrm xmlns:a="http://schemas.openxmlformats.org/drawingml/2006/main">
            <a:off x="685800" y="3192887"/>
            <a:ext cx="2418855" cy="322415"/>
          </a:xfrm>
          <a:prstGeom xmlns:a="http://schemas.openxmlformats.org/drawingml/2006/main" prst="rect">
            <a:avLst/>
          </a:prstGeom>
        </p:spPr>
      </p:pic>
      <p:pic>
        <p:nvPicPr>
          <p:cNvPr id="6" name="equation-2" descr="LaTeX: y=0:\quad z=-x">
            <a:extLst xmlns:a="http://schemas.openxmlformats.org/drawingml/2006/main">
              <a:ext uri="{FF2B5EF4-FFF2-40B4-BE49-F238E27FC236}">
                <a16:creationId xmlns:a16="http://schemas.microsoft.com/office/drawing/2014/main" id="{F816AFB1-4F20-4237-9FFD-5341BD25FAA8}"/>
              </a:ext>
            </a:extLst>
          </p:cNvPr>
          <p:cNvPicPr>
            <a:picLocks xmlns:a="http://schemas.openxmlformats.org/drawingml/2006/main" noChangeAspect="1"/>
          </p:cNvPicPr>
          <p:nvPr/>
        </p:nvPicPr>
        <p:blipFill>
          <a:blip xmlns:r="http://schemas.openxmlformats.org/officeDocument/2006/relationships" xmlns:a="http://schemas.openxmlformats.org/drawingml/2006/main" r:embed="R20c533d8ab0f496c">
            <a:extLst>
              <a:ext uri="{96DAC541-7B7A-43D3-8B79-37D633B846F1}">
                <asvg:svgBlip xmlns:asvg="http://schemas.microsoft.com/office/drawing/2016/SVG/main" r:embed="R8cc19d2b77474123"/>
              </a:ext>
            </a:extLst>
          </a:blip>
          <a:stretch xmlns:a="http://schemas.openxmlformats.org/drawingml/2006/main"/>
        </p:blipFill>
        <p:spPr>
          <a:xfrm xmlns:a="http://schemas.openxmlformats.org/drawingml/2006/main">
            <a:off x="685800" y="3801051"/>
            <a:ext cx="2418855" cy="322415"/>
          </a:xfrm>
          <a:prstGeom xmlns:a="http://schemas.openxmlformats.org/drawingml/2006/main" prst="rect">
            <a:avLst/>
          </a:prstGeom>
        </p:spPr>
      </p:pic>
      <p:pic>
        <p:nvPicPr>
          <p:cNvPr id="7" name="equation-3" descr="LaTeX: x=0:\quad z=-y">
            <a:extLst xmlns:a="http://schemas.openxmlformats.org/drawingml/2006/main">
              <a:ext uri="{FF2B5EF4-FFF2-40B4-BE49-F238E27FC236}">
                <a16:creationId xmlns:a16="http://schemas.microsoft.com/office/drawing/2014/main" id="{AD95AA55-D0D6-4C53-94E0-8A987D8B29D7}"/>
              </a:ext>
            </a:extLst>
          </p:cNvPr>
          <p:cNvPicPr>
            <a:picLocks xmlns:a="http://schemas.openxmlformats.org/drawingml/2006/main" noChangeAspect="1"/>
          </p:cNvPicPr>
          <p:nvPr/>
        </p:nvPicPr>
        <p:blipFill>
          <a:blip xmlns:r="http://schemas.openxmlformats.org/officeDocument/2006/relationships" xmlns:a="http://schemas.openxmlformats.org/drawingml/2006/main" r:embed="R25b4227ce554444a">
            <a:extLst>
              <a:ext uri="{96DAC541-7B7A-43D3-8B79-37D633B846F1}">
                <asvg:svgBlip xmlns:asvg="http://schemas.microsoft.com/office/drawing/2016/SVG/main" r:embed="R33e7a69da4c040f5"/>
              </a:ext>
            </a:extLst>
          </a:blip>
          <a:stretch xmlns:a="http://schemas.openxmlformats.org/drawingml/2006/main"/>
        </p:blipFill>
        <p:spPr>
          <a:xfrm xmlns:a="http://schemas.openxmlformats.org/drawingml/2006/main">
            <a:off x="685800" y="4409216"/>
            <a:ext cx="2418855" cy="322415"/>
          </a:xfrm>
          <a:prstGeom xmlns:a="http://schemas.openxmlformats.org/drawingml/2006/main" prst="rect">
            <a:avLst/>
          </a:prstGeom>
        </p:spPr>
      </p:pic>
      <p:pic>
        <p:nvPicPr>
          <p:cNvPr id="8" name="equation-4" descr="LaTeX: \vec r=s[1,-1,0]+t[1,0,-1]">
            <a:extLst xmlns:a="http://schemas.openxmlformats.org/drawingml/2006/main">
              <a:ext uri="{FF2B5EF4-FFF2-40B4-BE49-F238E27FC236}">
                <a16:creationId xmlns:a16="http://schemas.microsoft.com/office/drawing/2014/main" id="{73128ACF-C1A4-4335-94CE-5F0F872DD2D0}"/>
              </a:ext>
            </a:extLst>
          </p:cNvPr>
          <p:cNvPicPr>
            <a:picLocks xmlns:a="http://schemas.openxmlformats.org/drawingml/2006/main" noChangeAspect="1"/>
          </p:cNvPicPr>
          <p:nvPr/>
        </p:nvPicPr>
        <p:blipFill>
          <a:blip xmlns:r="http://schemas.openxmlformats.org/officeDocument/2006/relationships" xmlns:a="http://schemas.openxmlformats.org/drawingml/2006/main" r:embed="Re5d97b2b17b14125">
            <a:extLst>
              <a:ext uri="{96DAC541-7B7A-43D3-8B79-37D633B846F1}">
                <asvg:svgBlip xmlns:asvg="http://schemas.microsoft.com/office/drawing/2016/SVG/main" r:embed="R49de690f80484309"/>
              </a:ext>
            </a:extLst>
          </a:blip>
          <a:stretch xmlns:a="http://schemas.openxmlformats.org/drawingml/2006/main"/>
        </p:blipFill>
        <p:spPr>
          <a:xfrm xmlns:a="http://schemas.openxmlformats.org/drawingml/2006/main">
            <a:off x="685800" y="5017381"/>
            <a:ext cx="3663553" cy="375915"/>
          </a:xfrm>
          <a:prstGeom xmlns:a="http://schemas.openxmlformats.org/drawingml/2006/main" prst="rect">
            <a:avLst/>
          </a:prstGeom>
        </p:spPr>
      </p:pic>
      <p:sp>
        <p:nvSpPr>
          <p:cNvPr id="9" name="origin-trace-patch">
            <a:extLst xmlns:a="http://schemas.openxmlformats.org/drawingml/2006/main">
              <a:ext uri="{FF2B5EF4-FFF2-40B4-BE49-F238E27FC236}">
                <a16:creationId xmlns:a16="http://schemas.microsoft.com/office/drawing/2014/main" id="{F7A59D88-FE10-4C5D-B2B4-EBE634D3B8A4}"/>
              </a:ext>
            </a:extLst>
          </p:cNvPr>
          <p:cNvSpPr>
            <a:spLocks xmlns:a="http://schemas.openxmlformats.org/drawingml/2006/main" noGrp="1"/>
          </p:cNvSpPr>
          <p:nvPr/>
        </p:nvSpPr>
        <p:spPr>
          <a:xfrm xmlns:a="http://schemas.openxmlformats.org/drawingml/2006/main">
            <a:off x="8086725" y="3171825"/>
            <a:ext cx="3067050" cy="1752600"/>
          </a:xfrm>
          <a:custGeom xmlns:a="http://schemas.openxmlformats.org/drawingml/2006/main">
            <a:pathLst>
              <a:path w="3067050" h="1752600">
                <a:moveTo>
                  <a:pt x="3067050" y="0"/>
                </a:moveTo>
                <a:lnTo>
                  <a:pt x="1066800" y="76200"/>
                </a:lnTo>
                <a:lnTo>
                  <a:pt x="0" y="1752600"/>
                </a:lnTo>
                <a:lnTo>
                  <a:pt x="2000250" y="1676400"/>
                </a:lnTo>
                <a:close/>
              </a:path>
            </a:pathLst>
          </a:custGeom>
          <a:solidFill xmlns:a="http://schemas.openxmlformats.org/drawingml/2006/main">
            <a:srgbClr val="11232E"/>
          </a:solidFill>
          <a:ln xmlns:a="http://schemas.openxmlformats.org/drawingml/2006/main" w="14288">
            <a:solidFill>
              <a:srgbClr val="385E73"/>
            </a:solidFill>
          </a:ln>
        </p:spPr>
      </p:sp>
      <p:cxnSp>
        <p:nvCxnSpPr>
          <p:cNvPr id="10" name="axis-x">
            <a:extLst xmlns:a="http://schemas.openxmlformats.org/drawingml/2006/main">
              <a:ext uri="{FF2B5EF4-FFF2-40B4-BE49-F238E27FC236}">
                <a16:creationId xmlns:a16="http://schemas.microsoft.com/office/drawing/2014/main" id="{AB71AF04-EA73-46D7-BC3F-A8225C011C28}"/>
              </a:ext>
            </a:extLst>
          </p:cNvPr>
          <p:cNvCxnSpPr/>
          <p:nvPr/>
        </p:nvCxnSpPr>
        <p:spPr>
          <a:xfrm xmlns:a="http://schemas.openxmlformats.org/drawingml/2006/main" rot="9206097">
            <a:off x="8208051" y="4381500"/>
            <a:ext cx="1490898" cy="0"/>
          </a:xfrm>
          <a:prstGeom xmlns:a="http://schemas.openxmlformats.org/drawingml/2006/main" prst="straightConnector1">
            <a:avLst/>
          </a:prstGeom>
          <a:ln xmlns:a="http://schemas.openxmlformats.org/drawingml/2006/main" w="14288">
            <a:solidFill>
              <a:srgbClr val="50565E"/>
            </a:solidFill>
            <a:prstDash val="solid"/>
          </a:ln>
        </p:spPr>
      </p:cxnSp>
      <p:cxnSp>
        <p:nvCxnSpPr>
          <p:cNvPr id="11" name="axis-y">
            <a:extLst xmlns:a="http://schemas.openxmlformats.org/drawingml/2006/main">
              <a:ext uri="{FF2B5EF4-FFF2-40B4-BE49-F238E27FC236}">
                <a16:creationId xmlns:a16="http://schemas.microsoft.com/office/drawing/2014/main" id="{BA94BAEF-E2A8-4E44-8B29-6436AA92AF91}"/>
              </a:ext>
            </a:extLst>
          </p:cNvPr>
          <p:cNvCxnSpPr/>
          <p:nvPr/>
        </p:nvCxnSpPr>
        <p:spPr>
          <a:xfrm xmlns:a="http://schemas.openxmlformats.org/drawingml/2006/main" rot="1391915">
            <a:off x="9561598" y="4333875"/>
            <a:ext cx="1450805" cy="0"/>
          </a:xfrm>
          <a:prstGeom xmlns:a="http://schemas.openxmlformats.org/drawingml/2006/main" prst="straightConnector1">
            <a:avLst/>
          </a:prstGeom>
          <a:ln xmlns:a="http://schemas.openxmlformats.org/drawingml/2006/main" w="14288">
            <a:solidFill>
              <a:srgbClr val="50565E"/>
            </a:solidFill>
            <a:prstDash val="solid"/>
          </a:ln>
        </p:spPr>
      </p:cxnSp>
      <p:cxnSp>
        <p:nvCxnSpPr>
          <p:cNvPr id="12" name="axis-z">
            <a:extLst xmlns:a="http://schemas.openxmlformats.org/drawingml/2006/main">
              <a:ext uri="{FF2B5EF4-FFF2-40B4-BE49-F238E27FC236}">
                <a16:creationId xmlns:a16="http://schemas.microsoft.com/office/drawing/2014/main" id="{D7BBD094-55B0-4ABF-8FC4-C2A19765B4C4}"/>
              </a:ext>
            </a:extLst>
          </p:cNvPr>
          <p:cNvCxnSpPr/>
          <p:nvPr/>
        </p:nvCxnSpPr>
        <p:spPr>
          <a:xfrm xmlns:a="http://schemas.openxmlformats.org/drawingml/2006/main" rot="-5400000">
            <a:off x="8905875" y="3333750"/>
            <a:ext cx="1428750" cy="0"/>
          </a:xfrm>
          <a:prstGeom xmlns:a="http://schemas.openxmlformats.org/drawingml/2006/main" prst="straightConnector1">
            <a:avLst/>
          </a:prstGeom>
          <a:ln xmlns:a="http://schemas.openxmlformats.org/drawingml/2006/main" w="14288">
            <a:solidFill>
              <a:srgbClr val="50565E"/>
            </a:solidFill>
            <a:prstDash val="solid"/>
          </a:ln>
        </p:spPr>
      </p:cxnSp>
      <p:cxnSp>
        <p:nvCxnSpPr>
          <p:cNvPr id="13" name="origin-xy">
            <a:extLst xmlns:a="http://schemas.openxmlformats.org/drawingml/2006/main">
              <a:ext uri="{FF2B5EF4-FFF2-40B4-BE49-F238E27FC236}">
                <a16:creationId xmlns:a16="http://schemas.microsoft.com/office/drawing/2014/main" id="{77F90F1F-0112-4D9D-83BA-1CE56A5D8741}"/>
              </a:ext>
            </a:extLst>
          </p:cNvPr>
          <p:cNvCxnSpPr/>
          <p:nvPr/>
        </p:nvCxnSpPr>
        <p:spPr>
          <a:xfrm xmlns:a="http://schemas.openxmlformats.org/drawingml/2006/main" rot="10677275">
            <a:off x="8285900" y="4048125"/>
            <a:ext cx="2668700" cy="0"/>
          </a:xfrm>
          <a:prstGeom xmlns:a="http://schemas.openxmlformats.org/drawingml/2006/main" prst="straightConnector1">
            <a:avLst/>
          </a:prstGeom>
          <a:ln xmlns:a="http://schemas.openxmlformats.org/drawingml/2006/main" w="28575">
            <a:solidFill>
              <a:srgbClr val="86EFAC"/>
            </a:solidFill>
            <a:prstDash val="solid"/>
          </a:ln>
        </p:spPr>
      </p:cxnSp>
      <p:cxnSp>
        <p:nvCxnSpPr>
          <p:cNvPr id="14" name="origin-xz">
            <a:extLst xmlns:a="http://schemas.openxmlformats.org/drawingml/2006/main">
              <a:ext uri="{FF2B5EF4-FFF2-40B4-BE49-F238E27FC236}">
                <a16:creationId xmlns:a16="http://schemas.microsoft.com/office/drawing/2014/main" id="{9DC4FEC9-FEBF-452C-9058-21AE1B71454D}"/>
              </a:ext>
            </a:extLst>
          </p:cNvPr>
          <p:cNvCxnSpPr/>
          <p:nvPr/>
        </p:nvCxnSpPr>
        <p:spPr>
          <a:xfrm xmlns:a="http://schemas.openxmlformats.org/drawingml/2006/main" rot="7348272">
            <a:off x="8378342" y="4048125"/>
            <a:ext cx="2483816" cy="0"/>
          </a:xfrm>
          <a:prstGeom xmlns:a="http://schemas.openxmlformats.org/drawingml/2006/main" prst="straightConnector1">
            <a:avLst/>
          </a:prstGeom>
          <a:ln xmlns:a="http://schemas.openxmlformats.org/drawingml/2006/main" w="28575">
            <a:solidFill>
              <a:srgbClr val="7DD3FC"/>
            </a:solidFill>
            <a:prstDash val="solid"/>
          </a:ln>
        </p:spPr>
      </p:cxnSp>
      <p:sp>
        <p:nvSpPr>
          <p:cNvPr id="15" name="origin-label">
            <a:extLst xmlns:a="http://schemas.openxmlformats.org/drawingml/2006/main">
              <a:ext uri="{FF2B5EF4-FFF2-40B4-BE49-F238E27FC236}">
                <a16:creationId xmlns:a16="http://schemas.microsoft.com/office/drawing/2014/main" id="{7F4D49B6-C6AC-45EC-B972-849D1881ED72}"/>
              </a:ext>
            </a:extLst>
          </p:cNvPr>
          <p:cNvSpPr>
            <a:spLocks xmlns:a="http://schemas.openxmlformats.org/drawingml/2006/main" noGrp="1"/>
          </p:cNvSpPr>
          <p:nvPr/>
        </p:nvSpPr>
        <p:spPr>
          <a:xfrm xmlns:a="http://schemas.openxmlformats.org/drawingml/2006/main">
            <a:off x="9667875" y="408622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00" b="0">
                <a:solidFill>
                  <a:srgbClr val="F5F5F5"/>
                </a:solidFill>
                <a:latin typeface="DejaVu Sans"/>
                <a:ea typeface="DejaVu Sans"/>
                <a:cs typeface="DejaVu Sans"/>
              </a:defRPr>
            </a:defPPr>
            <a:lvl1pPr>
              <a:defRPr sz="1800" b="0">
                <a:solidFill>
                  <a:srgbClr val="F5F5F5"/>
                </a:solidFill>
                <a:latin typeface="DejaVu Sans"/>
                <a:ea typeface="DejaVu Sans"/>
                <a:cs typeface="DejaVu Sans"/>
              </a:defRPr>
            </a:lvl1pPr>
            <a:lvl2pPr>
              <a:defRPr sz="1800" b="0">
                <a:solidFill>
                  <a:srgbClr val="F5F5F5"/>
                </a:solidFill>
                <a:latin typeface="DejaVu Sans"/>
                <a:ea typeface="DejaVu Sans"/>
                <a:cs typeface="DejaVu Sans"/>
              </a:defRPr>
            </a:lvl2pPr>
            <a:lvl3pPr>
              <a:defRPr sz="1800" b="0">
                <a:solidFill>
                  <a:srgbClr val="F5F5F5"/>
                </a:solidFill>
                <a:latin typeface="DejaVu Sans"/>
                <a:ea typeface="DejaVu Sans"/>
                <a:cs typeface="DejaVu Sans"/>
              </a:defRPr>
            </a:lvl3pPr>
            <a:lvl4pPr>
              <a:defRPr sz="1800" b="0">
                <a:solidFill>
                  <a:srgbClr val="F5F5F5"/>
                </a:solidFill>
                <a:latin typeface="DejaVu Sans"/>
                <a:ea typeface="DejaVu Sans"/>
                <a:cs typeface="DejaVu Sans"/>
              </a:defRPr>
            </a:lvl4pPr>
            <a:lvl5pPr>
              <a:defRPr sz="1800" b="0">
                <a:solidFill>
                  <a:srgbClr val="F5F5F5"/>
                </a:solidFill>
                <a:latin typeface="DejaVu Sans"/>
                <a:ea typeface="DejaVu Sans"/>
                <a:cs typeface="DejaVu Sans"/>
              </a:defRPr>
            </a:lvl5pPr>
            <a:lvl6pPr>
              <a:defRPr sz="1800" b="0">
                <a:solidFill>
                  <a:srgbClr val="F5F5F5"/>
                </a:solidFill>
                <a:latin typeface="DejaVu Sans"/>
                <a:ea typeface="DejaVu Sans"/>
                <a:cs typeface="DejaVu Sans"/>
              </a:defRPr>
            </a:lvl6pPr>
            <a:lvl7pPr>
              <a:defRPr sz="1800" b="0">
                <a:solidFill>
                  <a:srgbClr val="F5F5F5"/>
                </a:solidFill>
                <a:latin typeface="DejaVu Sans"/>
                <a:ea typeface="DejaVu Sans"/>
                <a:cs typeface="DejaVu Sans"/>
              </a:defRPr>
            </a:lvl7pPr>
            <a:lvl8pPr>
              <a:defRPr sz="1800" b="0">
                <a:solidFill>
                  <a:srgbClr val="F5F5F5"/>
                </a:solidFill>
                <a:latin typeface="DejaVu Sans"/>
                <a:ea typeface="DejaVu Sans"/>
                <a:cs typeface="DejaVu Sans"/>
              </a:defRPr>
            </a:lvl8pPr>
            <a:lvl9pPr>
              <a:defRPr sz="1800" b="0">
                <a:solidFill>
                  <a:srgbClr val="F5F5F5"/>
                </a:solidFill>
                <a:latin typeface="DejaVu Sans"/>
                <a:ea typeface="DejaVu Sans"/>
                <a:cs typeface="DejaVu Sans"/>
              </a:defRPr>
            </a:lvl9pPr>
          </a:lstStyle>
          <a:p xmlns:a="http://schemas.openxmlformats.org/drawingml/2006/main">
            <a:pPr>
              <a:defRPr sz="1800" b="0">
                <a:solidFill>
                  <a:srgbClr val="F5F5F5"/>
                </a:solidFill>
                <a:latin typeface="DejaVu Sans"/>
                <a:ea typeface="DejaVu Sans"/>
                <a:cs typeface="DejaVu Sans"/>
              </a:defRPr>
            </a:pPr>
            <a:r>
              <a:rPr sz="1800" b="0">
                <a:solidFill>
                  <a:srgbClr val="F5F5F5"/>
                </a:solidFill>
                <a:latin typeface="DejaVu Sans"/>
                <a:ea typeface="DejaVu Sans"/>
                <a:cs typeface="DejaVu Sans"/>
              </a:rPr>
              <a:t>O</a:t>
            </a:r>
          </a:p>
        </p:txBody>
      </p:sp>
      <p:sp>
        <p:nvSpPr>
          <p:cNvPr id="16" name="origin-x">
            <a:extLst xmlns:a="http://schemas.openxmlformats.org/drawingml/2006/main">
              <a:ext uri="{FF2B5EF4-FFF2-40B4-BE49-F238E27FC236}">
                <a16:creationId xmlns:a16="http://schemas.microsoft.com/office/drawing/2014/main" id="{CFFE9EB3-3CF1-49A5-92AF-92209D6AF4FB}"/>
              </a:ext>
            </a:extLst>
          </p:cNvPr>
          <p:cNvSpPr>
            <a:spLocks xmlns:a="http://schemas.openxmlformats.org/drawingml/2006/main" noGrp="1"/>
          </p:cNvSpPr>
          <p:nvPr/>
        </p:nvSpPr>
        <p:spPr>
          <a:xfrm xmlns:a="http://schemas.openxmlformats.org/drawingml/2006/main">
            <a:off x="8001000" y="469582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00" b="0">
                <a:solidFill>
                  <a:srgbClr val="ADB5BF"/>
                </a:solidFill>
                <a:latin typeface="DejaVu Sans"/>
                <a:ea typeface="DejaVu Sans"/>
                <a:cs typeface="DejaVu Sans"/>
              </a:defRPr>
            </a:defPPr>
            <a:lvl1pPr>
              <a:defRPr sz="1800" b="0">
                <a:solidFill>
                  <a:srgbClr val="ADB5BF"/>
                </a:solidFill>
                <a:latin typeface="DejaVu Sans"/>
                <a:ea typeface="DejaVu Sans"/>
                <a:cs typeface="DejaVu Sans"/>
              </a:defRPr>
            </a:lvl1pPr>
            <a:lvl2pPr>
              <a:defRPr sz="1800" b="0">
                <a:solidFill>
                  <a:srgbClr val="ADB5BF"/>
                </a:solidFill>
                <a:latin typeface="DejaVu Sans"/>
                <a:ea typeface="DejaVu Sans"/>
                <a:cs typeface="DejaVu Sans"/>
              </a:defRPr>
            </a:lvl2pPr>
            <a:lvl3pPr>
              <a:defRPr sz="1800" b="0">
                <a:solidFill>
                  <a:srgbClr val="ADB5BF"/>
                </a:solidFill>
                <a:latin typeface="DejaVu Sans"/>
                <a:ea typeface="DejaVu Sans"/>
                <a:cs typeface="DejaVu Sans"/>
              </a:defRPr>
            </a:lvl3pPr>
            <a:lvl4pPr>
              <a:defRPr sz="1800" b="0">
                <a:solidFill>
                  <a:srgbClr val="ADB5BF"/>
                </a:solidFill>
                <a:latin typeface="DejaVu Sans"/>
                <a:ea typeface="DejaVu Sans"/>
                <a:cs typeface="DejaVu Sans"/>
              </a:defRPr>
            </a:lvl4pPr>
            <a:lvl5pPr>
              <a:defRPr sz="1800" b="0">
                <a:solidFill>
                  <a:srgbClr val="ADB5BF"/>
                </a:solidFill>
                <a:latin typeface="DejaVu Sans"/>
                <a:ea typeface="DejaVu Sans"/>
                <a:cs typeface="DejaVu Sans"/>
              </a:defRPr>
            </a:lvl5pPr>
            <a:lvl6pPr>
              <a:defRPr sz="1800" b="0">
                <a:solidFill>
                  <a:srgbClr val="ADB5BF"/>
                </a:solidFill>
                <a:latin typeface="DejaVu Sans"/>
                <a:ea typeface="DejaVu Sans"/>
                <a:cs typeface="DejaVu Sans"/>
              </a:defRPr>
            </a:lvl6pPr>
            <a:lvl7pPr>
              <a:defRPr sz="1800" b="0">
                <a:solidFill>
                  <a:srgbClr val="ADB5BF"/>
                </a:solidFill>
                <a:latin typeface="DejaVu Sans"/>
                <a:ea typeface="DejaVu Sans"/>
                <a:cs typeface="DejaVu Sans"/>
              </a:defRPr>
            </a:lvl7pPr>
            <a:lvl8pPr>
              <a:defRPr sz="1800" b="0">
                <a:solidFill>
                  <a:srgbClr val="ADB5BF"/>
                </a:solidFill>
                <a:latin typeface="DejaVu Sans"/>
                <a:ea typeface="DejaVu Sans"/>
                <a:cs typeface="DejaVu Sans"/>
              </a:defRPr>
            </a:lvl8pPr>
            <a:lvl9pPr>
              <a:defRPr sz="1800" b="0">
                <a:solidFill>
                  <a:srgbClr val="ADB5BF"/>
                </a:solidFill>
                <a:latin typeface="DejaVu Sans"/>
                <a:ea typeface="DejaVu Sans"/>
                <a:cs typeface="DejaVu Sans"/>
              </a:defRPr>
            </a:lvl9pPr>
          </a:lstStyle>
          <a:p xmlns:a="http://schemas.openxmlformats.org/drawingml/2006/main">
            <a:pPr>
              <a:defRPr sz="1800" b="0">
                <a:solidFill>
                  <a:srgbClr val="ADB5BF"/>
                </a:solidFill>
                <a:latin typeface="DejaVu Sans"/>
                <a:ea typeface="DejaVu Sans"/>
                <a:cs typeface="DejaVu Sans"/>
              </a:defRPr>
            </a:pPr>
            <a:r>
              <a:rPr sz="1800" b="0">
                <a:solidFill>
                  <a:srgbClr val="ADB5BF"/>
                </a:solidFill>
                <a:latin typeface="DejaVu Sans"/>
                <a:ea typeface="DejaVu Sans"/>
                <a:cs typeface="DejaVu Sans"/>
              </a:rPr>
              <a:t>x</a:t>
            </a:r>
          </a:p>
        </p:txBody>
      </p:sp>
      <p:sp>
        <p:nvSpPr>
          <p:cNvPr id="17" name="origin-y">
            <a:extLst xmlns:a="http://schemas.openxmlformats.org/drawingml/2006/main">
              <a:ext uri="{FF2B5EF4-FFF2-40B4-BE49-F238E27FC236}">
                <a16:creationId xmlns:a16="http://schemas.microsoft.com/office/drawing/2014/main" id="{E73AC438-1AD2-4F16-92AD-E3D91FFEEEA8}"/>
              </a:ext>
            </a:extLst>
          </p:cNvPr>
          <p:cNvSpPr>
            <a:spLocks xmlns:a="http://schemas.openxmlformats.org/drawingml/2006/main" noGrp="1"/>
          </p:cNvSpPr>
          <p:nvPr/>
        </p:nvSpPr>
        <p:spPr>
          <a:xfrm xmlns:a="http://schemas.openxmlformats.org/drawingml/2006/main">
            <a:off x="11068050" y="460057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00" b="0">
                <a:solidFill>
                  <a:srgbClr val="ADB5BF"/>
                </a:solidFill>
                <a:latin typeface="DejaVu Sans"/>
                <a:ea typeface="DejaVu Sans"/>
                <a:cs typeface="DejaVu Sans"/>
              </a:defRPr>
            </a:defPPr>
            <a:lvl1pPr>
              <a:defRPr sz="1800" b="0">
                <a:solidFill>
                  <a:srgbClr val="ADB5BF"/>
                </a:solidFill>
                <a:latin typeface="DejaVu Sans"/>
                <a:ea typeface="DejaVu Sans"/>
                <a:cs typeface="DejaVu Sans"/>
              </a:defRPr>
            </a:lvl1pPr>
            <a:lvl2pPr>
              <a:defRPr sz="1800" b="0">
                <a:solidFill>
                  <a:srgbClr val="ADB5BF"/>
                </a:solidFill>
                <a:latin typeface="DejaVu Sans"/>
                <a:ea typeface="DejaVu Sans"/>
                <a:cs typeface="DejaVu Sans"/>
              </a:defRPr>
            </a:lvl2pPr>
            <a:lvl3pPr>
              <a:defRPr sz="1800" b="0">
                <a:solidFill>
                  <a:srgbClr val="ADB5BF"/>
                </a:solidFill>
                <a:latin typeface="DejaVu Sans"/>
                <a:ea typeface="DejaVu Sans"/>
                <a:cs typeface="DejaVu Sans"/>
              </a:defRPr>
            </a:lvl3pPr>
            <a:lvl4pPr>
              <a:defRPr sz="1800" b="0">
                <a:solidFill>
                  <a:srgbClr val="ADB5BF"/>
                </a:solidFill>
                <a:latin typeface="DejaVu Sans"/>
                <a:ea typeface="DejaVu Sans"/>
                <a:cs typeface="DejaVu Sans"/>
              </a:defRPr>
            </a:lvl4pPr>
            <a:lvl5pPr>
              <a:defRPr sz="1800" b="0">
                <a:solidFill>
                  <a:srgbClr val="ADB5BF"/>
                </a:solidFill>
                <a:latin typeface="DejaVu Sans"/>
                <a:ea typeface="DejaVu Sans"/>
                <a:cs typeface="DejaVu Sans"/>
              </a:defRPr>
            </a:lvl5pPr>
            <a:lvl6pPr>
              <a:defRPr sz="1800" b="0">
                <a:solidFill>
                  <a:srgbClr val="ADB5BF"/>
                </a:solidFill>
                <a:latin typeface="DejaVu Sans"/>
                <a:ea typeface="DejaVu Sans"/>
                <a:cs typeface="DejaVu Sans"/>
              </a:defRPr>
            </a:lvl6pPr>
            <a:lvl7pPr>
              <a:defRPr sz="1800" b="0">
                <a:solidFill>
                  <a:srgbClr val="ADB5BF"/>
                </a:solidFill>
                <a:latin typeface="DejaVu Sans"/>
                <a:ea typeface="DejaVu Sans"/>
                <a:cs typeface="DejaVu Sans"/>
              </a:defRPr>
            </a:lvl7pPr>
            <a:lvl8pPr>
              <a:defRPr sz="1800" b="0">
                <a:solidFill>
                  <a:srgbClr val="ADB5BF"/>
                </a:solidFill>
                <a:latin typeface="DejaVu Sans"/>
                <a:ea typeface="DejaVu Sans"/>
                <a:cs typeface="DejaVu Sans"/>
              </a:defRPr>
            </a:lvl8pPr>
            <a:lvl9pPr>
              <a:defRPr sz="1800" b="0">
                <a:solidFill>
                  <a:srgbClr val="ADB5BF"/>
                </a:solidFill>
                <a:latin typeface="DejaVu Sans"/>
                <a:ea typeface="DejaVu Sans"/>
                <a:cs typeface="DejaVu Sans"/>
              </a:defRPr>
            </a:lvl9pPr>
          </a:lstStyle>
          <a:p xmlns:a="http://schemas.openxmlformats.org/drawingml/2006/main">
            <a:pPr>
              <a:defRPr sz="1800" b="0">
                <a:solidFill>
                  <a:srgbClr val="ADB5BF"/>
                </a:solidFill>
                <a:latin typeface="DejaVu Sans"/>
                <a:ea typeface="DejaVu Sans"/>
                <a:cs typeface="DejaVu Sans"/>
              </a:defRPr>
            </a:pPr>
            <a:r>
              <a:rPr sz="1800" b="0">
                <a:solidFill>
                  <a:srgbClr val="ADB5BF"/>
                </a:solidFill>
                <a:latin typeface="DejaVu Sans"/>
                <a:ea typeface="DejaVu Sans"/>
                <a:cs typeface="DejaVu Sans"/>
              </a:rPr>
              <a:t>y</a:t>
            </a:r>
          </a:p>
        </p:txBody>
      </p:sp>
      <p:sp>
        <p:nvSpPr>
          <p:cNvPr id="18" name="origin-z">
            <a:extLst xmlns:a="http://schemas.openxmlformats.org/drawingml/2006/main">
              <a:ext uri="{FF2B5EF4-FFF2-40B4-BE49-F238E27FC236}">
                <a16:creationId xmlns:a16="http://schemas.microsoft.com/office/drawing/2014/main" id="{729F0500-E78D-46EE-A74F-15F7AA5F1C49}"/>
              </a:ext>
            </a:extLst>
          </p:cNvPr>
          <p:cNvSpPr>
            <a:spLocks xmlns:a="http://schemas.openxmlformats.org/drawingml/2006/main" noGrp="1"/>
          </p:cNvSpPr>
          <p:nvPr/>
        </p:nvSpPr>
        <p:spPr>
          <a:xfrm xmlns:a="http://schemas.openxmlformats.org/drawingml/2006/main">
            <a:off x="9334500" y="2400300"/>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00" b="0">
                <a:solidFill>
                  <a:srgbClr val="ADB5BF"/>
                </a:solidFill>
                <a:latin typeface="DejaVu Sans"/>
                <a:ea typeface="DejaVu Sans"/>
                <a:cs typeface="DejaVu Sans"/>
              </a:defRPr>
            </a:defPPr>
            <a:lvl1pPr>
              <a:defRPr sz="1800" b="0">
                <a:solidFill>
                  <a:srgbClr val="ADB5BF"/>
                </a:solidFill>
                <a:latin typeface="DejaVu Sans"/>
                <a:ea typeface="DejaVu Sans"/>
                <a:cs typeface="DejaVu Sans"/>
              </a:defRPr>
            </a:lvl1pPr>
            <a:lvl2pPr>
              <a:defRPr sz="1800" b="0">
                <a:solidFill>
                  <a:srgbClr val="ADB5BF"/>
                </a:solidFill>
                <a:latin typeface="DejaVu Sans"/>
                <a:ea typeface="DejaVu Sans"/>
                <a:cs typeface="DejaVu Sans"/>
              </a:defRPr>
            </a:lvl2pPr>
            <a:lvl3pPr>
              <a:defRPr sz="1800" b="0">
                <a:solidFill>
                  <a:srgbClr val="ADB5BF"/>
                </a:solidFill>
                <a:latin typeface="DejaVu Sans"/>
                <a:ea typeface="DejaVu Sans"/>
                <a:cs typeface="DejaVu Sans"/>
              </a:defRPr>
            </a:lvl3pPr>
            <a:lvl4pPr>
              <a:defRPr sz="1800" b="0">
                <a:solidFill>
                  <a:srgbClr val="ADB5BF"/>
                </a:solidFill>
                <a:latin typeface="DejaVu Sans"/>
                <a:ea typeface="DejaVu Sans"/>
                <a:cs typeface="DejaVu Sans"/>
              </a:defRPr>
            </a:lvl4pPr>
            <a:lvl5pPr>
              <a:defRPr sz="1800" b="0">
                <a:solidFill>
                  <a:srgbClr val="ADB5BF"/>
                </a:solidFill>
                <a:latin typeface="DejaVu Sans"/>
                <a:ea typeface="DejaVu Sans"/>
                <a:cs typeface="DejaVu Sans"/>
              </a:defRPr>
            </a:lvl5pPr>
            <a:lvl6pPr>
              <a:defRPr sz="1800" b="0">
                <a:solidFill>
                  <a:srgbClr val="ADB5BF"/>
                </a:solidFill>
                <a:latin typeface="DejaVu Sans"/>
                <a:ea typeface="DejaVu Sans"/>
                <a:cs typeface="DejaVu Sans"/>
              </a:defRPr>
            </a:lvl6pPr>
            <a:lvl7pPr>
              <a:defRPr sz="1800" b="0">
                <a:solidFill>
                  <a:srgbClr val="ADB5BF"/>
                </a:solidFill>
                <a:latin typeface="DejaVu Sans"/>
                <a:ea typeface="DejaVu Sans"/>
                <a:cs typeface="DejaVu Sans"/>
              </a:defRPr>
            </a:lvl7pPr>
            <a:lvl8pPr>
              <a:defRPr sz="1800" b="0">
                <a:solidFill>
                  <a:srgbClr val="ADB5BF"/>
                </a:solidFill>
                <a:latin typeface="DejaVu Sans"/>
                <a:ea typeface="DejaVu Sans"/>
                <a:cs typeface="DejaVu Sans"/>
              </a:defRPr>
            </a:lvl8pPr>
            <a:lvl9pPr>
              <a:defRPr sz="1800" b="0">
                <a:solidFill>
                  <a:srgbClr val="ADB5BF"/>
                </a:solidFill>
                <a:latin typeface="DejaVu Sans"/>
                <a:ea typeface="DejaVu Sans"/>
                <a:cs typeface="DejaVu Sans"/>
              </a:defRPr>
            </a:lvl9pPr>
          </a:lstStyle>
          <a:p xmlns:a="http://schemas.openxmlformats.org/drawingml/2006/main">
            <a:pPr>
              <a:defRPr sz="1800" b="0">
                <a:solidFill>
                  <a:srgbClr val="ADB5BF"/>
                </a:solidFill>
                <a:latin typeface="DejaVu Sans"/>
                <a:ea typeface="DejaVu Sans"/>
                <a:cs typeface="DejaVu Sans"/>
              </a:defRPr>
            </a:pPr>
            <a:r>
              <a:rPr sz="1800" b="0">
                <a:solidFill>
                  <a:srgbClr val="ADB5BF"/>
                </a:solidFill>
                <a:latin typeface="DejaVu Sans"/>
                <a:ea typeface="DejaVu Sans"/>
                <a:cs typeface="DejaVu Sans"/>
              </a:rPr>
              <a:t>z</a:t>
            </a:r>
          </a:p>
        </p:txBody>
      </p:sp>
      <p:sp>
        <p:nvSpPr>
          <p:cNvPr id="19" name="trace-xy-label">
            <a:extLst xmlns:a="http://schemas.openxmlformats.org/drawingml/2006/main">
              <a:ext uri="{FF2B5EF4-FFF2-40B4-BE49-F238E27FC236}">
                <a16:creationId xmlns:a16="http://schemas.microsoft.com/office/drawing/2014/main" id="{90CDD2B0-3DB9-45BC-90EF-A4D3FFDC90AC}"/>
              </a:ext>
            </a:extLst>
          </p:cNvPr>
          <p:cNvSpPr>
            <a:spLocks xmlns:a="http://schemas.openxmlformats.org/drawingml/2006/main" noGrp="1"/>
          </p:cNvSpPr>
          <p:nvPr/>
        </p:nvSpPr>
        <p:spPr>
          <a:xfrm xmlns:a="http://schemas.openxmlformats.org/drawingml/2006/main">
            <a:off x="7477125" y="3619500"/>
            <a:ext cx="152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725" b="0">
                <a:solidFill>
                  <a:srgbClr val="86EFAC"/>
                </a:solidFill>
                <a:latin typeface="DejaVu Sans"/>
                <a:ea typeface="DejaVu Sans"/>
                <a:cs typeface="DejaVu Sans"/>
              </a:defRPr>
            </a:defPPr>
            <a:lvl1pPr>
              <a:defRPr sz="1725" b="0">
                <a:solidFill>
                  <a:srgbClr val="86EFAC"/>
                </a:solidFill>
                <a:latin typeface="DejaVu Sans"/>
                <a:ea typeface="DejaVu Sans"/>
                <a:cs typeface="DejaVu Sans"/>
              </a:defRPr>
            </a:lvl1pPr>
            <a:lvl2pPr>
              <a:defRPr sz="1725" b="0">
                <a:solidFill>
                  <a:srgbClr val="86EFAC"/>
                </a:solidFill>
                <a:latin typeface="DejaVu Sans"/>
                <a:ea typeface="DejaVu Sans"/>
                <a:cs typeface="DejaVu Sans"/>
              </a:defRPr>
            </a:lvl2pPr>
            <a:lvl3pPr>
              <a:defRPr sz="1725" b="0">
                <a:solidFill>
                  <a:srgbClr val="86EFAC"/>
                </a:solidFill>
                <a:latin typeface="DejaVu Sans"/>
                <a:ea typeface="DejaVu Sans"/>
                <a:cs typeface="DejaVu Sans"/>
              </a:defRPr>
            </a:lvl3pPr>
            <a:lvl4pPr>
              <a:defRPr sz="1725" b="0">
                <a:solidFill>
                  <a:srgbClr val="86EFAC"/>
                </a:solidFill>
                <a:latin typeface="DejaVu Sans"/>
                <a:ea typeface="DejaVu Sans"/>
                <a:cs typeface="DejaVu Sans"/>
              </a:defRPr>
            </a:lvl4pPr>
            <a:lvl5pPr>
              <a:defRPr sz="1725" b="0">
                <a:solidFill>
                  <a:srgbClr val="86EFAC"/>
                </a:solidFill>
                <a:latin typeface="DejaVu Sans"/>
                <a:ea typeface="DejaVu Sans"/>
                <a:cs typeface="DejaVu Sans"/>
              </a:defRPr>
            </a:lvl5pPr>
            <a:lvl6pPr>
              <a:defRPr sz="1725" b="0">
                <a:solidFill>
                  <a:srgbClr val="86EFAC"/>
                </a:solidFill>
                <a:latin typeface="DejaVu Sans"/>
                <a:ea typeface="DejaVu Sans"/>
                <a:cs typeface="DejaVu Sans"/>
              </a:defRPr>
            </a:lvl6pPr>
            <a:lvl7pPr>
              <a:defRPr sz="1725" b="0">
                <a:solidFill>
                  <a:srgbClr val="86EFAC"/>
                </a:solidFill>
                <a:latin typeface="DejaVu Sans"/>
                <a:ea typeface="DejaVu Sans"/>
                <a:cs typeface="DejaVu Sans"/>
              </a:defRPr>
            </a:lvl7pPr>
            <a:lvl8pPr>
              <a:defRPr sz="1725" b="0">
                <a:solidFill>
                  <a:srgbClr val="86EFAC"/>
                </a:solidFill>
                <a:latin typeface="DejaVu Sans"/>
                <a:ea typeface="DejaVu Sans"/>
                <a:cs typeface="DejaVu Sans"/>
              </a:defRPr>
            </a:lvl8pPr>
            <a:lvl9pPr>
              <a:defRPr sz="1725" b="0">
                <a:solidFill>
                  <a:srgbClr val="86EFAC"/>
                </a:solidFill>
                <a:latin typeface="DejaVu Sans"/>
                <a:ea typeface="DejaVu Sans"/>
                <a:cs typeface="DejaVu Sans"/>
              </a:defRPr>
            </a:lvl9pPr>
          </a:lstStyle>
          <a:p xmlns:a="http://schemas.openxmlformats.org/drawingml/2006/main">
            <a:pPr>
              <a:defRPr sz="1725" b="0">
                <a:solidFill>
                  <a:srgbClr val="86EFAC"/>
                </a:solidFill>
                <a:latin typeface="DejaVu Sans"/>
                <a:ea typeface="DejaVu Sans"/>
                <a:cs typeface="DejaVu Sans"/>
              </a:defRPr>
            </a:pPr>
            <a:r>
              <a:rPr sz="1725" b="0">
                <a:solidFill>
                  <a:srgbClr val="86EFAC"/>
                </a:solidFill>
                <a:latin typeface="DejaVu Sans"/>
                <a:ea typeface="DejaVu Sans"/>
                <a:cs typeface="DejaVu Sans"/>
              </a:rPr>
              <a:t>y = -x</a:t>
            </a:r>
          </a:p>
        </p:txBody>
      </p:sp>
      <p:sp>
        <p:nvSpPr>
          <p:cNvPr id="20" name="trace-xz-label">
            <a:extLst xmlns:a="http://schemas.openxmlformats.org/drawingml/2006/main">
              <a:ext uri="{FF2B5EF4-FFF2-40B4-BE49-F238E27FC236}">
                <a16:creationId xmlns:a16="http://schemas.microsoft.com/office/drawing/2014/main" id="{60B109A3-DFFE-4320-8783-49F04C8F36EC}"/>
              </a:ext>
            </a:extLst>
          </p:cNvPr>
          <p:cNvSpPr>
            <a:spLocks xmlns:a="http://schemas.openxmlformats.org/drawingml/2006/main" noGrp="1"/>
          </p:cNvSpPr>
          <p:nvPr/>
        </p:nvSpPr>
        <p:spPr>
          <a:xfrm xmlns:a="http://schemas.openxmlformats.org/drawingml/2006/main">
            <a:off x="8667750" y="5334000"/>
            <a:ext cx="152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725" b="0">
                <a:solidFill>
                  <a:srgbClr val="7DD3FC"/>
                </a:solidFill>
                <a:latin typeface="DejaVu Sans"/>
                <a:ea typeface="DejaVu Sans"/>
                <a:cs typeface="DejaVu Sans"/>
              </a:defRPr>
            </a:defPPr>
            <a:lvl1pPr>
              <a:defRPr sz="1725" b="0">
                <a:solidFill>
                  <a:srgbClr val="7DD3FC"/>
                </a:solidFill>
                <a:latin typeface="DejaVu Sans"/>
                <a:ea typeface="DejaVu Sans"/>
                <a:cs typeface="DejaVu Sans"/>
              </a:defRPr>
            </a:lvl1pPr>
            <a:lvl2pPr>
              <a:defRPr sz="1725" b="0">
                <a:solidFill>
                  <a:srgbClr val="7DD3FC"/>
                </a:solidFill>
                <a:latin typeface="DejaVu Sans"/>
                <a:ea typeface="DejaVu Sans"/>
                <a:cs typeface="DejaVu Sans"/>
              </a:defRPr>
            </a:lvl2pPr>
            <a:lvl3pPr>
              <a:defRPr sz="1725" b="0">
                <a:solidFill>
                  <a:srgbClr val="7DD3FC"/>
                </a:solidFill>
                <a:latin typeface="DejaVu Sans"/>
                <a:ea typeface="DejaVu Sans"/>
                <a:cs typeface="DejaVu Sans"/>
              </a:defRPr>
            </a:lvl3pPr>
            <a:lvl4pPr>
              <a:defRPr sz="1725" b="0">
                <a:solidFill>
                  <a:srgbClr val="7DD3FC"/>
                </a:solidFill>
                <a:latin typeface="DejaVu Sans"/>
                <a:ea typeface="DejaVu Sans"/>
                <a:cs typeface="DejaVu Sans"/>
              </a:defRPr>
            </a:lvl4pPr>
            <a:lvl5pPr>
              <a:defRPr sz="1725" b="0">
                <a:solidFill>
                  <a:srgbClr val="7DD3FC"/>
                </a:solidFill>
                <a:latin typeface="DejaVu Sans"/>
                <a:ea typeface="DejaVu Sans"/>
                <a:cs typeface="DejaVu Sans"/>
              </a:defRPr>
            </a:lvl5pPr>
            <a:lvl6pPr>
              <a:defRPr sz="1725" b="0">
                <a:solidFill>
                  <a:srgbClr val="7DD3FC"/>
                </a:solidFill>
                <a:latin typeface="DejaVu Sans"/>
                <a:ea typeface="DejaVu Sans"/>
                <a:cs typeface="DejaVu Sans"/>
              </a:defRPr>
            </a:lvl6pPr>
            <a:lvl7pPr>
              <a:defRPr sz="1725" b="0">
                <a:solidFill>
                  <a:srgbClr val="7DD3FC"/>
                </a:solidFill>
                <a:latin typeface="DejaVu Sans"/>
                <a:ea typeface="DejaVu Sans"/>
                <a:cs typeface="DejaVu Sans"/>
              </a:defRPr>
            </a:lvl7pPr>
            <a:lvl8pPr>
              <a:defRPr sz="1725" b="0">
                <a:solidFill>
                  <a:srgbClr val="7DD3FC"/>
                </a:solidFill>
                <a:latin typeface="DejaVu Sans"/>
                <a:ea typeface="DejaVu Sans"/>
                <a:cs typeface="DejaVu Sans"/>
              </a:defRPr>
            </a:lvl8pPr>
            <a:lvl9pPr>
              <a:defRPr sz="1725" b="0">
                <a:solidFill>
                  <a:srgbClr val="7DD3FC"/>
                </a:solidFill>
                <a:latin typeface="DejaVu Sans"/>
                <a:ea typeface="DejaVu Sans"/>
                <a:cs typeface="DejaVu Sans"/>
              </a:defRPr>
            </a:lvl9pPr>
          </a:lstStyle>
          <a:p xmlns:a="http://schemas.openxmlformats.org/drawingml/2006/main">
            <a:pPr>
              <a:defRPr sz="1725" b="0">
                <a:solidFill>
                  <a:srgbClr val="7DD3FC"/>
                </a:solidFill>
                <a:latin typeface="DejaVu Sans"/>
                <a:ea typeface="DejaVu Sans"/>
                <a:cs typeface="DejaVu Sans"/>
              </a:defRPr>
            </a:pPr>
            <a:r>
              <a:rPr sz="1725" b="0">
                <a:solidFill>
                  <a:srgbClr val="7DD3FC"/>
                </a:solidFill>
                <a:latin typeface="DejaVu Sans"/>
                <a:ea typeface="DejaVu Sans"/>
                <a:cs typeface="DejaVu Sans"/>
              </a:rPr>
              <a:t>z = -x</a:t>
            </a:r>
          </a:p>
        </p:txBody>
      </p:sp>
    </p:spTree>
    <p:extLst>
      <p:ext uri="{BB962C8B-B14F-4D97-AF65-F5344CB8AC3E}">
        <p14:creationId xmlns:p14="http://schemas.microsoft.com/office/powerpoint/2010/main" val="205454761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7"/>
                                        </p:tgtEl>
                                        <p:attrNameLst>
                                          <p:attrName>style.visibility</p:attrName>
                                        </p:attrNameLst>
                                      </p:cBhvr>
                                      <p:to>
                                        <p:strVal val="visible"/>
                                      </p:to>
                                    </p:set>
                                    <p:animEffect transition="in" filter="fade">
                                      <p:cBhvr>
                                        <p:cTn id="17" dur="400" fill="hold"/>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8"/>
                                        </p:tgtEl>
                                        <p:attrNameLst>
                                          <p:attrName>style.visibility</p:attrName>
                                        </p:attrNameLst>
                                      </p:cBhvr>
                                      <p:to>
                                        <p:strVal val="visible"/>
                                      </p:to>
                                    </p:set>
                                    <p:animEffect transition="in" filter="fade">
                                      <p:cBhvr>
                                        <p:cTn id="22" dur="4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8EFA51D-B927-40AE-84E4-F42BF5FC80EC}"/>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7 Cartesian form and sketch</a:t>
            </a:r>
          </a:p>
        </p:txBody>
      </p:sp>
      <p:sp>
        <p:nvSpPr>
          <p:cNvPr id="2" name="lead">
            <a:extLst xmlns:a="http://schemas.openxmlformats.org/drawingml/2006/main">
              <a:ext uri="{FF2B5EF4-FFF2-40B4-BE49-F238E27FC236}">
                <a16:creationId xmlns:a16="http://schemas.microsoft.com/office/drawing/2014/main" id="{17388827-D8E0-4065-B0ED-E6CFCF47778D}"/>
              </a:ext>
            </a:extLst>
          </p:cNvPr>
          <p:cNvSpPr>
            <a:spLocks xmlns:a="http://schemas.openxmlformats.org/drawingml/2006/main" noGrp="1"/>
          </p:cNvSpPr>
          <p:nvPr/>
        </p:nvSpPr>
        <p:spPr>
          <a:xfrm xmlns:a="http://schemas.openxmlformats.org/drawingml/2006/main">
            <a:off x="685800" y="1552575"/>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Find Cartesian form, sketch the intercepts, and test Q.</a:t>
            </a:r>
          </a:p>
        </p:txBody>
      </p:sp>
      <p:pic>
        <p:nvPicPr>
          <p:cNvPr id="3" name="equation-0" descr="LaTeX: A(2,0,0),\quad\vec n=[2,-1,1],\quad Q(1,0,2)">
            <a:extLst xmlns:a="http://schemas.openxmlformats.org/drawingml/2006/main">
              <a:ext uri="{FF2B5EF4-FFF2-40B4-BE49-F238E27FC236}">
                <a16:creationId xmlns:a16="http://schemas.microsoft.com/office/drawing/2014/main" id="{A5D6FF3C-9387-4A00-B1CD-7ADFAB3B4C13}"/>
              </a:ext>
            </a:extLst>
          </p:cNvPr>
          <p:cNvPicPr>
            <a:picLocks xmlns:a="http://schemas.openxmlformats.org/drawingml/2006/main" noChangeAspect="1"/>
          </p:cNvPicPr>
          <p:nvPr/>
        </p:nvPicPr>
        <p:blipFill>
          <a:blip xmlns:r="http://schemas.openxmlformats.org/officeDocument/2006/relationships" xmlns:a="http://schemas.openxmlformats.org/drawingml/2006/main" r:embed="R068e6c2ecbc04648">
            <a:extLst>
              <a:ext uri="{96DAC541-7B7A-43D3-8B79-37D633B846F1}">
                <asvg:svgBlip xmlns:asvg="http://schemas.microsoft.com/office/drawing/2016/SVG/main" r:embed="R182a628096c44a6f"/>
              </a:ext>
            </a:extLst>
          </a:blip>
          <a:stretch xmlns:a="http://schemas.openxmlformats.org/drawingml/2006/main"/>
        </p:blipFill>
        <p:spPr>
          <a:xfrm xmlns:a="http://schemas.openxmlformats.org/drawingml/2006/main">
            <a:off x="685800" y="3877313"/>
            <a:ext cx="6112702" cy="436875"/>
          </a:xfrm>
          <a:prstGeom xmlns:a="http://schemas.openxmlformats.org/drawingml/2006/main" prst="rect">
            <a:avLst/>
          </a:prstGeom>
        </p:spPr>
      </p:pic>
      <p:sp>
        <p:nvSpPr>
          <p:cNvPr id="4" name="practice-pause">
            <a:extLst xmlns:a="http://schemas.openxmlformats.org/drawingml/2006/main">
              <a:ext uri="{FF2B5EF4-FFF2-40B4-BE49-F238E27FC236}">
                <a16:creationId xmlns:a16="http://schemas.microsoft.com/office/drawing/2014/main" id="{82DF16A9-D7D4-42E0-8CF3-52199728B169}"/>
              </a:ext>
            </a:extLst>
          </p:cNvPr>
          <p:cNvSpPr>
            <a:spLocks xmlns:a="http://schemas.openxmlformats.org/drawingml/2006/main" noGrp="1"/>
          </p:cNvSpPr>
          <p:nvPr/>
        </p:nvSpPr>
        <p:spPr>
          <a:xfrm xmlns:a="http://schemas.openxmlformats.org/drawingml/2006/main">
            <a:off x="685800" y="5895975"/>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buNone/>
              <a:defRPr sz="1875" b="0">
                <a:solidFill>
                  <a:srgbClr val="7DD3FC"/>
                </a:solidFill>
                <a:latin typeface="DejaVu Sans"/>
                <a:ea typeface="DejaVu Sans"/>
                <a:cs typeface="DejaVu Sans"/>
              </a:defRPr>
            </a:lvl1pPr>
            <a:lvl2pPr>
              <a:buNone/>
              <a:defRPr sz="1875" b="0">
                <a:solidFill>
                  <a:srgbClr val="7DD3FC"/>
                </a:solidFill>
                <a:latin typeface="DejaVu Sans"/>
                <a:ea typeface="DejaVu Sans"/>
                <a:cs typeface="DejaVu Sans"/>
              </a:defRPr>
            </a:lvl2pPr>
            <a:lvl3pPr>
              <a:buNone/>
              <a:defRPr sz="1875" b="0">
                <a:solidFill>
                  <a:srgbClr val="7DD3FC"/>
                </a:solidFill>
                <a:latin typeface="DejaVu Sans"/>
                <a:ea typeface="DejaVu Sans"/>
                <a:cs typeface="DejaVu Sans"/>
              </a:defRPr>
            </a:lvl3pPr>
            <a:lvl4pPr>
              <a:buNone/>
              <a:defRPr sz="1875" b="0">
                <a:solidFill>
                  <a:srgbClr val="7DD3FC"/>
                </a:solidFill>
                <a:latin typeface="DejaVu Sans"/>
                <a:ea typeface="DejaVu Sans"/>
                <a:cs typeface="DejaVu Sans"/>
              </a:defRPr>
            </a:lvl4pPr>
            <a:lvl5pPr>
              <a:buNone/>
              <a:defRPr sz="1875" b="0">
                <a:solidFill>
                  <a:srgbClr val="7DD3FC"/>
                </a:solidFill>
                <a:latin typeface="DejaVu Sans"/>
                <a:ea typeface="DejaVu Sans"/>
                <a:cs typeface="DejaVu Sans"/>
              </a:defRPr>
            </a:lvl5pPr>
            <a:lvl6pPr>
              <a:buNone/>
              <a:defRPr sz="1875" b="0">
                <a:solidFill>
                  <a:srgbClr val="7DD3FC"/>
                </a:solidFill>
                <a:latin typeface="DejaVu Sans"/>
                <a:ea typeface="DejaVu Sans"/>
                <a:cs typeface="DejaVu Sans"/>
              </a:defRPr>
            </a:lvl6pPr>
            <a:lvl7pPr>
              <a:buNone/>
              <a:defRPr sz="1875" b="0">
                <a:solidFill>
                  <a:srgbClr val="7DD3FC"/>
                </a:solidFill>
                <a:latin typeface="DejaVu Sans"/>
                <a:ea typeface="DejaVu Sans"/>
                <a:cs typeface="DejaVu Sans"/>
              </a:defRPr>
            </a:lvl7pPr>
            <a:lvl8pPr>
              <a:buNone/>
              <a:defRPr sz="1875" b="0">
                <a:solidFill>
                  <a:srgbClr val="7DD3FC"/>
                </a:solidFill>
                <a:latin typeface="DejaVu Sans"/>
                <a:ea typeface="DejaVu Sans"/>
                <a:cs typeface="DejaVu Sans"/>
              </a:defRPr>
            </a:lvl8pPr>
            <a:lvl9pPr>
              <a:buNone/>
              <a:defRPr sz="1875" b="0">
                <a:solidFill>
                  <a:srgbClr val="7DD3FC"/>
                </a:solidFill>
                <a:latin typeface="DejaVu Sans"/>
                <a:ea typeface="DejaVu Sans"/>
                <a:cs typeface="DejaVu Sans"/>
              </a:defRPr>
            </a:lvl9pPr>
          </a:lstStyle>
          <a:p xmlns:a="http://schemas.openxmlformats.org/drawingml/2006/main">
            <a:pPr>
              <a:buNone/>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Pause the video and try the question</a:t>
            </a:r>
          </a:p>
        </p:txBody>
      </p:sp>
      <p:sp>
        <p:nvSpPr>
          <p:cNvPr id="5" name="page-number">
            <a:extLst xmlns:a="http://schemas.openxmlformats.org/drawingml/2006/main">
              <a:ext uri="{FF2B5EF4-FFF2-40B4-BE49-F238E27FC236}">
                <a16:creationId xmlns:a16="http://schemas.microsoft.com/office/drawing/2014/main" id="{204EBE3C-DB84-46DE-967F-35AF14F177F7}"/>
              </a:ext>
            </a:extLst>
          </p:cNvPr>
          <p:cNvSpPr>
            <a:spLocks xmlns:a="http://schemas.openxmlformats.org/drawingml/2006/main" noGrp="1"/>
          </p:cNvSpPr>
          <p:nvPr/>
        </p:nvSpPr>
        <p:spPr>
          <a:xfrm xmlns:a="http://schemas.openxmlformats.org/drawingml/2006/main">
            <a:off x="11125200" y="641032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37</a:t>
            </a:r>
          </a:p>
        </p:txBody>
      </p:sp>
    </p:spTree>
    <p:extLst>
      <p:ext uri="{BB962C8B-B14F-4D97-AF65-F5344CB8AC3E}">
        <p14:creationId xmlns:p14="http://schemas.microsoft.com/office/powerpoint/2010/main" val="1849159739"/>
      </p:ext>
    </p:extLst>
  </p:cSld>
  <p:transition spd="med" advClick="1">
    <p:fade/>
  </p:transition>
</p:sld>
</file>

<file path=ppt/slides/slide38.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25" name="title">
            <a:extLst xmlns:a="http://schemas.openxmlformats.org/drawingml/2006/main">
              <a:ext uri="{FF2B5EF4-FFF2-40B4-BE49-F238E27FC236}">
                <a16:creationId xmlns:a16="http://schemas.microsoft.com/office/drawing/2014/main" id="{C5F96E45-953F-45D2-ABDA-743721DD1DD2}"/>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buNone/>
              <a:defRPr sz="3300" b="1">
                <a:solidFill>
                  <a:srgbClr val="F5F5F5"/>
                </a:solidFill>
                <a:latin typeface="DejaVu Sans"/>
                <a:ea typeface="DejaVu Sans"/>
                <a:cs typeface="DejaVu Sans"/>
              </a:defRPr>
            </a:lvl1pPr>
            <a:lvl2pPr>
              <a:buNone/>
              <a:defRPr sz="3300" b="1">
                <a:solidFill>
                  <a:srgbClr val="F5F5F5"/>
                </a:solidFill>
                <a:latin typeface="DejaVu Sans"/>
                <a:ea typeface="DejaVu Sans"/>
                <a:cs typeface="DejaVu Sans"/>
              </a:defRPr>
            </a:lvl2pPr>
            <a:lvl3pPr>
              <a:buNone/>
              <a:defRPr sz="3300" b="1">
                <a:solidFill>
                  <a:srgbClr val="F5F5F5"/>
                </a:solidFill>
                <a:latin typeface="DejaVu Sans"/>
                <a:ea typeface="DejaVu Sans"/>
                <a:cs typeface="DejaVu Sans"/>
              </a:defRPr>
            </a:lvl3pPr>
            <a:lvl4pPr>
              <a:buNone/>
              <a:defRPr sz="3300" b="1">
                <a:solidFill>
                  <a:srgbClr val="F5F5F5"/>
                </a:solidFill>
                <a:latin typeface="DejaVu Sans"/>
                <a:ea typeface="DejaVu Sans"/>
                <a:cs typeface="DejaVu Sans"/>
              </a:defRPr>
            </a:lvl4pPr>
            <a:lvl5pPr>
              <a:buNone/>
              <a:defRPr sz="3300" b="1">
                <a:solidFill>
                  <a:srgbClr val="F5F5F5"/>
                </a:solidFill>
                <a:latin typeface="DejaVu Sans"/>
                <a:ea typeface="DejaVu Sans"/>
                <a:cs typeface="DejaVu Sans"/>
              </a:defRPr>
            </a:lvl5pPr>
            <a:lvl6pPr>
              <a:buNone/>
              <a:defRPr sz="3300" b="1">
                <a:solidFill>
                  <a:srgbClr val="F5F5F5"/>
                </a:solidFill>
                <a:latin typeface="DejaVu Sans"/>
                <a:ea typeface="DejaVu Sans"/>
                <a:cs typeface="DejaVu Sans"/>
              </a:defRPr>
            </a:lvl6pPr>
            <a:lvl7pPr>
              <a:buNone/>
              <a:defRPr sz="3300" b="1">
                <a:solidFill>
                  <a:srgbClr val="F5F5F5"/>
                </a:solidFill>
                <a:latin typeface="DejaVu Sans"/>
                <a:ea typeface="DejaVu Sans"/>
                <a:cs typeface="DejaVu Sans"/>
              </a:defRPr>
            </a:lvl7pPr>
            <a:lvl8pPr>
              <a:buNone/>
              <a:defRPr sz="3300" b="1">
                <a:solidFill>
                  <a:srgbClr val="F5F5F5"/>
                </a:solidFill>
                <a:latin typeface="DejaVu Sans"/>
                <a:ea typeface="DejaVu Sans"/>
                <a:cs typeface="DejaVu Sans"/>
              </a:defRPr>
            </a:lvl8pPr>
            <a:lvl9pPr>
              <a:buNone/>
              <a:defRPr sz="3300" b="1">
                <a:solidFill>
                  <a:srgbClr val="F5F5F5"/>
                </a:solidFill>
                <a:latin typeface="DejaVu Sans"/>
                <a:ea typeface="DejaVu Sans"/>
                <a:cs typeface="DejaVu Sans"/>
              </a:defRPr>
            </a:lvl9pPr>
          </a:lstStyle>
          <a:p xmlns:a="http://schemas.openxmlformats.org/drawingml/2006/main">
            <a:pPr>
              <a:buNone/>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Practice 7  Solution</a:t>
            </a:r>
          </a:p>
        </p:txBody>
      </p:sp>
      <p:sp>
        <p:nvSpPr>
          <p:cNvPr id="2" name="lead">
            <a:extLst xmlns:a="http://schemas.openxmlformats.org/drawingml/2006/main">
              <a:ext uri="{FF2B5EF4-FFF2-40B4-BE49-F238E27FC236}">
                <a16:creationId xmlns:a16="http://schemas.microsoft.com/office/drawing/2014/main" id="{43FF962B-7782-4F4B-8E8B-801C39A83B5D}"/>
              </a:ext>
            </a:extLst>
          </p:cNvPr>
          <p:cNvSpPr>
            <a:spLocks xmlns:a="http://schemas.openxmlformats.org/drawingml/2006/main" noGrp="1"/>
          </p:cNvSpPr>
          <p:nvPr/>
        </p:nvSpPr>
        <p:spPr>
          <a:xfrm xmlns:a="http://schemas.openxmlformats.org/drawingml/2006/main">
            <a:off x="685800" y="1552575"/>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buNone/>
              <a:defRPr sz="1950" b="0">
                <a:solidFill>
                  <a:srgbClr val="ADB5BF"/>
                </a:solidFill>
                <a:latin typeface="DejaVu Sans"/>
                <a:ea typeface="DejaVu Sans"/>
                <a:cs typeface="DejaVu Sans"/>
              </a:defRPr>
            </a:lvl1pPr>
            <a:lvl2pPr>
              <a:buNone/>
              <a:defRPr sz="1950" b="0">
                <a:solidFill>
                  <a:srgbClr val="ADB5BF"/>
                </a:solidFill>
                <a:latin typeface="DejaVu Sans"/>
                <a:ea typeface="DejaVu Sans"/>
                <a:cs typeface="DejaVu Sans"/>
              </a:defRPr>
            </a:lvl2pPr>
            <a:lvl3pPr>
              <a:buNone/>
              <a:defRPr sz="1950" b="0">
                <a:solidFill>
                  <a:srgbClr val="ADB5BF"/>
                </a:solidFill>
                <a:latin typeface="DejaVu Sans"/>
                <a:ea typeface="DejaVu Sans"/>
                <a:cs typeface="DejaVu Sans"/>
              </a:defRPr>
            </a:lvl3pPr>
            <a:lvl4pPr>
              <a:buNone/>
              <a:defRPr sz="1950" b="0">
                <a:solidFill>
                  <a:srgbClr val="ADB5BF"/>
                </a:solidFill>
                <a:latin typeface="DejaVu Sans"/>
                <a:ea typeface="DejaVu Sans"/>
                <a:cs typeface="DejaVu Sans"/>
              </a:defRPr>
            </a:lvl4pPr>
            <a:lvl5pPr>
              <a:buNone/>
              <a:defRPr sz="1950" b="0">
                <a:solidFill>
                  <a:srgbClr val="ADB5BF"/>
                </a:solidFill>
                <a:latin typeface="DejaVu Sans"/>
                <a:ea typeface="DejaVu Sans"/>
                <a:cs typeface="DejaVu Sans"/>
              </a:defRPr>
            </a:lvl5pPr>
            <a:lvl6pPr>
              <a:buNone/>
              <a:defRPr sz="1950" b="0">
                <a:solidFill>
                  <a:srgbClr val="ADB5BF"/>
                </a:solidFill>
                <a:latin typeface="DejaVu Sans"/>
                <a:ea typeface="DejaVu Sans"/>
                <a:cs typeface="DejaVu Sans"/>
              </a:defRPr>
            </a:lvl6pPr>
            <a:lvl7pPr>
              <a:buNone/>
              <a:defRPr sz="1950" b="0">
                <a:solidFill>
                  <a:srgbClr val="ADB5BF"/>
                </a:solidFill>
                <a:latin typeface="DejaVu Sans"/>
                <a:ea typeface="DejaVu Sans"/>
                <a:cs typeface="DejaVu Sans"/>
              </a:defRPr>
            </a:lvl7pPr>
            <a:lvl8pPr>
              <a:buNone/>
              <a:defRPr sz="1950" b="0">
                <a:solidFill>
                  <a:srgbClr val="ADB5BF"/>
                </a:solidFill>
                <a:latin typeface="DejaVu Sans"/>
                <a:ea typeface="DejaVu Sans"/>
                <a:cs typeface="DejaVu Sans"/>
              </a:defRPr>
            </a:lvl8pPr>
            <a:lvl9pPr>
              <a:buNone/>
              <a:defRPr sz="1950" b="0">
                <a:solidFill>
                  <a:srgbClr val="ADB5BF"/>
                </a:solidFill>
                <a:latin typeface="DejaVu Sans"/>
                <a:ea typeface="DejaVu Sans"/>
                <a:cs typeface="DejaVu Sans"/>
              </a:defRPr>
            </a:lvl9pPr>
          </a:lstStyle>
          <a:p xmlns:a="http://schemas.openxmlformats.org/drawingml/2006/main">
            <a:pPr>
              <a:buNone/>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Keep the original information visible while checking each step.</a:t>
            </a:r>
          </a:p>
        </p:txBody>
      </p:sp>
      <p:pic>
        <p:nvPicPr>
          <p:cNvPr id="3" name="equation-0" descr="LaTeX: A(2,0,0),\quad\vec n=[2,-1,1],\quad Q(1,0,2)">
            <a:extLst xmlns:a="http://schemas.openxmlformats.org/drawingml/2006/main">
              <a:ext uri="{FF2B5EF4-FFF2-40B4-BE49-F238E27FC236}">
                <a16:creationId xmlns:a16="http://schemas.microsoft.com/office/drawing/2014/main" id="{54967252-7FAA-4349-930F-E59894138BA4}"/>
              </a:ext>
            </a:extLst>
          </p:cNvPr>
          <p:cNvPicPr>
            <a:picLocks xmlns:a="http://schemas.openxmlformats.org/drawingml/2006/main" noChangeAspect="1"/>
          </p:cNvPicPr>
          <p:nvPr/>
        </p:nvPicPr>
        <p:blipFill>
          <a:blip xmlns:r="http://schemas.openxmlformats.org/officeDocument/2006/relationships" xmlns:a="http://schemas.openxmlformats.org/drawingml/2006/main" r:embed="R42f7c3ebea5c4a41">
            <a:extLst>
              <a:ext uri="{96DAC541-7B7A-43D3-8B79-37D633B846F1}">
                <asvg:svgBlip xmlns:asvg="http://schemas.microsoft.com/office/drawing/2016/SVG/main" r:embed="R39e1b7d124e344d9"/>
              </a:ext>
            </a:extLst>
          </a:blip>
          <a:stretch xmlns:a="http://schemas.openxmlformats.org/drawingml/2006/main"/>
        </p:blipFill>
        <p:spPr>
          <a:xfrm xmlns:a="http://schemas.openxmlformats.org/drawingml/2006/main">
            <a:off x="685800" y="2524125"/>
            <a:ext cx="5544079" cy="396235"/>
          </a:xfrm>
          <a:prstGeom xmlns:a="http://schemas.openxmlformats.org/drawingml/2006/main" prst="rect">
            <a:avLst/>
          </a:prstGeom>
        </p:spPr>
      </p:pic>
      <p:pic>
        <p:nvPicPr>
          <p:cNvPr id="4" name="equation-1" descr="LaTeX: 2(x-2)-y+z=0\quad\Longrightarrow\quad2x-y+z=4">
            <a:extLst xmlns:a="http://schemas.openxmlformats.org/drawingml/2006/main">
              <a:ext uri="{FF2B5EF4-FFF2-40B4-BE49-F238E27FC236}">
                <a16:creationId xmlns:a16="http://schemas.microsoft.com/office/drawing/2014/main" id="{BDAEB109-C337-414C-A845-DBCC7F7A840D}"/>
              </a:ext>
            </a:extLst>
          </p:cNvPr>
          <p:cNvPicPr>
            <a:picLocks xmlns:a="http://schemas.openxmlformats.org/drawingml/2006/main" noChangeAspect="1"/>
          </p:cNvPicPr>
          <p:nvPr/>
        </p:nvPicPr>
        <p:blipFill>
          <a:blip xmlns:r="http://schemas.openxmlformats.org/officeDocument/2006/relationships" xmlns:a="http://schemas.openxmlformats.org/drawingml/2006/main" r:embed="Rc57c273ea4de40cb">
            <a:extLst>
              <a:ext uri="{96DAC541-7B7A-43D3-8B79-37D633B846F1}">
                <asvg:svgBlip xmlns:asvg="http://schemas.microsoft.com/office/drawing/2016/SVG/main" r:embed="Rb5fd49622ead4b95"/>
              </a:ext>
            </a:extLst>
          </a:blip>
          <a:stretch xmlns:a="http://schemas.openxmlformats.org/drawingml/2006/main"/>
        </p:blipFill>
        <p:spPr>
          <a:xfrm xmlns:a="http://schemas.openxmlformats.org/drawingml/2006/main">
            <a:off x="685800" y="3129910"/>
            <a:ext cx="6286500" cy="375140"/>
          </a:xfrm>
          <a:prstGeom xmlns:a="http://schemas.openxmlformats.org/drawingml/2006/main" prst="rect">
            <a:avLst/>
          </a:prstGeom>
        </p:spPr>
      </p:pic>
      <p:pic>
        <p:nvPicPr>
          <p:cNvPr id="5" name="equation-2" descr="LaTeX: (2,0,0),\qquad(0,-4,0),\qquad(0,0,4)">
            <a:extLst xmlns:a="http://schemas.openxmlformats.org/drawingml/2006/main">
              <a:ext uri="{FF2B5EF4-FFF2-40B4-BE49-F238E27FC236}">
                <a16:creationId xmlns:a16="http://schemas.microsoft.com/office/drawing/2014/main" id="{BAF6C96C-58C9-4E46-9509-5123DFD59BC5}"/>
              </a:ext>
            </a:extLst>
          </p:cNvPr>
          <p:cNvPicPr>
            <a:picLocks xmlns:a="http://schemas.openxmlformats.org/drawingml/2006/main" noChangeAspect="1"/>
          </p:cNvPicPr>
          <p:nvPr/>
        </p:nvPicPr>
        <p:blipFill>
          <a:blip xmlns:r="http://schemas.openxmlformats.org/officeDocument/2006/relationships" xmlns:a="http://schemas.openxmlformats.org/drawingml/2006/main" r:embed="R4a729b1677a94636">
            <a:extLst>
              <a:ext uri="{96DAC541-7B7A-43D3-8B79-37D633B846F1}">
                <asvg:svgBlip xmlns:asvg="http://schemas.microsoft.com/office/drawing/2016/SVG/main" r:embed="R657bea56fbef4ab6"/>
              </a:ext>
            </a:extLst>
          </a:blip>
          <a:stretch xmlns:a="http://schemas.openxmlformats.org/drawingml/2006/main"/>
        </p:blipFill>
        <p:spPr>
          <a:xfrm xmlns:a="http://schemas.openxmlformats.org/drawingml/2006/main">
            <a:off x="685800" y="3714600"/>
            <a:ext cx="5074506" cy="396235"/>
          </a:xfrm>
          <a:prstGeom xmlns:a="http://schemas.openxmlformats.org/drawingml/2006/main" prst="rect">
            <a:avLst/>
          </a:prstGeom>
        </p:spPr>
      </p:pic>
      <p:pic>
        <p:nvPicPr>
          <p:cNvPr id="6" name="equation-3" descr="LaTeX: 2(1)-0+2=4\quad\Longrightarrow\quad Q\in\Pi">
            <a:extLst xmlns:a="http://schemas.openxmlformats.org/drawingml/2006/main">
              <a:ext uri="{FF2B5EF4-FFF2-40B4-BE49-F238E27FC236}">
                <a16:creationId xmlns:a16="http://schemas.microsoft.com/office/drawing/2014/main" id="{67BCACC8-F3E8-478C-8FE2-09D5F6120F15}"/>
              </a:ext>
            </a:extLst>
          </p:cNvPr>
          <p:cNvPicPr>
            <a:picLocks xmlns:a="http://schemas.openxmlformats.org/drawingml/2006/main" noChangeAspect="1"/>
          </p:cNvPicPr>
          <p:nvPr/>
        </p:nvPicPr>
        <p:blipFill>
          <a:blip xmlns:r="http://schemas.openxmlformats.org/officeDocument/2006/relationships" xmlns:a="http://schemas.openxmlformats.org/drawingml/2006/main" r:embed="R8def00289f844d28">
            <a:extLst>
              <a:ext uri="{96DAC541-7B7A-43D3-8B79-37D633B846F1}">
                <asvg:svgBlip xmlns:asvg="http://schemas.microsoft.com/office/drawing/2016/SVG/main" r:embed="R8e9a5e7ba3804ba0"/>
              </a:ext>
            </a:extLst>
          </a:blip>
          <a:stretch xmlns:a="http://schemas.openxmlformats.org/drawingml/2006/main"/>
        </p:blipFill>
        <p:spPr>
          <a:xfrm xmlns:a="http://schemas.openxmlformats.org/drawingml/2006/main">
            <a:off x="685800" y="4320385"/>
            <a:ext cx="4751937" cy="396235"/>
          </a:xfrm>
          <a:prstGeom xmlns:a="http://schemas.openxmlformats.org/drawingml/2006/main" prst="rect">
            <a:avLst/>
          </a:prstGeom>
        </p:spPr>
      </p:pic>
      <p:cxnSp>
        <p:nvCxnSpPr>
          <p:cNvPr id="7" name="x-axis">
            <a:extLst xmlns:a="http://schemas.openxmlformats.org/drawingml/2006/main">
              <a:ext uri="{FF2B5EF4-FFF2-40B4-BE49-F238E27FC236}">
                <a16:creationId xmlns:a16="http://schemas.microsoft.com/office/drawing/2014/main" id="{8BE44F44-B2DB-4A8C-A3C2-EF322F3FCA9B}"/>
              </a:ext>
            </a:extLst>
          </p:cNvPr>
          <p:cNvCxnSpPr/>
          <p:nvPr/>
        </p:nvCxnSpPr>
        <p:spPr>
          <a:xfrm xmlns:a="http://schemas.openxmlformats.org/drawingml/2006/main" rot="9206097">
            <a:off x="8790794" y="5143500"/>
            <a:ext cx="1277913" cy="0"/>
          </a:xfrm>
          <a:prstGeom xmlns:a="http://schemas.openxmlformats.org/drawingml/2006/main" prst="straightConnector1">
            <a:avLst/>
          </a:prstGeom>
          <a:ln xmlns:a="http://schemas.openxmlformats.org/drawingml/2006/main" w="17145">
            <a:solidFill>
              <a:srgbClr val="50565E"/>
            </a:solidFill>
            <a:prstDash val="solid"/>
            <a:tailEnd type="triangle" w="med" len="med"/>
          </a:ln>
        </p:spPr>
      </p:cxnSp>
      <p:cxnSp>
        <p:nvCxnSpPr>
          <p:cNvPr id="8" name="y-axis">
            <a:extLst xmlns:a="http://schemas.openxmlformats.org/drawingml/2006/main">
              <a:ext uri="{FF2B5EF4-FFF2-40B4-BE49-F238E27FC236}">
                <a16:creationId xmlns:a16="http://schemas.microsoft.com/office/drawing/2014/main" id="{1FD4E90F-B7BE-4D65-9011-9A92A6008A03}"/>
              </a:ext>
            </a:extLst>
          </p:cNvPr>
          <p:cNvCxnSpPr/>
          <p:nvPr/>
        </p:nvCxnSpPr>
        <p:spPr>
          <a:xfrm xmlns:a="http://schemas.openxmlformats.org/drawingml/2006/main" rot="-9206097">
            <a:off x="7983823" y="4381500"/>
            <a:ext cx="2129855" cy="0"/>
          </a:xfrm>
          <a:prstGeom xmlns:a="http://schemas.openxmlformats.org/drawingml/2006/main" prst="straightConnector1">
            <a:avLst/>
          </a:prstGeom>
          <a:ln xmlns:a="http://schemas.openxmlformats.org/drawingml/2006/main" w="17145">
            <a:solidFill>
              <a:srgbClr val="50565E"/>
            </a:solidFill>
            <a:prstDash val="solid"/>
            <a:tailEnd type="triangle" w="med" len="med"/>
          </a:ln>
        </p:spPr>
      </p:cxnSp>
      <p:cxnSp>
        <p:nvCxnSpPr>
          <p:cNvPr id="9" name="z-axis">
            <a:extLst xmlns:a="http://schemas.openxmlformats.org/drawingml/2006/main">
              <a:ext uri="{FF2B5EF4-FFF2-40B4-BE49-F238E27FC236}">
                <a16:creationId xmlns:a16="http://schemas.microsoft.com/office/drawing/2014/main" id="{A4ED2500-622A-46C0-82C1-047E499DD93A}"/>
              </a:ext>
            </a:extLst>
          </p:cNvPr>
          <p:cNvCxnSpPr/>
          <p:nvPr/>
        </p:nvCxnSpPr>
        <p:spPr>
          <a:xfrm xmlns:a="http://schemas.openxmlformats.org/drawingml/2006/main" rot="-5400000">
            <a:off x="8929688" y="3786188"/>
            <a:ext cx="2143125" cy="0"/>
          </a:xfrm>
          <a:prstGeom xmlns:a="http://schemas.openxmlformats.org/drawingml/2006/main" prst="straightConnector1">
            <a:avLst/>
          </a:prstGeom>
          <a:ln xmlns:a="http://schemas.openxmlformats.org/drawingml/2006/main" w="17145">
            <a:solidFill>
              <a:srgbClr val="50565E"/>
            </a:solidFill>
            <a:prstDash val="solid"/>
            <a:tailEnd type="triangle" w="med" len="med"/>
          </a:ln>
        </p:spPr>
      </p:cxnSp>
      <p:sp>
        <p:nvSpPr>
          <p:cNvPr id="10" name="intercept-plane">
            <a:extLst xmlns:a="http://schemas.openxmlformats.org/drawingml/2006/main">
              <a:ext uri="{FF2B5EF4-FFF2-40B4-BE49-F238E27FC236}">
                <a16:creationId xmlns:a16="http://schemas.microsoft.com/office/drawing/2014/main" id="{41022CF0-70EA-4DB8-AB0D-FC84680413B0}"/>
              </a:ext>
            </a:extLst>
          </p:cNvPr>
          <p:cNvSpPr>
            <a:spLocks xmlns:a="http://schemas.openxmlformats.org/drawingml/2006/main" noGrp="1"/>
          </p:cNvSpPr>
          <p:nvPr/>
        </p:nvSpPr>
        <p:spPr>
          <a:xfrm xmlns:a="http://schemas.openxmlformats.org/drawingml/2006/main">
            <a:off x="8477250" y="3143250"/>
            <a:ext cx="1524000" cy="2095500"/>
          </a:xfrm>
          <a:custGeom xmlns:a="http://schemas.openxmlformats.org/drawingml/2006/main">
            <a:pathLst>
              <a:path w="1524000" h="2095500">
                <a:moveTo>
                  <a:pt x="762000" y="2095500"/>
                </a:moveTo>
                <a:lnTo>
                  <a:pt x="0" y="952500"/>
                </a:lnTo>
                <a:lnTo>
                  <a:pt x="1524000" y="0"/>
                </a:lnTo>
                <a:close/>
              </a:path>
            </a:pathLst>
          </a:custGeom>
          <a:solidFill xmlns:a="http://schemas.openxmlformats.org/drawingml/2006/main">
            <a:srgbClr val="11232E">
              <a:alpha val="60000"/>
            </a:srgbClr>
          </a:solidFill>
          <a:ln xmlns:a="http://schemas.openxmlformats.org/drawingml/2006/main" w="14288">
            <a:solidFill>
              <a:srgbClr val="385E73"/>
            </a:solidFill>
            <a:prstDash val="solid"/>
          </a:ln>
        </p:spPr>
      </p:sp>
      <p:sp>
        <p:nvSpPr>
          <p:cNvPr id="11" name="plot-A">
            <a:extLst xmlns:a="http://schemas.openxmlformats.org/drawingml/2006/main">
              <a:ext uri="{FF2B5EF4-FFF2-40B4-BE49-F238E27FC236}">
                <a16:creationId xmlns:a16="http://schemas.microsoft.com/office/drawing/2014/main" id="{B7276D94-9F39-4A03-8ACD-206C08AD5635}"/>
              </a:ext>
            </a:extLst>
          </p:cNvPr>
          <p:cNvSpPr>
            <a:spLocks xmlns:a="http://schemas.openxmlformats.org/drawingml/2006/main" noGrp="1"/>
          </p:cNvSpPr>
          <p:nvPr/>
        </p:nvSpPr>
        <p:spPr>
          <a:xfrm xmlns:a="http://schemas.openxmlformats.org/drawingml/2006/main">
            <a:off x="9201150" y="5200650"/>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2" name="plot-label-A">
            <a:extLst xmlns:a="http://schemas.openxmlformats.org/drawingml/2006/main">
              <a:ext uri="{FF2B5EF4-FFF2-40B4-BE49-F238E27FC236}">
                <a16:creationId xmlns:a16="http://schemas.microsoft.com/office/drawing/2014/main" id="{84031D00-7D9D-4732-8CD1-5D640D2CB088}"/>
              </a:ext>
            </a:extLst>
          </p:cNvPr>
          <p:cNvSpPr>
            <a:spLocks xmlns:a="http://schemas.openxmlformats.org/drawingml/2006/main" noGrp="1"/>
          </p:cNvSpPr>
          <p:nvPr/>
        </p:nvSpPr>
        <p:spPr>
          <a:xfrm xmlns:a="http://schemas.openxmlformats.org/drawingml/2006/main">
            <a:off x="9334500" y="50006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buNone/>
              <a:defRPr sz="1875" b="0">
                <a:solidFill>
                  <a:srgbClr val="7DD3FC"/>
                </a:solidFill>
                <a:latin typeface="DejaVu Sans"/>
                <a:ea typeface="DejaVu Sans"/>
                <a:cs typeface="DejaVu Sans"/>
              </a:defRPr>
            </a:lvl1pPr>
            <a:lvl2pPr>
              <a:buNone/>
              <a:defRPr sz="1875" b="0">
                <a:solidFill>
                  <a:srgbClr val="7DD3FC"/>
                </a:solidFill>
                <a:latin typeface="DejaVu Sans"/>
                <a:ea typeface="DejaVu Sans"/>
                <a:cs typeface="DejaVu Sans"/>
              </a:defRPr>
            </a:lvl2pPr>
            <a:lvl3pPr>
              <a:buNone/>
              <a:defRPr sz="1875" b="0">
                <a:solidFill>
                  <a:srgbClr val="7DD3FC"/>
                </a:solidFill>
                <a:latin typeface="DejaVu Sans"/>
                <a:ea typeface="DejaVu Sans"/>
                <a:cs typeface="DejaVu Sans"/>
              </a:defRPr>
            </a:lvl3pPr>
            <a:lvl4pPr>
              <a:buNone/>
              <a:defRPr sz="1875" b="0">
                <a:solidFill>
                  <a:srgbClr val="7DD3FC"/>
                </a:solidFill>
                <a:latin typeface="DejaVu Sans"/>
                <a:ea typeface="DejaVu Sans"/>
                <a:cs typeface="DejaVu Sans"/>
              </a:defRPr>
            </a:lvl4pPr>
            <a:lvl5pPr>
              <a:buNone/>
              <a:defRPr sz="1875" b="0">
                <a:solidFill>
                  <a:srgbClr val="7DD3FC"/>
                </a:solidFill>
                <a:latin typeface="DejaVu Sans"/>
                <a:ea typeface="DejaVu Sans"/>
                <a:cs typeface="DejaVu Sans"/>
              </a:defRPr>
            </a:lvl5pPr>
            <a:lvl6pPr>
              <a:buNone/>
              <a:defRPr sz="1875" b="0">
                <a:solidFill>
                  <a:srgbClr val="7DD3FC"/>
                </a:solidFill>
                <a:latin typeface="DejaVu Sans"/>
                <a:ea typeface="DejaVu Sans"/>
                <a:cs typeface="DejaVu Sans"/>
              </a:defRPr>
            </a:lvl6pPr>
            <a:lvl7pPr>
              <a:buNone/>
              <a:defRPr sz="1875" b="0">
                <a:solidFill>
                  <a:srgbClr val="7DD3FC"/>
                </a:solidFill>
                <a:latin typeface="DejaVu Sans"/>
                <a:ea typeface="DejaVu Sans"/>
                <a:cs typeface="DejaVu Sans"/>
              </a:defRPr>
            </a:lvl7pPr>
            <a:lvl8pPr>
              <a:buNone/>
              <a:defRPr sz="1875" b="0">
                <a:solidFill>
                  <a:srgbClr val="7DD3FC"/>
                </a:solidFill>
                <a:latin typeface="DejaVu Sans"/>
                <a:ea typeface="DejaVu Sans"/>
                <a:cs typeface="DejaVu Sans"/>
              </a:defRPr>
            </a:lvl8pPr>
            <a:lvl9pPr>
              <a:buNone/>
              <a:defRPr sz="1875" b="0">
                <a:solidFill>
                  <a:srgbClr val="7DD3FC"/>
                </a:solidFill>
                <a:latin typeface="DejaVu Sans"/>
                <a:ea typeface="DejaVu Sans"/>
                <a:cs typeface="DejaVu Sans"/>
              </a:defRPr>
            </a:lvl9pPr>
          </a:lstStyle>
          <a:p xmlns:a="http://schemas.openxmlformats.org/drawingml/2006/main">
            <a:pPr>
              <a:buNone/>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A</a:t>
            </a:r>
          </a:p>
        </p:txBody>
      </p:sp>
      <p:sp>
        <p:nvSpPr>
          <p:cNvPr id="13" name="plot-B">
            <a:extLst xmlns:a="http://schemas.openxmlformats.org/drawingml/2006/main">
              <a:ext uri="{FF2B5EF4-FFF2-40B4-BE49-F238E27FC236}">
                <a16:creationId xmlns:a16="http://schemas.microsoft.com/office/drawing/2014/main" id="{528B9576-E457-4FFD-834B-8676833C0D05}"/>
              </a:ext>
            </a:extLst>
          </p:cNvPr>
          <p:cNvSpPr>
            <a:spLocks xmlns:a="http://schemas.openxmlformats.org/drawingml/2006/main" noGrp="1"/>
          </p:cNvSpPr>
          <p:nvPr/>
        </p:nvSpPr>
        <p:spPr>
          <a:xfrm xmlns:a="http://schemas.openxmlformats.org/drawingml/2006/main">
            <a:off x="8439150" y="4057650"/>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4" name="plot-label-B">
            <a:extLst xmlns:a="http://schemas.openxmlformats.org/drawingml/2006/main">
              <a:ext uri="{FF2B5EF4-FFF2-40B4-BE49-F238E27FC236}">
                <a16:creationId xmlns:a16="http://schemas.microsoft.com/office/drawing/2014/main" id="{18E2C489-9499-4DB1-A7D2-B179BE778CE2}"/>
              </a:ext>
            </a:extLst>
          </p:cNvPr>
          <p:cNvSpPr>
            <a:spLocks xmlns:a="http://schemas.openxmlformats.org/drawingml/2006/main" noGrp="1"/>
          </p:cNvSpPr>
          <p:nvPr/>
        </p:nvSpPr>
        <p:spPr>
          <a:xfrm xmlns:a="http://schemas.openxmlformats.org/drawingml/2006/main">
            <a:off x="8572500" y="38576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buNone/>
              <a:defRPr sz="1875" b="0">
                <a:solidFill>
                  <a:srgbClr val="7DD3FC"/>
                </a:solidFill>
                <a:latin typeface="DejaVu Sans"/>
                <a:ea typeface="DejaVu Sans"/>
                <a:cs typeface="DejaVu Sans"/>
              </a:defRPr>
            </a:lvl1pPr>
            <a:lvl2pPr>
              <a:buNone/>
              <a:defRPr sz="1875" b="0">
                <a:solidFill>
                  <a:srgbClr val="7DD3FC"/>
                </a:solidFill>
                <a:latin typeface="DejaVu Sans"/>
                <a:ea typeface="DejaVu Sans"/>
                <a:cs typeface="DejaVu Sans"/>
              </a:defRPr>
            </a:lvl2pPr>
            <a:lvl3pPr>
              <a:buNone/>
              <a:defRPr sz="1875" b="0">
                <a:solidFill>
                  <a:srgbClr val="7DD3FC"/>
                </a:solidFill>
                <a:latin typeface="DejaVu Sans"/>
                <a:ea typeface="DejaVu Sans"/>
                <a:cs typeface="DejaVu Sans"/>
              </a:defRPr>
            </a:lvl3pPr>
            <a:lvl4pPr>
              <a:buNone/>
              <a:defRPr sz="1875" b="0">
                <a:solidFill>
                  <a:srgbClr val="7DD3FC"/>
                </a:solidFill>
                <a:latin typeface="DejaVu Sans"/>
                <a:ea typeface="DejaVu Sans"/>
                <a:cs typeface="DejaVu Sans"/>
              </a:defRPr>
            </a:lvl4pPr>
            <a:lvl5pPr>
              <a:buNone/>
              <a:defRPr sz="1875" b="0">
                <a:solidFill>
                  <a:srgbClr val="7DD3FC"/>
                </a:solidFill>
                <a:latin typeface="DejaVu Sans"/>
                <a:ea typeface="DejaVu Sans"/>
                <a:cs typeface="DejaVu Sans"/>
              </a:defRPr>
            </a:lvl5pPr>
            <a:lvl6pPr>
              <a:buNone/>
              <a:defRPr sz="1875" b="0">
                <a:solidFill>
                  <a:srgbClr val="7DD3FC"/>
                </a:solidFill>
                <a:latin typeface="DejaVu Sans"/>
                <a:ea typeface="DejaVu Sans"/>
                <a:cs typeface="DejaVu Sans"/>
              </a:defRPr>
            </a:lvl6pPr>
            <a:lvl7pPr>
              <a:buNone/>
              <a:defRPr sz="1875" b="0">
                <a:solidFill>
                  <a:srgbClr val="7DD3FC"/>
                </a:solidFill>
                <a:latin typeface="DejaVu Sans"/>
                <a:ea typeface="DejaVu Sans"/>
                <a:cs typeface="DejaVu Sans"/>
              </a:defRPr>
            </a:lvl7pPr>
            <a:lvl8pPr>
              <a:buNone/>
              <a:defRPr sz="1875" b="0">
                <a:solidFill>
                  <a:srgbClr val="7DD3FC"/>
                </a:solidFill>
                <a:latin typeface="DejaVu Sans"/>
                <a:ea typeface="DejaVu Sans"/>
                <a:cs typeface="DejaVu Sans"/>
              </a:defRPr>
            </a:lvl8pPr>
            <a:lvl9pPr>
              <a:buNone/>
              <a:defRPr sz="1875" b="0">
                <a:solidFill>
                  <a:srgbClr val="7DD3FC"/>
                </a:solidFill>
                <a:latin typeface="DejaVu Sans"/>
                <a:ea typeface="DejaVu Sans"/>
                <a:cs typeface="DejaVu Sans"/>
              </a:defRPr>
            </a:lvl9pPr>
          </a:lstStyle>
          <a:p xmlns:a="http://schemas.openxmlformats.org/drawingml/2006/main">
            <a:pPr>
              <a:buNone/>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B</a:t>
            </a:r>
          </a:p>
        </p:txBody>
      </p:sp>
      <p:sp>
        <p:nvSpPr>
          <p:cNvPr id="15" name="plot-C">
            <a:extLst xmlns:a="http://schemas.openxmlformats.org/drawingml/2006/main">
              <a:ext uri="{FF2B5EF4-FFF2-40B4-BE49-F238E27FC236}">
                <a16:creationId xmlns:a16="http://schemas.microsoft.com/office/drawing/2014/main" id="{EB1F4B31-AE29-4921-9026-43D3F3CEC5E0}"/>
              </a:ext>
            </a:extLst>
          </p:cNvPr>
          <p:cNvSpPr>
            <a:spLocks xmlns:a="http://schemas.openxmlformats.org/drawingml/2006/main" noGrp="1"/>
          </p:cNvSpPr>
          <p:nvPr/>
        </p:nvSpPr>
        <p:spPr>
          <a:xfrm xmlns:a="http://schemas.openxmlformats.org/drawingml/2006/main">
            <a:off x="9963150" y="3105150"/>
            <a:ext cx="76200" cy="76200"/>
          </a:xfrm>
          <a:prstGeom xmlns:a="http://schemas.openxmlformats.org/drawingml/2006/main" prst="ellipse">
            <a:avLst/>
          </a:prstGeom>
          <a:solidFill xmlns:a="http://schemas.openxmlformats.org/drawingml/2006/main">
            <a:srgbClr val="7DD3FC"/>
          </a:solidFill>
          <a:ln xmlns:a="http://schemas.openxmlformats.org/drawingml/2006/main" w="0">
            <a:solidFill>
              <a:srgbClr val="7DD3FC"/>
            </a:solidFill>
            <a:prstDash val="solid"/>
          </a:ln>
        </p:spPr>
      </p:sp>
      <p:sp>
        <p:nvSpPr>
          <p:cNvPr id="16" name="plot-label-C">
            <a:extLst xmlns:a="http://schemas.openxmlformats.org/drawingml/2006/main">
              <a:ext uri="{FF2B5EF4-FFF2-40B4-BE49-F238E27FC236}">
                <a16:creationId xmlns:a16="http://schemas.microsoft.com/office/drawing/2014/main" id="{A3C022FA-131E-4AFF-A497-600756D9BDCF}"/>
              </a:ext>
            </a:extLst>
          </p:cNvPr>
          <p:cNvSpPr>
            <a:spLocks xmlns:a="http://schemas.openxmlformats.org/drawingml/2006/main" noGrp="1"/>
          </p:cNvSpPr>
          <p:nvPr/>
        </p:nvSpPr>
        <p:spPr>
          <a:xfrm xmlns:a="http://schemas.openxmlformats.org/drawingml/2006/main">
            <a:off x="10096500" y="29051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7DD3FC"/>
                </a:solidFill>
                <a:latin typeface="DejaVu Sans"/>
                <a:ea typeface="DejaVu Sans"/>
                <a:cs typeface="DejaVu Sans"/>
              </a:defRPr>
            </a:defPPr>
            <a:lvl1pPr>
              <a:buNone/>
              <a:defRPr sz="1875" b="0">
                <a:solidFill>
                  <a:srgbClr val="7DD3FC"/>
                </a:solidFill>
                <a:latin typeface="DejaVu Sans"/>
                <a:ea typeface="DejaVu Sans"/>
                <a:cs typeface="DejaVu Sans"/>
              </a:defRPr>
            </a:lvl1pPr>
            <a:lvl2pPr>
              <a:buNone/>
              <a:defRPr sz="1875" b="0">
                <a:solidFill>
                  <a:srgbClr val="7DD3FC"/>
                </a:solidFill>
                <a:latin typeface="DejaVu Sans"/>
                <a:ea typeface="DejaVu Sans"/>
                <a:cs typeface="DejaVu Sans"/>
              </a:defRPr>
            </a:lvl2pPr>
            <a:lvl3pPr>
              <a:buNone/>
              <a:defRPr sz="1875" b="0">
                <a:solidFill>
                  <a:srgbClr val="7DD3FC"/>
                </a:solidFill>
                <a:latin typeface="DejaVu Sans"/>
                <a:ea typeface="DejaVu Sans"/>
                <a:cs typeface="DejaVu Sans"/>
              </a:defRPr>
            </a:lvl3pPr>
            <a:lvl4pPr>
              <a:buNone/>
              <a:defRPr sz="1875" b="0">
                <a:solidFill>
                  <a:srgbClr val="7DD3FC"/>
                </a:solidFill>
                <a:latin typeface="DejaVu Sans"/>
                <a:ea typeface="DejaVu Sans"/>
                <a:cs typeface="DejaVu Sans"/>
              </a:defRPr>
            </a:lvl4pPr>
            <a:lvl5pPr>
              <a:buNone/>
              <a:defRPr sz="1875" b="0">
                <a:solidFill>
                  <a:srgbClr val="7DD3FC"/>
                </a:solidFill>
                <a:latin typeface="DejaVu Sans"/>
                <a:ea typeface="DejaVu Sans"/>
                <a:cs typeface="DejaVu Sans"/>
              </a:defRPr>
            </a:lvl5pPr>
            <a:lvl6pPr>
              <a:buNone/>
              <a:defRPr sz="1875" b="0">
                <a:solidFill>
                  <a:srgbClr val="7DD3FC"/>
                </a:solidFill>
                <a:latin typeface="DejaVu Sans"/>
                <a:ea typeface="DejaVu Sans"/>
                <a:cs typeface="DejaVu Sans"/>
              </a:defRPr>
            </a:lvl6pPr>
            <a:lvl7pPr>
              <a:buNone/>
              <a:defRPr sz="1875" b="0">
                <a:solidFill>
                  <a:srgbClr val="7DD3FC"/>
                </a:solidFill>
                <a:latin typeface="DejaVu Sans"/>
                <a:ea typeface="DejaVu Sans"/>
                <a:cs typeface="DejaVu Sans"/>
              </a:defRPr>
            </a:lvl7pPr>
            <a:lvl8pPr>
              <a:buNone/>
              <a:defRPr sz="1875" b="0">
                <a:solidFill>
                  <a:srgbClr val="7DD3FC"/>
                </a:solidFill>
                <a:latin typeface="DejaVu Sans"/>
                <a:ea typeface="DejaVu Sans"/>
                <a:cs typeface="DejaVu Sans"/>
              </a:defRPr>
            </a:lvl8pPr>
            <a:lvl9pPr>
              <a:buNone/>
              <a:defRPr sz="1875" b="0">
                <a:solidFill>
                  <a:srgbClr val="7DD3FC"/>
                </a:solidFill>
                <a:latin typeface="DejaVu Sans"/>
                <a:ea typeface="DejaVu Sans"/>
                <a:cs typeface="DejaVu Sans"/>
              </a:defRPr>
            </a:lvl9pPr>
          </a:lstStyle>
          <a:p xmlns:a="http://schemas.openxmlformats.org/drawingml/2006/main">
            <a:pPr>
              <a:buNone/>
              <a:defRPr sz="1875" b="0">
                <a:solidFill>
                  <a:srgbClr val="7DD3FC"/>
                </a:solidFill>
                <a:latin typeface="DejaVu Sans"/>
                <a:ea typeface="DejaVu Sans"/>
                <a:cs typeface="DejaVu Sans"/>
              </a:defRPr>
            </a:pPr>
            <a:r>
              <a:rPr sz="1875" b="0">
                <a:solidFill>
                  <a:srgbClr val="7DD3FC"/>
                </a:solidFill>
                <a:latin typeface="DejaVu Sans"/>
                <a:ea typeface="DejaVu Sans"/>
                <a:cs typeface="DejaVu Sans"/>
              </a:rPr>
              <a:t>C</a:t>
            </a:r>
          </a:p>
        </p:txBody>
      </p:sp>
      <p:sp>
        <p:nvSpPr>
          <p:cNvPr id="17" name="plot-origin">
            <a:extLst xmlns:a="http://schemas.openxmlformats.org/drawingml/2006/main">
              <a:ext uri="{FF2B5EF4-FFF2-40B4-BE49-F238E27FC236}">
                <a16:creationId xmlns:a16="http://schemas.microsoft.com/office/drawing/2014/main" id="{DDCC5CDC-B780-4F9F-96B6-BEC82F0AD089}"/>
              </a:ext>
            </a:extLst>
          </p:cNvPr>
          <p:cNvSpPr>
            <a:spLocks xmlns:a="http://schemas.openxmlformats.org/drawingml/2006/main" noGrp="1"/>
          </p:cNvSpPr>
          <p:nvPr/>
        </p:nvSpPr>
        <p:spPr>
          <a:xfrm xmlns:a="http://schemas.openxmlformats.org/drawingml/2006/main">
            <a:off x="10096500" y="49053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O</a:t>
            </a:r>
          </a:p>
        </p:txBody>
      </p:sp>
      <p:sp>
        <p:nvSpPr>
          <p:cNvPr id="18" name="plot-x">
            <a:extLst xmlns:a="http://schemas.openxmlformats.org/drawingml/2006/main">
              <a:ext uri="{FF2B5EF4-FFF2-40B4-BE49-F238E27FC236}">
                <a16:creationId xmlns:a16="http://schemas.microsoft.com/office/drawing/2014/main" id="{A9D407C4-1AEC-4E95-9B4D-513BC2A0BC95}"/>
              </a:ext>
            </a:extLst>
          </p:cNvPr>
          <p:cNvSpPr>
            <a:spLocks xmlns:a="http://schemas.openxmlformats.org/drawingml/2006/main" noGrp="1"/>
          </p:cNvSpPr>
          <p:nvPr/>
        </p:nvSpPr>
        <p:spPr>
          <a:xfrm xmlns:a="http://schemas.openxmlformats.org/drawingml/2006/main">
            <a:off x="8591550" y="54292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x</a:t>
            </a:r>
          </a:p>
        </p:txBody>
      </p:sp>
      <p:sp>
        <p:nvSpPr>
          <p:cNvPr id="19" name="plot-y">
            <a:extLst xmlns:a="http://schemas.openxmlformats.org/drawingml/2006/main">
              <a:ext uri="{FF2B5EF4-FFF2-40B4-BE49-F238E27FC236}">
                <a16:creationId xmlns:a16="http://schemas.microsoft.com/office/drawing/2014/main" id="{1C4CD34C-8977-4C95-836C-60B657AB5C8B}"/>
              </a:ext>
            </a:extLst>
          </p:cNvPr>
          <p:cNvSpPr>
            <a:spLocks xmlns:a="http://schemas.openxmlformats.org/drawingml/2006/main" noGrp="1"/>
          </p:cNvSpPr>
          <p:nvPr/>
        </p:nvSpPr>
        <p:spPr>
          <a:xfrm xmlns:a="http://schemas.openxmlformats.org/drawingml/2006/main">
            <a:off x="7791450" y="36004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−y</a:t>
            </a:r>
          </a:p>
        </p:txBody>
      </p:sp>
      <p:sp>
        <p:nvSpPr>
          <p:cNvPr id="20" name="plot-z">
            <a:extLst xmlns:a="http://schemas.openxmlformats.org/drawingml/2006/main">
              <a:ext uri="{FF2B5EF4-FFF2-40B4-BE49-F238E27FC236}">
                <a16:creationId xmlns:a16="http://schemas.microsoft.com/office/drawing/2014/main" id="{DDC239FD-C9B6-492C-8A3B-58BF561D7F56}"/>
              </a:ext>
            </a:extLst>
          </p:cNvPr>
          <p:cNvSpPr>
            <a:spLocks xmlns:a="http://schemas.openxmlformats.org/drawingml/2006/main" noGrp="1"/>
          </p:cNvSpPr>
          <p:nvPr/>
        </p:nvSpPr>
        <p:spPr>
          <a:xfrm xmlns:a="http://schemas.openxmlformats.org/drawingml/2006/main">
            <a:off x="9763125" y="24765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z</a:t>
            </a:r>
          </a:p>
        </p:txBody>
      </p:sp>
      <p:sp>
        <p:nvSpPr>
          <p:cNvPr id="21" name="plot-Q">
            <a:extLst xmlns:a="http://schemas.openxmlformats.org/drawingml/2006/main">
              <a:ext uri="{FF2B5EF4-FFF2-40B4-BE49-F238E27FC236}">
                <a16:creationId xmlns:a16="http://schemas.microsoft.com/office/drawing/2014/main" id="{A4EB7B68-6E64-406E-AFA0-F46B5A886CB4}"/>
              </a:ext>
            </a:extLst>
          </p:cNvPr>
          <p:cNvSpPr>
            <a:spLocks xmlns:a="http://schemas.openxmlformats.org/drawingml/2006/main" noGrp="1"/>
          </p:cNvSpPr>
          <p:nvPr/>
        </p:nvSpPr>
        <p:spPr>
          <a:xfrm xmlns:a="http://schemas.openxmlformats.org/drawingml/2006/main">
            <a:off x="9582150" y="4152900"/>
            <a:ext cx="76200" cy="76200"/>
          </a:xfrm>
          <a:prstGeom xmlns:a="http://schemas.openxmlformats.org/drawingml/2006/main" prst="ellipse">
            <a:avLst/>
          </a:prstGeom>
          <a:solidFill xmlns:a="http://schemas.openxmlformats.org/drawingml/2006/main">
            <a:srgbClr val="86EFAC"/>
          </a:solidFill>
          <a:ln xmlns:a="http://schemas.openxmlformats.org/drawingml/2006/main" w="0">
            <a:solidFill>
              <a:srgbClr val="86EFAC"/>
            </a:solidFill>
            <a:prstDash val="solid"/>
          </a:ln>
        </p:spPr>
      </p:sp>
      <p:sp>
        <p:nvSpPr>
          <p:cNvPr id="22" name="plot-label-Q">
            <a:extLst xmlns:a="http://schemas.openxmlformats.org/drawingml/2006/main">
              <a:ext uri="{FF2B5EF4-FFF2-40B4-BE49-F238E27FC236}">
                <a16:creationId xmlns:a16="http://schemas.microsoft.com/office/drawing/2014/main" id="{FB55C26C-05AA-412D-A9C2-B436C63D0B8D}"/>
              </a:ext>
            </a:extLst>
          </p:cNvPr>
          <p:cNvSpPr>
            <a:spLocks xmlns:a="http://schemas.openxmlformats.org/drawingml/2006/main" noGrp="1"/>
          </p:cNvSpPr>
          <p:nvPr/>
        </p:nvSpPr>
        <p:spPr>
          <a:xfrm xmlns:a="http://schemas.openxmlformats.org/drawingml/2006/main">
            <a:off x="9715500" y="38576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86EFAC"/>
                </a:solidFill>
                <a:latin typeface="DejaVu Sans"/>
                <a:ea typeface="DejaVu Sans"/>
                <a:cs typeface="DejaVu Sans"/>
              </a:defRPr>
            </a:defPPr>
            <a:lvl1pPr>
              <a:buNone/>
              <a:defRPr sz="1875" b="0">
                <a:solidFill>
                  <a:srgbClr val="86EFAC"/>
                </a:solidFill>
                <a:latin typeface="DejaVu Sans"/>
                <a:ea typeface="DejaVu Sans"/>
                <a:cs typeface="DejaVu Sans"/>
              </a:defRPr>
            </a:lvl1pPr>
            <a:lvl2pPr>
              <a:buNone/>
              <a:defRPr sz="1875" b="0">
                <a:solidFill>
                  <a:srgbClr val="86EFAC"/>
                </a:solidFill>
                <a:latin typeface="DejaVu Sans"/>
                <a:ea typeface="DejaVu Sans"/>
                <a:cs typeface="DejaVu Sans"/>
              </a:defRPr>
            </a:lvl2pPr>
            <a:lvl3pPr>
              <a:buNone/>
              <a:defRPr sz="1875" b="0">
                <a:solidFill>
                  <a:srgbClr val="86EFAC"/>
                </a:solidFill>
                <a:latin typeface="DejaVu Sans"/>
                <a:ea typeface="DejaVu Sans"/>
                <a:cs typeface="DejaVu Sans"/>
              </a:defRPr>
            </a:lvl3pPr>
            <a:lvl4pPr>
              <a:buNone/>
              <a:defRPr sz="1875" b="0">
                <a:solidFill>
                  <a:srgbClr val="86EFAC"/>
                </a:solidFill>
                <a:latin typeface="DejaVu Sans"/>
                <a:ea typeface="DejaVu Sans"/>
                <a:cs typeface="DejaVu Sans"/>
              </a:defRPr>
            </a:lvl4pPr>
            <a:lvl5pPr>
              <a:buNone/>
              <a:defRPr sz="1875" b="0">
                <a:solidFill>
                  <a:srgbClr val="86EFAC"/>
                </a:solidFill>
                <a:latin typeface="DejaVu Sans"/>
                <a:ea typeface="DejaVu Sans"/>
                <a:cs typeface="DejaVu Sans"/>
              </a:defRPr>
            </a:lvl5pPr>
            <a:lvl6pPr>
              <a:buNone/>
              <a:defRPr sz="1875" b="0">
                <a:solidFill>
                  <a:srgbClr val="86EFAC"/>
                </a:solidFill>
                <a:latin typeface="DejaVu Sans"/>
                <a:ea typeface="DejaVu Sans"/>
                <a:cs typeface="DejaVu Sans"/>
              </a:defRPr>
            </a:lvl6pPr>
            <a:lvl7pPr>
              <a:buNone/>
              <a:defRPr sz="1875" b="0">
                <a:solidFill>
                  <a:srgbClr val="86EFAC"/>
                </a:solidFill>
                <a:latin typeface="DejaVu Sans"/>
                <a:ea typeface="DejaVu Sans"/>
                <a:cs typeface="DejaVu Sans"/>
              </a:defRPr>
            </a:lvl7pPr>
            <a:lvl8pPr>
              <a:buNone/>
              <a:defRPr sz="1875" b="0">
                <a:solidFill>
                  <a:srgbClr val="86EFAC"/>
                </a:solidFill>
                <a:latin typeface="DejaVu Sans"/>
                <a:ea typeface="DejaVu Sans"/>
                <a:cs typeface="DejaVu Sans"/>
              </a:defRPr>
            </a:lvl8pPr>
            <a:lvl9pPr>
              <a:buNone/>
              <a:defRPr sz="1875" b="0">
                <a:solidFill>
                  <a:srgbClr val="86EFAC"/>
                </a:solidFill>
                <a:latin typeface="DejaVu Sans"/>
                <a:ea typeface="DejaVu Sans"/>
                <a:cs typeface="DejaVu Sans"/>
              </a:defRPr>
            </a:lvl9pPr>
          </a:lstStyle>
          <a:p xmlns:a="http://schemas.openxmlformats.org/drawingml/2006/main">
            <a:pPr>
              <a:buNone/>
              <a:defRPr sz="1875" b="0">
                <a:solidFill>
                  <a:srgbClr val="86EFAC"/>
                </a:solidFill>
                <a:latin typeface="DejaVu Sans"/>
                <a:ea typeface="DejaVu Sans"/>
                <a:cs typeface="DejaVu Sans"/>
              </a:defRPr>
            </a:pPr>
            <a:r>
              <a:rPr sz="1875" b="0">
                <a:solidFill>
                  <a:srgbClr val="86EFAC"/>
                </a:solidFill>
                <a:latin typeface="DejaVu Sans"/>
                <a:ea typeface="DejaVu Sans"/>
                <a:cs typeface="DejaVu Sans"/>
              </a:rPr>
              <a:t>Q</a:t>
            </a:r>
          </a:p>
        </p:txBody>
      </p:sp>
      <p:sp>
        <p:nvSpPr>
          <p:cNvPr id="23" name="practice-pause">
            <a:extLst xmlns:a="http://schemas.openxmlformats.org/drawingml/2006/main">
              <a:ext uri="{FF2B5EF4-FFF2-40B4-BE49-F238E27FC236}">
                <a16:creationId xmlns:a16="http://schemas.microsoft.com/office/drawing/2014/main" id="{8758A35D-A0A1-429B-BF4C-08844E87DDFF}"/>
              </a:ext>
            </a:extLst>
          </p:cNvPr>
          <p:cNvSpPr>
            <a:spLocks xmlns:a="http://schemas.openxmlformats.org/drawingml/2006/main" noGrp="1"/>
          </p:cNvSpPr>
          <p:nvPr/>
        </p:nvSpPr>
        <p:spPr>
          <a:xfrm xmlns:a="http://schemas.openxmlformats.org/drawingml/2006/main">
            <a:off x="685800" y="5895975"/>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ADB5BF"/>
                </a:solidFill>
                <a:latin typeface="DejaVu Sans"/>
                <a:ea typeface="DejaVu Sans"/>
                <a:cs typeface="DejaVu Sans"/>
              </a:defRPr>
            </a:defPPr>
            <a:lvl1pPr>
              <a:buNone/>
              <a:defRPr sz="1875" b="0">
                <a:solidFill>
                  <a:srgbClr val="ADB5BF"/>
                </a:solidFill>
                <a:latin typeface="DejaVu Sans"/>
                <a:ea typeface="DejaVu Sans"/>
                <a:cs typeface="DejaVu Sans"/>
              </a:defRPr>
            </a:lvl1pPr>
            <a:lvl2pPr>
              <a:buNone/>
              <a:defRPr sz="1875" b="0">
                <a:solidFill>
                  <a:srgbClr val="ADB5BF"/>
                </a:solidFill>
                <a:latin typeface="DejaVu Sans"/>
                <a:ea typeface="DejaVu Sans"/>
                <a:cs typeface="DejaVu Sans"/>
              </a:defRPr>
            </a:lvl2pPr>
            <a:lvl3pPr>
              <a:buNone/>
              <a:defRPr sz="1875" b="0">
                <a:solidFill>
                  <a:srgbClr val="ADB5BF"/>
                </a:solidFill>
                <a:latin typeface="DejaVu Sans"/>
                <a:ea typeface="DejaVu Sans"/>
                <a:cs typeface="DejaVu Sans"/>
              </a:defRPr>
            </a:lvl3pPr>
            <a:lvl4pPr>
              <a:buNone/>
              <a:defRPr sz="1875" b="0">
                <a:solidFill>
                  <a:srgbClr val="ADB5BF"/>
                </a:solidFill>
                <a:latin typeface="DejaVu Sans"/>
                <a:ea typeface="DejaVu Sans"/>
                <a:cs typeface="DejaVu Sans"/>
              </a:defRPr>
            </a:lvl4pPr>
            <a:lvl5pPr>
              <a:buNone/>
              <a:defRPr sz="1875" b="0">
                <a:solidFill>
                  <a:srgbClr val="ADB5BF"/>
                </a:solidFill>
                <a:latin typeface="DejaVu Sans"/>
                <a:ea typeface="DejaVu Sans"/>
                <a:cs typeface="DejaVu Sans"/>
              </a:defRPr>
            </a:lvl5pPr>
            <a:lvl6pPr>
              <a:buNone/>
              <a:defRPr sz="1875" b="0">
                <a:solidFill>
                  <a:srgbClr val="ADB5BF"/>
                </a:solidFill>
                <a:latin typeface="DejaVu Sans"/>
                <a:ea typeface="DejaVu Sans"/>
                <a:cs typeface="DejaVu Sans"/>
              </a:defRPr>
            </a:lvl6pPr>
            <a:lvl7pPr>
              <a:buNone/>
              <a:defRPr sz="1875" b="0">
                <a:solidFill>
                  <a:srgbClr val="ADB5BF"/>
                </a:solidFill>
                <a:latin typeface="DejaVu Sans"/>
                <a:ea typeface="DejaVu Sans"/>
                <a:cs typeface="DejaVu Sans"/>
              </a:defRPr>
            </a:lvl7pPr>
            <a:lvl8pPr>
              <a:buNone/>
              <a:defRPr sz="1875" b="0">
                <a:solidFill>
                  <a:srgbClr val="ADB5BF"/>
                </a:solidFill>
                <a:latin typeface="DejaVu Sans"/>
                <a:ea typeface="DejaVu Sans"/>
                <a:cs typeface="DejaVu Sans"/>
              </a:defRPr>
            </a:lvl8pPr>
            <a:lvl9pPr>
              <a:buNone/>
              <a:defRPr sz="1875" b="0">
                <a:solidFill>
                  <a:srgbClr val="ADB5BF"/>
                </a:solidFill>
                <a:latin typeface="DejaVu Sans"/>
                <a:ea typeface="DejaVu Sans"/>
                <a:cs typeface="DejaVu Sans"/>
              </a:defRPr>
            </a:lvl9pPr>
          </a:lstStyle>
          <a:p xmlns:a="http://schemas.openxmlformats.org/drawingml/2006/main">
            <a:pPr>
              <a:buNone/>
              <a:defRPr sz="1875" b="0">
                <a:solidFill>
                  <a:srgbClr val="ADB5BF"/>
                </a:solidFill>
                <a:latin typeface="DejaVu Sans"/>
                <a:ea typeface="DejaVu Sans"/>
                <a:cs typeface="DejaVu Sans"/>
              </a:defRPr>
            </a:pPr>
            <a:r>
              <a:rPr sz="1875" b="0">
                <a:solidFill>
                  <a:srgbClr val="ADB5BF"/>
                </a:solidFill>
                <a:latin typeface="DejaVu Sans"/>
                <a:ea typeface="DejaVu Sans"/>
                <a:cs typeface="DejaVu Sans"/>
              </a:rPr>
              <a:t>Check the method as well as the final answer</a:t>
            </a:r>
          </a:p>
        </p:txBody>
      </p:sp>
      <p:sp>
        <p:nvSpPr>
          <p:cNvPr id="24" name="page-number">
            <a:extLst xmlns:a="http://schemas.openxmlformats.org/drawingml/2006/main">
              <a:ext uri="{FF2B5EF4-FFF2-40B4-BE49-F238E27FC236}">
                <a16:creationId xmlns:a16="http://schemas.microsoft.com/office/drawing/2014/main" id="{BCA000DB-A3B5-47C7-8587-4EE42C0EA8AC}"/>
              </a:ext>
            </a:extLst>
          </p:cNvPr>
          <p:cNvSpPr>
            <a:spLocks xmlns:a="http://schemas.openxmlformats.org/drawingml/2006/main" noGrp="1"/>
          </p:cNvSpPr>
          <p:nvPr/>
        </p:nvSpPr>
        <p:spPr>
          <a:xfrm xmlns:a="http://schemas.openxmlformats.org/drawingml/2006/main">
            <a:off x="11125200" y="641032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buNone/>
              <a:defRPr sz="1350" b="0">
                <a:solidFill>
                  <a:srgbClr val="ADB5BF"/>
                </a:solidFill>
                <a:latin typeface="DejaVu Sans"/>
                <a:ea typeface="DejaVu Sans"/>
                <a:cs typeface="DejaVu Sans"/>
              </a:defRPr>
            </a:lvl1pPr>
            <a:lvl2pPr>
              <a:buNone/>
              <a:defRPr sz="1350" b="0">
                <a:solidFill>
                  <a:srgbClr val="ADB5BF"/>
                </a:solidFill>
                <a:latin typeface="DejaVu Sans"/>
                <a:ea typeface="DejaVu Sans"/>
                <a:cs typeface="DejaVu Sans"/>
              </a:defRPr>
            </a:lvl2pPr>
            <a:lvl3pPr>
              <a:buNone/>
              <a:defRPr sz="1350" b="0">
                <a:solidFill>
                  <a:srgbClr val="ADB5BF"/>
                </a:solidFill>
                <a:latin typeface="DejaVu Sans"/>
                <a:ea typeface="DejaVu Sans"/>
                <a:cs typeface="DejaVu Sans"/>
              </a:defRPr>
            </a:lvl3pPr>
            <a:lvl4pPr>
              <a:buNone/>
              <a:defRPr sz="1350" b="0">
                <a:solidFill>
                  <a:srgbClr val="ADB5BF"/>
                </a:solidFill>
                <a:latin typeface="DejaVu Sans"/>
                <a:ea typeface="DejaVu Sans"/>
                <a:cs typeface="DejaVu Sans"/>
              </a:defRPr>
            </a:lvl4pPr>
            <a:lvl5pPr>
              <a:buNone/>
              <a:defRPr sz="1350" b="0">
                <a:solidFill>
                  <a:srgbClr val="ADB5BF"/>
                </a:solidFill>
                <a:latin typeface="DejaVu Sans"/>
                <a:ea typeface="DejaVu Sans"/>
                <a:cs typeface="DejaVu Sans"/>
              </a:defRPr>
            </a:lvl5pPr>
            <a:lvl6pPr>
              <a:buNone/>
              <a:defRPr sz="1350" b="0">
                <a:solidFill>
                  <a:srgbClr val="ADB5BF"/>
                </a:solidFill>
                <a:latin typeface="DejaVu Sans"/>
                <a:ea typeface="DejaVu Sans"/>
                <a:cs typeface="DejaVu Sans"/>
              </a:defRPr>
            </a:lvl6pPr>
            <a:lvl7pPr>
              <a:buNone/>
              <a:defRPr sz="1350" b="0">
                <a:solidFill>
                  <a:srgbClr val="ADB5BF"/>
                </a:solidFill>
                <a:latin typeface="DejaVu Sans"/>
                <a:ea typeface="DejaVu Sans"/>
                <a:cs typeface="DejaVu Sans"/>
              </a:defRPr>
            </a:lvl7pPr>
            <a:lvl8pPr>
              <a:buNone/>
              <a:defRPr sz="1350" b="0">
                <a:solidFill>
                  <a:srgbClr val="ADB5BF"/>
                </a:solidFill>
                <a:latin typeface="DejaVu Sans"/>
                <a:ea typeface="DejaVu Sans"/>
                <a:cs typeface="DejaVu Sans"/>
              </a:defRPr>
            </a:lvl8pPr>
            <a:lvl9pPr>
              <a:buNone/>
              <a:defRPr sz="1350" b="0">
                <a:solidFill>
                  <a:srgbClr val="ADB5BF"/>
                </a:solidFill>
                <a:latin typeface="DejaVu Sans"/>
                <a:ea typeface="DejaVu Sans"/>
                <a:cs typeface="DejaVu Sans"/>
              </a:defRPr>
            </a:lvl9pPr>
          </a:lstStyle>
          <a:p xmlns:a="http://schemas.openxmlformats.org/drawingml/2006/main">
            <a:pPr>
              <a:buNone/>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38</a:t>
            </a:r>
          </a:p>
        </p:txBody>
      </p:sp>
    </p:spTree>
    <p:extLst>
      <p:ext uri="{BB962C8B-B14F-4D97-AF65-F5344CB8AC3E}">
        <p14:creationId xmlns:p14="http://schemas.microsoft.com/office/powerpoint/2010/main" val="210953660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400" fill="hold"/>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5"/>
                                        </p:tgtEl>
                                        <p:attrNameLst>
                                          <p:attrName>style.visibility</p:attrName>
                                        </p:attrNameLst>
                                      </p:cBhvr>
                                      <p:to>
                                        <p:strVal val="visible"/>
                                      </p:to>
                                    </p:set>
                                    <p:animEffect transition="in" filter="fade">
                                      <p:cBhvr>
                                        <p:cTn id="12" dur="400" fill="hold"/>
                                        <p:tgtEl>
                                          <p:spTgt spid="5"/>
                                        </p:tgtEl>
                                      </p:cBhvr>
                                    </p:animEffect>
                                  </p:childTnLst>
                                </p:cTn>
                              </p:par>
                              <p:par>
                                <p:cTn id="13" presetID="10" presetClass="entr" presetSubtype="0" fill="hold" grpId="0"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400" fill="hold"/>
                                        <p:tgtEl>
                                          <p:spTgt spid="10"/>
                                        </p:tgtEl>
                                      </p:cBhvr>
                                    </p:animEffect>
                                  </p:childTnLst>
                                </p:cTn>
                              </p:par>
                              <p:par>
                                <p:cTn id="16" presetID="10" presetClass="entr" presetSubtype="0" fill="hold" grpId="0" nodeType="withEffect">
                                  <p:stCondLst>
                                    <p:cond delay="0"/>
                                  </p:stCondLst>
                                  <p:childTnLst>
                                    <p:set>
                                      <p:cBhvr>
                                        <p:cTn id="17" dur="1" fill="hold"/>
                                        <p:tgtEl>
                                          <p:spTgt spid="11"/>
                                        </p:tgtEl>
                                        <p:attrNameLst>
                                          <p:attrName>style.visibility</p:attrName>
                                        </p:attrNameLst>
                                      </p:cBhvr>
                                      <p:to>
                                        <p:strVal val="visible"/>
                                      </p:to>
                                    </p:set>
                                    <p:animEffect transition="in" filter="fade">
                                      <p:cBhvr>
                                        <p:cTn id="18" dur="400" fill="hold"/>
                                        <p:tgtEl>
                                          <p:spTgt spid="11"/>
                                        </p:tgtEl>
                                      </p:cBhvr>
                                    </p:animEffect>
                                  </p:childTnLst>
                                </p:cTn>
                              </p:par>
                              <p:par>
                                <p:cTn id="19" presetID="10" presetClass="entr" presetSubtype="0" fill="hold" grpId="0" nodeType="withEffect">
                                  <p:stCondLst>
                                    <p:cond delay="0"/>
                                  </p:stCondLst>
                                  <p:childTnLst>
                                    <p:set>
                                      <p:cBhvr>
                                        <p:cTn id="20" dur="1" fill="hold"/>
                                        <p:tgtEl>
                                          <p:spTgt spid="13"/>
                                        </p:tgtEl>
                                        <p:attrNameLst>
                                          <p:attrName>style.visibility</p:attrName>
                                        </p:attrNameLst>
                                      </p:cBhvr>
                                      <p:to>
                                        <p:strVal val="visible"/>
                                      </p:to>
                                    </p:set>
                                    <p:animEffect transition="in" filter="fade">
                                      <p:cBhvr>
                                        <p:cTn id="21" dur="400" fill="hold"/>
                                        <p:tgtEl>
                                          <p:spTgt spid="13"/>
                                        </p:tgtEl>
                                      </p:cBhvr>
                                    </p:animEffect>
                                  </p:childTnLst>
                                </p:cTn>
                              </p:par>
                              <p:par>
                                <p:cTn id="22" presetID="10" presetClass="entr" presetSubtype="0" fill="hold" grpId="0" nodeType="withEffect">
                                  <p:stCondLst>
                                    <p:cond delay="0"/>
                                  </p:stCondLst>
                                  <p:childTnLst>
                                    <p:set>
                                      <p:cBhvr>
                                        <p:cTn id="23" dur="1" fill="hold"/>
                                        <p:tgtEl>
                                          <p:spTgt spid="15"/>
                                        </p:tgtEl>
                                        <p:attrNameLst>
                                          <p:attrName>style.visibility</p:attrName>
                                        </p:attrNameLst>
                                      </p:cBhvr>
                                      <p:to>
                                        <p:strVal val="visible"/>
                                      </p:to>
                                    </p:set>
                                    <p:animEffect transition="in" filter="fade">
                                      <p:cBhvr>
                                        <p:cTn id="24" dur="400" fill="hold"/>
                                        <p:tgtEl>
                                          <p:spTgt spid="15"/>
                                        </p:tgtEl>
                                      </p:cBhvr>
                                    </p:animEffect>
                                  </p:childTnLst>
                                </p:cTn>
                              </p:par>
                              <p:par>
                                <p:cTn id="25" presetID="10" presetClass="entr" presetSubtype="0" fill="hold" grpId="0" nodeType="withEffect">
                                  <p:stCondLst>
                                    <p:cond delay="0"/>
                                  </p:stCondLst>
                                  <p:childTnLst>
                                    <p:set>
                                      <p:cBhvr>
                                        <p:cTn id="26" dur="1" fill="hold"/>
                                        <p:tgtEl>
                                          <p:spTgt spid="12"/>
                                        </p:tgtEl>
                                        <p:attrNameLst>
                                          <p:attrName>style.visibility</p:attrName>
                                        </p:attrNameLst>
                                      </p:cBhvr>
                                      <p:to>
                                        <p:strVal val="visible"/>
                                      </p:to>
                                    </p:set>
                                    <p:animEffect transition="in" filter="fade">
                                      <p:cBhvr>
                                        <p:cTn id="27" dur="400" fill="hold"/>
                                        <p:tgtEl>
                                          <p:spTgt spid="12"/>
                                        </p:tgtEl>
                                      </p:cBhvr>
                                    </p:animEffect>
                                  </p:childTnLst>
                                </p:cTn>
                              </p:par>
                              <p:par>
                                <p:cTn id="28" presetID="10" presetClass="entr" presetSubtype="0" fill="hold" grpId="0" nodeType="withEffect">
                                  <p:stCondLst>
                                    <p:cond delay="0"/>
                                  </p:stCondLst>
                                  <p:childTnLst>
                                    <p:set>
                                      <p:cBhvr>
                                        <p:cTn id="29" dur="1" fill="hold"/>
                                        <p:tgtEl>
                                          <p:spTgt spid="14"/>
                                        </p:tgtEl>
                                        <p:attrNameLst>
                                          <p:attrName>style.visibility</p:attrName>
                                        </p:attrNameLst>
                                      </p:cBhvr>
                                      <p:to>
                                        <p:strVal val="visible"/>
                                      </p:to>
                                    </p:set>
                                    <p:animEffect transition="in" filter="fade">
                                      <p:cBhvr>
                                        <p:cTn id="30" dur="400" fill="hold"/>
                                        <p:tgtEl>
                                          <p:spTgt spid="14"/>
                                        </p:tgtEl>
                                      </p:cBhvr>
                                    </p:animEffect>
                                  </p:childTnLst>
                                </p:cTn>
                              </p:par>
                              <p:par>
                                <p:cTn id="31" presetID="10" presetClass="entr" presetSubtype="0" fill="hold" grpId="0" nodeType="withEffect">
                                  <p:stCondLst>
                                    <p:cond delay="0"/>
                                  </p:stCondLst>
                                  <p:childTnLst>
                                    <p:set>
                                      <p:cBhvr>
                                        <p:cTn id="32" dur="1" fill="hold"/>
                                        <p:tgtEl>
                                          <p:spTgt spid="16"/>
                                        </p:tgtEl>
                                        <p:attrNameLst>
                                          <p:attrName>style.visibility</p:attrName>
                                        </p:attrNameLst>
                                      </p:cBhvr>
                                      <p:to>
                                        <p:strVal val="visible"/>
                                      </p:to>
                                    </p:set>
                                    <p:animEffect transition="in" filter="fade">
                                      <p:cBhvr>
                                        <p:cTn id="33" dur="400" fill="hold"/>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tgtEl>
                                          <p:spTgt spid="6"/>
                                        </p:tgtEl>
                                        <p:attrNameLst>
                                          <p:attrName>style.visibility</p:attrName>
                                        </p:attrNameLst>
                                      </p:cBhvr>
                                      <p:to>
                                        <p:strVal val="visible"/>
                                      </p:to>
                                    </p:set>
                                    <p:animEffect transition="in" filter="fade">
                                      <p:cBhvr>
                                        <p:cTn id="38" dur="400" fill="hold"/>
                                        <p:tgtEl>
                                          <p:spTgt spid="6"/>
                                        </p:tgtEl>
                                      </p:cBhvr>
                                    </p:animEffect>
                                  </p:childTnLst>
                                </p:cTn>
                              </p:par>
                              <p:par>
                                <p:cTn id="39" presetID="10" presetClass="entr" presetSubtype="0" fill="hold" grpId="0" nodeType="withEffect">
                                  <p:stCondLst>
                                    <p:cond delay="0"/>
                                  </p:stCondLst>
                                  <p:childTnLst>
                                    <p:set>
                                      <p:cBhvr>
                                        <p:cTn id="40" dur="1" fill="hold"/>
                                        <p:tgtEl>
                                          <p:spTgt spid="21"/>
                                        </p:tgtEl>
                                        <p:attrNameLst>
                                          <p:attrName>style.visibility</p:attrName>
                                        </p:attrNameLst>
                                      </p:cBhvr>
                                      <p:to>
                                        <p:strVal val="visible"/>
                                      </p:to>
                                    </p:set>
                                    <p:animEffect transition="in" filter="fade">
                                      <p:cBhvr>
                                        <p:cTn id="41" dur="400" fill="hold"/>
                                        <p:tgtEl>
                                          <p:spTgt spid="21"/>
                                        </p:tgtEl>
                                      </p:cBhvr>
                                    </p:animEffect>
                                  </p:childTnLst>
                                </p:cTn>
                              </p:par>
                              <p:par>
                                <p:cTn id="42" presetID="10" presetClass="entr" presetSubtype="0" fill="hold" grpId="0" nodeType="withEffect">
                                  <p:stCondLst>
                                    <p:cond delay="0"/>
                                  </p:stCondLst>
                                  <p:childTnLst>
                                    <p:set>
                                      <p:cBhvr>
                                        <p:cTn id="43" dur="1" fill="hold"/>
                                        <p:tgtEl>
                                          <p:spTgt spid="22"/>
                                        </p:tgtEl>
                                        <p:attrNameLst>
                                          <p:attrName>style.visibility</p:attrName>
                                        </p:attrNameLst>
                                      </p:cBhvr>
                                      <p:to>
                                        <p:strVal val="visible"/>
                                      </p:to>
                                    </p:set>
                                    <p:animEffect transition="in" filter="fade">
                                      <p:cBhvr>
                                        <p:cTn id="44" dur="400" fill="hold"/>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9753893-5EEF-4293-97A2-9580068BFD43}"/>
              </a:ext>
            </a:extLst>
          </p:cNvPr>
          <p:cNvSpPr>
            <a:spLocks xmlns:a="http://schemas.openxmlformats.org/drawingml/2006/main" noGrp="1"/>
          </p:cNvSpPr>
          <p:nvPr/>
        </p:nvSpPr>
        <p:spPr>
          <a:xfrm xmlns:a="http://schemas.openxmlformats.org/drawingml/2006/main">
            <a:off x="685800" y="4000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F5F5F5"/>
                </a:solidFill>
                <a:latin typeface="DejaVu Sans"/>
                <a:ea typeface="DejaVu Sans"/>
                <a:cs typeface="DejaVu Sans"/>
              </a:defRPr>
            </a:defPPr>
            <a:lvl1pPr>
              <a:defRPr sz="3300" b="1">
                <a:solidFill>
                  <a:srgbClr val="F5F5F5"/>
                </a:solidFill>
                <a:latin typeface="DejaVu Sans"/>
                <a:ea typeface="DejaVu Sans"/>
                <a:cs typeface="DejaVu Sans"/>
              </a:defRPr>
            </a:lvl1pPr>
            <a:lvl2pPr>
              <a:defRPr sz="3300" b="1">
                <a:solidFill>
                  <a:srgbClr val="F5F5F5"/>
                </a:solidFill>
                <a:latin typeface="DejaVu Sans"/>
                <a:ea typeface="DejaVu Sans"/>
                <a:cs typeface="DejaVu Sans"/>
              </a:defRPr>
            </a:lvl2pPr>
            <a:lvl3pPr>
              <a:defRPr sz="3300" b="1">
                <a:solidFill>
                  <a:srgbClr val="F5F5F5"/>
                </a:solidFill>
                <a:latin typeface="DejaVu Sans"/>
                <a:ea typeface="DejaVu Sans"/>
                <a:cs typeface="DejaVu Sans"/>
              </a:defRPr>
            </a:lvl3pPr>
            <a:lvl4pPr>
              <a:defRPr sz="3300" b="1">
                <a:solidFill>
                  <a:srgbClr val="F5F5F5"/>
                </a:solidFill>
                <a:latin typeface="DejaVu Sans"/>
                <a:ea typeface="DejaVu Sans"/>
                <a:cs typeface="DejaVu Sans"/>
              </a:defRPr>
            </a:lvl4pPr>
            <a:lvl5pPr>
              <a:defRPr sz="3300" b="1">
                <a:solidFill>
                  <a:srgbClr val="F5F5F5"/>
                </a:solidFill>
                <a:latin typeface="DejaVu Sans"/>
                <a:ea typeface="DejaVu Sans"/>
                <a:cs typeface="DejaVu Sans"/>
              </a:defRPr>
            </a:lvl5pPr>
            <a:lvl6pPr>
              <a:defRPr sz="3300" b="1">
                <a:solidFill>
                  <a:srgbClr val="F5F5F5"/>
                </a:solidFill>
                <a:latin typeface="DejaVu Sans"/>
                <a:ea typeface="DejaVu Sans"/>
                <a:cs typeface="DejaVu Sans"/>
              </a:defRPr>
            </a:lvl6pPr>
            <a:lvl7pPr>
              <a:defRPr sz="3300" b="1">
                <a:solidFill>
                  <a:srgbClr val="F5F5F5"/>
                </a:solidFill>
                <a:latin typeface="DejaVu Sans"/>
                <a:ea typeface="DejaVu Sans"/>
                <a:cs typeface="DejaVu Sans"/>
              </a:defRPr>
            </a:lvl7pPr>
            <a:lvl8pPr>
              <a:defRPr sz="3300" b="1">
                <a:solidFill>
                  <a:srgbClr val="F5F5F5"/>
                </a:solidFill>
                <a:latin typeface="DejaVu Sans"/>
                <a:ea typeface="DejaVu Sans"/>
                <a:cs typeface="DejaVu Sans"/>
              </a:defRPr>
            </a:lvl8pPr>
            <a:lvl9pPr>
              <a:defRPr sz="3300" b="1">
                <a:solidFill>
                  <a:srgbClr val="F5F5F5"/>
                </a:solidFill>
                <a:latin typeface="DejaVu Sans"/>
                <a:ea typeface="DejaVu Sans"/>
                <a:cs typeface="DejaVu Sans"/>
              </a:defRPr>
            </a:lvl9pPr>
          </a:lstStyle>
          <a:p xmlns:a="http://schemas.openxmlformats.org/drawingml/2006/main">
            <a:pPr>
              <a:defRPr sz="3300" b="1">
                <a:solidFill>
                  <a:srgbClr val="F5F5F5"/>
                </a:solidFill>
                <a:latin typeface="DejaVu Sans"/>
                <a:ea typeface="DejaVu Sans"/>
                <a:cs typeface="DejaVu Sans"/>
              </a:defRPr>
            </a:pPr>
            <a:r>
              <a:rPr sz="3300" b="1">
                <a:solidFill>
                  <a:srgbClr val="F5F5F5"/>
                </a:solidFill>
                <a:latin typeface="DejaVu Sans"/>
                <a:ea typeface="DejaVu Sans"/>
                <a:cs typeface="DejaVu Sans"/>
              </a:rPr>
              <a:t>Plane equations and sketching recap</a:t>
            </a:r>
          </a:p>
        </p:txBody>
      </p:sp>
      <p:sp>
        <p:nvSpPr>
          <p:cNvPr id="2" name="page-number">
            <a:extLst xmlns:a="http://schemas.openxmlformats.org/drawingml/2006/main">
              <a:ext uri="{FF2B5EF4-FFF2-40B4-BE49-F238E27FC236}">
                <a16:creationId xmlns:a16="http://schemas.microsoft.com/office/drawing/2014/main" id="{1F00CCB5-B38A-4A7C-85B0-C2FD27C0D1B3}"/>
              </a:ext>
            </a:extLst>
          </p:cNvPr>
          <p:cNvSpPr>
            <a:spLocks xmlns:a="http://schemas.openxmlformats.org/drawingml/2006/main" noGrp="1"/>
          </p:cNvSpPr>
          <p:nvPr/>
        </p:nvSpPr>
        <p:spPr>
          <a:xfrm xmlns:a="http://schemas.openxmlformats.org/drawingml/2006/main">
            <a:off x="11125200" y="63531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ADB5BF"/>
                </a:solidFill>
                <a:latin typeface="DejaVu Sans"/>
                <a:ea typeface="DejaVu Sans"/>
                <a:cs typeface="DejaVu Sans"/>
              </a:defRPr>
            </a:defPPr>
            <a:lvl1pPr>
              <a:defRPr sz="1350" b="0">
                <a:solidFill>
                  <a:srgbClr val="ADB5BF"/>
                </a:solidFill>
                <a:latin typeface="DejaVu Sans"/>
                <a:ea typeface="DejaVu Sans"/>
                <a:cs typeface="DejaVu Sans"/>
              </a:defRPr>
            </a:lvl1pPr>
            <a:lvl2pPr>
              <a:defRPr sz="1350" b="0">
                <a:solidFill>
                  <a:srgbClr val="ADB5BF"/>
                </a:solidFill>
                <a:latin typeface="DejaVu Sans"/>
                <a:ea typeface="DejaVu Sans"/>
                <a:cs typeface="DejaVu Sans"/>
              </a:defRPr>
            </a:lvl2pPr>
            <a:lvl3pPr>
              <a:defRPr sz="1350" b="0">
                <a:solidFill>
                  <a:srgbClr val="ADB5BF"/>
                </a:solidFill>
                <a:latin typeface="DejaVu Sans"/>
                <a:ea typeface="DejaVu Sans"/>
                <a:cs typeface="DejaVu Sans"/>
              </a:defRPr>
            </a:lvl3pPr>
            <a:lvl4pPr>
              <a:defRPr sz="1350" b="0">
                <a:solidFill>
                  <a:srgbClr val="ADB5BF"/>
                </a:solidFill>
                <a:latin typeface="DejaVu Sans"/>
                <a:ea typeface="DejaVu Sans"/>
                <a:cs typeface="DejaVu Sans"/>
              </a:defRPr>
            </a:lvl4pPr>
            <a:lvl5pPr>
              <a:defRPr sz="1350" b="0">
                <a:solidFill>
                  <a:srgbClr val="ADB5BF"/>
                </a:solidFill>
                <a:latin typeface="DejaVu Sans"/>
                <a:ea typeface="DejaVu Sans"/>
                <a:cs typeface="DejaVu Sans"/>
              </a:defRPr>
            </a:lvl5pPr>
            <a:lvl6pPr>
              <a:defRPr sz="1350" b="0">
                <a:solidFill>
                  <a:srgbClr val="ADB5BF"/>
                </a:solidFill>
                <a:latin typeface="DejaVu Sans"/>
                <a:ea typeface="DejaVu Sans"/>
                <a:cs typeface="DejaVu Sans"/>
              </a:defRPr>
            </a:lvl6pPr>
            <a:lvl7pPr>
              <a:defRPr sz="1350" b="0">
                <a:solidFill>
                  <a:srgbClr val="ADB5BF"/>
                </a:solidFill>
                <a:latin typeface="DejaVu Sans"/>
                <a:ea typeface="DejaVu Sans"/>
                <a:cs typeface="DejaVu Sans"/>
              </a:defRPr>
            </a:lvl7pPr>
            <a:lvl8pPr>
              <a:defRPr sz="1350" b="0">
                <a:solidFill>
                  <a:srgbClr val="ADB5BF"/>
                </a:solidFill>
                <a:latin typeface="DejaVu Sans"/>
                <a:ea typeface="DejaVu Sans"/>
                <a:cs typeface="DejaVu Sans"/>
              </a:defRPr>
            </a:lvl8pPr>
            <a:lvl9pPr>
              <a:defRPr sz="1350" b="0">
                <a:solidFill>
                  <a:srgbClr val="ADB5BF"/>
                </a:solidFill>
                <a:latin typeface="DejaVu Sans"/>
                <a:ea typeface="DejaVu Sans"/>
                <a:cs typeface="DejaVu Sans"/>
              </a:defRPr>
            </a:lvl9pPr>
          </a:lstStyle>
          <a:p xmlns:a="http://schemas.openxmlformats.org/drawingml/2006/main">
            <a:pPr>
              <a:defRPr sz="1350" b="0">
                <a:solidFill>
                  <a:srgbClr val="ADB5BF"/>
                </a:solidFill>
                <a:latin typeface="DejaVu Sans"/>
                <a:ea typeface="DejaVu Sans"/>
                <a:cs typeface="DejaVu Sans"/>
              </a:defRPr>
            </a:pPr>
            <a:r>
              <a:rPr sz="1350" b="0">
                <a:solidFill>
                  <a:srgbClr val="ADB5BF"/>
                </a:solidFill>
                <a:latin typeface="DejaVu Sans"/>
                <a:ea typeface="DejaVu Sans"/>
                <a:cs typeface="DejaVu Sans"/>
              </a:rPr>
              <a:t>39</a:t>
            </a:r>
          </a:p>
        </p:txBody>
      </p:sp>
      <p:sp>
        <p:nvSpPr>
          <p:cNvPr id="3" name="lead">
            <a:extLst xmlns:a="http://schemas.openxmlformats.org/drawingml/2006/main">
              <a:ext uri="{FF2B5EF4-FFF2-40B4-BE49-F238E27FC236}">
                <a16:creationId xmlns:a16="http://schemas.microsoft.com/office/drawing/2014/main" id="{C0F6554B-3674-4E97-94DC-BF48E7756CE8}"/>
              </a:ext>
            </a:extLst>
          </p:cNvPr>
          <p:cNvSpPr>
            <a:spLocks xmlns:a="http://schemas.openxmlformats.org/drawingml/2006/main" noGrp="1"/>
          </p:cNvSpPr>
          <p:nvPr/>
        </p:nvSpPr>
        <p:spPr>
          <a:xfrm xmlns:a="http://schemas.openxmlformats.org/drawingml/2006/main">
            <a:off x="685800" y="1552575"/>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950" b="0">
                <a:solidFill>
                  <a:srgbClr val="ADB5BF"/>
                </a:solidFill>
                <a:latin typeface="DejaVu Sans"/>
                <a:ea typeface="DejaVu Sans"/>
                <a:cs typeface="DejaVu Sans"/>
              </a:defRPr>
            </a:defPPr>
            <a:lvl1pPr>
              <a:defRPr sz="1950" b="0">
                <a:solidFill>
                  <a:srgbClr val="ADB5BF"/>
                </a:solidFill>
                <a:latin typeface="DejaVu Sans"/>
                <a:ea typeface="DejaVu Sans"/>
                <a:cs typeface="DejaVu Sans"/>
              </a:defRPr>
            </a:lvl1pPr>
            <a:lvl2pPr>
              <a:defRPr sz="1950" b="0">
                <a:solidFill>
                  <a:srgbClr val="ADB5BF"/>
                </a:solidFill>
                <a:latin typeface="DejaVu Sans"/>
                <a:ea typeface="DejaVu Sans"/>
                <a:cs typeface="DejaVu Sans"/>
              </a:defRPr>
            </a:lvl2pPr>
            <a:lvl3pPr>
              <a:defRPr sz="1950" b="0">
                <a:solidFill>
                  <a:srgbClr val="ADB5BF"/>
                </a:solidFill>
                <a:latin typeface="DejaVu Sans"/>
                <a:ea typeface="DejaVu Sans"/>
                <a:cs typeface="DejaVu Sans"/>
              </a:defRPr>
            </a:lvl3pPr>
            <a:lvl4pPr>
              <a:defRPr sz="1950" b="0">
                <a:solidFill>
                  <a:srgbClr val="ADB5BF"/>
                </a:solidFill>
                <a:latin typeface="DejaVu Sans"/>
                <a:ea typeface="DejaVu Sans"/>
                <a:cs typeface="DejaVu Sans"/>
              </a:defRPr>
            </a:lvl4pPr>
            <a:lvl5pPr>
              <a:defRPr sz="1950" b="0">
                <a:solidFill>
                  <a:srgbClr val="ADB5BF"/>
                </a:solidFill>
                <a:latin typeface="DejaVu Sans"/>
                <a:ea typeface="DejaVu Sans"/>
                <a:cs typeface="DejaVu Sans"/>
              </a:defRPr>
            </a:lvl5pPr>
            <a:lvl6pPr>
              <a:defRPr sz="1950" b="0">
                <a:solidFill>
                  <a:srgbClr val="ADB5BF"/>
                </a:solidFill>
                <a:latin typeface="DejaVu Sans"/>
                <a:ea typeface="DejaVu Sans"/>
                <a:cs typeface="DejaVu Sans"/>
              </a:defRPr>
            </a:lvl6pPr>
            <a:lvl7pPr>
              <a:defRPr sz="1950" b="0">
                <a:solidFill>
                  <a:srgbClr val="ADB5BF"/>
                </a:solidFill>
                <a:latin typeface="DejaVu Sans"/>
                <a:ea typeface="DejaVu Sans"/>
                <a:cs typeface="DejaVu Sans"/>
              </a:defRPr>
            </a:lvl7pPr>
            <a:lvl8pPr>
              <a:defRPr sz="1950" b="0">
                <a:solidFill>
                  <a:srgbClr val="ADB5BF"/>
                </a:solidFill>
                <a:latin typeface="DejaVu Sans"/>
                <a:ea typeface="DejaVu Sans"/>
                <a:cs typeface="DejaVu Sans"/>
              </a:defRPr>
            </a:lvl8pPr>
            <a:lvl9pPr>
              <a:defRPr sz="1950" b="0">
                <a:solidFill>
                  <a:srgbClr val="ADB5BF"/>
                </a:solidFill>
                <a:latin typeface="DejaVu Sans"/>
                <a:ea typeface="DejaVu Sans"/>
                <a:cs typeface="DejaVu Sans"/>
              </a:defRPr>
            </a:lvl9pPr>
          </a:lstStyle>
          <a:p xmlns:a="http://schemas.openxmlformats.org/drawingml/2006/main">
            <a:pPr>
              <a:defRPr sz="1950" b="0">
                <a:solidFill>
                  <a:srgbClr val="ADB5BF"/>
                </a:solidFill>
                <a:latin typeface="DejaVu Sans"/>
                <a:ea typeface="DejaVu Sans"/>
                <a:cs typeface="DejaVu Sans"/>
              </a:defRPr>
            </a:pPr>
            <a:r>
              <a:rPr sz="1950" b="0">
                <a:solidFill>
                  <a:srgbClr val="ADB5BF"/>
                </a:solidFill>
                <a:latin typeface="DejaVu Sans"/>
                <a:ea typeface="DejaVu Sans"/>
                <a:cs typeface="DejaVu Sans"/>
              </a:rPr>
              <a:t>Choose the form that makes the task easiest, then verify the result.</a:t>
            </a:r>
          </a:p>
        </p:txBody>
      </p:sp>
      <p:pic>
        <p:nvPicPr>
          <p:cNvPr id="4" name="equation-0" descr="LaTeX: \vec r=\vec r_0+s\vec a+t\vec b,\quad\vec a\times\vec b\ne\vec0">
            <a:extLst xmlns:a="http://schemas.openxmlformats.org/drawingml/2006/main">
              <a:ext uri="{FF2B5EF4-FFF2-40B4-BE49-F238E27FC236}">
                <a16:creationId xmlns:a16="http://schemas.microsoft.com/office/drawing/2014/main" id="{E07DA97A-531A-49AE-BCF2-DBBAA3E614CF}"/>
              </a:ext>
            </a:extLst>
          </p:cNvPr>
          <p:cNvPicPr>
            <a:picLocks xmlns:a="http://schemas.openxmlformats.org/drawingml/2006/main" noChangeAspect="1"/>
          </p:cNvPicPr>
          <p:nvPr/>
        </p:nvPicPr>
        <p:blipFill>
          <a:blip xmlns:r="http://schemas.openxmlformats.org/officeDocument/2006/relationships" xmlns:a="http://schemas.openxmlformats.org/drawingml/2006/main" r:embed="Rdaf13ff8bdde4f6b">
            <a:extLst>
              <a:ext uri="{96DAC541-7B7A-43D3-8B79-37D633B846F1}">
                <asvg:svgBlip xmlns:asvg="http://schemas.microsoft.com/office/drawing/2016/SVG/main" r:embed="R19ae3bd06c6d48d9"/>
              </a:ext>
            </a:extLst>
          </a:blip>
          <a:stretch xmlns:a="http://schemas.openxmlformats.org/drawingml/2006/main"/>
        </p:blipFill>
        <p:spPr>
          <a:xfrm xmlns:a="http://schemas.openxmlformats.org/drawingml/2006/main">
            <a:off x="685800" y="3137528"/>
            <a:ext cx="4670163" cy="504360"/>
          </a:xfrm>
          <a:prstGeom xmlns:a="http://schemas.openxmlformats.org/drawingml/2006/main" prst="rect">
            <a:avLst/>
          </a:prstGeom>
        </p:spPr>
      </p:pic>
      <p:pic>
        <p:nvPicPr>
          <p:cNvPr id="5" name="equation-1" descr="LaTeX: \vec n\cdot(\vec r-\vec r_0)=0\quad\Longleftrightarrow\quad Ax+By+Cz+D=0">
            <a:extLst xmlns:a="http://schemas.openxmlformats.org/drawingml/2006/main">
              <a:ext uri="{FF2B5EF4-FFF2-40B4-BE49-F238E27FC236}">
                <a16:creationId xmlns:a16="http://schemas.microsoft.com/office/drawing/2014/main" id="{FB328DBC-9A59-4A19-B447-1B7784A9F3AF}"/>
              </a:ext>
            </a:extLst>
          </p:cNvPr>
          <p:cNvPicPr>
            <a:picLocks xmlns:a="http://schemas.openxmlformats.org/drawingml/2006/main" noChangeAspect="1"/>
          </p:cNvPicPr>
          <p:nvPr/>
        </p:nvPicPr>
        <p:blipFill>
          <a:blip xmlns:r="http://schemas.openxmlformats.org/officeDocument/2006/relationships" xmlns:a="http://schemas.openxmlformats.org/drawingml/2006/main" r:embed="R3d18b67f87c84359">
            <a:extLst>
              <a:ext uri="{96DAC541-7B7A-43D3-8B79-37D633B846F1}">
                <asvg:svgBlip xmlns:asvg="http://schemas.microsoft.com/office/drawing/2016/SVG/main" r:embed="R3fd768f8ba044394"/>
              </a:ext>
            </a:extLst>
          </a:blip>
          <a:stretch xmlns:a="http://schemas.openxmlformats.org/drawingml/2006/main"/>
        </p:blipFill>
        <p:spPr>
          <a:xfrm xmlns:a="http://schemas.openxmlformats.org/drawingml/2006/main">
            <a:off x="685800" y="3908588"/>
            <a:ext cx="8004718" cy="436875"/>
          </a:xfrm>
          <a:prstGeom xmlns:a="http://schemas.openxmlformats.org/drawingml/2006/main" prst="rect">
            <a:avLst/>
          </a:prstGeom>
        </p:spPr>
      </p:pic>
      <p:pic>
        <p:nvPicPr>
          <p:cNvPr id="6" name="equation-2" descr="LaTeX: \text{Sketch: labelled axes, intercepts or traces, an infinite plane}">
            <a:extLst xmlns:a="http://schemas.openxmlformats.org/drawingml/2006/main">
              <a:ext uri="{FF2B5EF4-FFF2-40B4-BE49-F238E27FC236}">
                <a16:creationId xmlns:a16="http://schemas.microsoft.com/office/drawing/2014/main" id="{C67AA362-8C25-40BC-AAC2-96DF46BAE833}"/>
              </a:ext>
            </a:extLst>
          </p:cNvPr>
          <p:cNvPicPr>
            <a:picLocks xmlns:a="http://schemas.openxmlformats.org/drawingml/2006/main" noChangeAspect="1"/>
          </p:cNvPicPr>
          <p:nvPr/>
        </p:nvPicPr>
        <p:blipFill>
          <a:blip xmlns:r="http://schemas.openxmlformats.org/officeDocument/2006/relationships" xmlns:a="http://schemas.openxmlformats.org/drawingml/2006/main" r:embed="R22fcc9469dd64581">
            <a:extLst>
              <a:ext uri="{96DAC541-7B7A-43D3-8B79-37D633B846F1}">
                <asvg:svgBlip xmlns:asvg="http://schemas.microsoft.com/office/drawing/2016/SVG/main" r:embed="Rfe062d08c70a4050"/>
              </a:ext>
            </a:extLst>
          </a:blip>
          <a:stretch xmlns:a="http://schemas.openxmlformats.org/drawingml/2006/main"/>
        </p:blipFill>
        <p:spPr>
          <a:xfrm xmlns:a="http://schemas.openxmlformats.org/drawingml/2006/main">
            <a:off x="685800" y="4612163"/>
            <a:ext cx="9258726" cy="394184"/>
          </a:xfrm>
          <a:prstGeom xmlns:a="http://schemas.openxmlformats.org/drawingml/2006/main" prst="rect">
            <a:avLst/>
          </a:prstGeom>
        </p:spPr>
      </p:pic>
    </p:spTree>
    <p:extLst>
      <p:ext uri="{BB962C8B-B14F-4D97-AF65-F5344CB8AC3E}">
        <p14:creationId xmlns:p14="http://schemas.microsoft.com/office/powerpoint/2010/main" val="139867245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5"/>
                                        </p:tgtEl>
                                        <p:attrNameLst>
                                          <p:attrName>style.visibility</p:attrName>
                                        </p:attrNameLst>
                                      </p:cBhvr>
                                      <p:to>
                                        <p:strVal val="visible"/>
                                      </p:to>
                                    </p:set>
                                    <p:animEffect transition="in" filter="fade">
                                      <p:cBhvr>
                                        <p:cTn id="7" dur="400" fill="hold"/>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2026-10-24T10:37:29.0310000Z</dcterms:created>
  <dcterms:modified xsi:type="dcterms:W3CDTF">2026-10-24T10:37:29.0310000Z</dcterms:modified>
</coreProperties>
</file>